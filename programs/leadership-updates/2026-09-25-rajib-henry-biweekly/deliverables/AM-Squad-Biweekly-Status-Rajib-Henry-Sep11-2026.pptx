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8016" cy="29260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QA Automation — AM Squad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388"/>
                </a:solidFill>
              </a:defRPr>
            </a:pPr>
            <a:r>
              <a:t>Biweekly Status · September 11,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Rajib · Henry · Persistent Delivery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26.14 – 26.15 (current)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1271016"/>
            <a:ext cx="233172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1271015"/>
            <a:ext cx="2331720" cy="7396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435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GitLab merges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2821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157984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Aug 27 – Sep 10 · api-test-automation repo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1271016"/>
            <a:ext cx="233172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97480" y="1271015"/>
            <a:ext cx="2331720" cy="73965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1435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26.15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72821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165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157984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Board items in Sprint 26.15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1271016"/>
            <a:ext cx="233172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66360" y="1271015"/>
            <a:ext cx="2331720" cy="73965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1435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MSC in-scope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72821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76/79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157984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M1 26 + M2 25 + Enrollment 25/28 (3 partner deferred)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271016"/>
            <a:ext cx="233172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35240" y="1271015"/>
            <a:ext cx="2331720" cy="7396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1435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Regression bugs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172821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157984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Regression bugs in Sprints 26.14–26.15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1" y="1271016"/>
            <a:ext cx="190500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104121" y="1271015"/>
            <a:ext cx="1905000" cy="7396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41280" y="1435608"/>
            <a:ext cx="17182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ETA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1572768"/>
            <a:ext cx="17182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~70% of </a:t>
            </a:r>
            <a:endParaRPr lang="en-US" sz="2000" dirty="0"/>
          </a:p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original 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221992"/>
            <a:ext cx="171823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dirty="0"/>
              <a:t>3-sprint delivery window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926080"/>
            <a:ext cx="11064240" cy="32918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2926080"/>
            <a:ext cx="64008" cy="32918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303580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leadership should know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364992"/>
            <a:ext cx="10744200" cy="2788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Scope: Sprints 26.14 and 26.15 (current) — MSC API coding is done on main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M1/M2/Enrollment: 76/79 in-scope endpoints — 3 partner APIs deferred by design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Pending MR !265: suite wiring + negatives — blocked on </a:t>
            </a:r>
            <a:r>
              <a:rPr sz="1200" dirty="0" err="1"/>
              <a:t>Snyk</a:t>
            </a:r>
            <a:r>
              <a:rPr sz="1200" dirty="0"/>
              <a:t> gate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Sign-off sprint in progress: docs, traceability matrix, </a:t>
            </a:r>
            <a:r>
              <a:rPr sz="1200" dirty="0" err="1"/>
              <a:t>qTest</a:t>
            </a:r>
            <a:r>
              <a:rPr sz="1200" dirty="0"/>
              <a:t>, Bruno, KT (QA-2039–2047)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Sources: Jira AMSQUAD board · GitLab (3 repos) · Jenkins/GitLab nightly 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Sprint Delivery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Sprints 26.14 · 26.15 (current)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pic>
        <p:nvPicPr>
          <p:cNvPr id="8" name="Picture 7" descr="02-sprint-focus-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4573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292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2920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26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Sprint 26.14: Enrollment E2E complete on main (MRs 255–262); contribution perf JMX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Sprint 26.15: Sign-off docs, traceability, MR !265 merge, V2 gap analysis (Venkatesh)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V2: 8 P0 gaps are wire existing automation to daily regression — not greenfield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Perf: M1 auth/login JMeter scripts in progress (QA-1983–1986)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Relative effort index — not FTE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Unite MSC — Program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Mobile 2 100% · Mobile 1 100% · Enrollment 89%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MSC</a:t>
            </a:r>
          </a:p>
        </p:txBody>
      </p:sp>
      <p:pic>
        <p:nvPicPr>
          <p:cNvPr id="8" name="Picture 7" descr="01-msc-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342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Mobile 2: 25/25 endpoints — sign-off ready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Mobile 1: 26/26 in-scope operations — sign-off ready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Enrollment: 25/28 catalog (89%) — standard 15/15 + subsequent 5/5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Deferred: Partner submit (QA-1808), Upromise (QA-1807), OAuth token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Wrap-up: Sign-off docs (QA-2043), GitLab enrollment nightly…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Target: Sprint 26.15 close — coding done; sign-off + handoff sprint in progress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Coding/design complete for M1, M2, and enrollment MSC scope. MR !265 finalizes suite wiring + validation gaps. Program close = docs, traceability, sign-off owners.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Enrollment — Endpoint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Core E2E 15/15 · Catalog 25/28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Enrollment</a:t>
            </a:r>
          </a:p>
        </p:txBody>
      </p:sp>
      <p:pic>
        <p:nvPicPr>
          <p:cNvPr id="8" name="Picture 7" descr="05-enrollment-endpoint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2203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25 TestNG classes on main — standard + subsequent E2E complete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MR !265 (QA-1938): negatives, optional-step config, M1/M2 suite XML wiring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3 deferred partner endpoints: Partner submit (QA-1808), Upromise (QA-1807), OAuth token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Sign-off: coverage matrix, </a:t>
            </a:r>
            <a:r>
              <a:rPr sz="1200" dirty="0" err="1"/>
              <a:t>qTest</a:t>
            </a:r>
            <a:r>
              <a:rPr sz="1200" dirty="0"/>
              <a:t>, Bruno, enrollment GitLab nightly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KB: programs/unite-</a:t>
            </a:r>
            <a:r>
              <a:rPr sz="1200" dirty="0" err="1"/>
              <a:t>msc</a:t>
            </a:r>
            <a:r>
              <a:rPr sz="1200" dirty="0"/>
              <a:t>/</a:t>
            </a:r>
            <a:r>
              <a:rPr sz="1200" dirty="0" err="1"/>
              <a:t>api</a:t>
            </a:r>
            <a:r>
              <a:rPr sz="1200" dirty="0"/>
              <a:t>-test-automation/mappings/enrollment-endpoint-current-state.csv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Repo: api-test-automation/mobile/enrollment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Pending Merge — !265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QA-1938 — Validate E2E coverage &amp; automate remaining standard-flow gaps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GitLab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560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560320" cy="6400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110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0428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Files in MR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17320"/>
            <a:ext cx="2560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560320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15819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Author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87452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Dinesh 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30428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Jira: closes QA-1938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417320"/>
            <a:ext cx="2560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0" y="1417320"/>
            <a:ext cx="256032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06440" y="15819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87452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30428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Snyk scan / security gate — merge when pipeli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880360"/>
            <a:ext cx="11064240" cy="29260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2880360"/>
            <a:ext cx="64008" cy="292608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299008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this MR delivers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319272"/>
            <a:ext cx="10744200" cy="2423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 dirty="0"/>
              <a:t>• M1/M2 suite wiring (integration + regression TestNG XML), enrollment README, gap closures + negatives from QA-1938 subtasks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 dirty="0"/>
              <a:t>• 30 M1 + 25 M2 TestNG suite XML updates (integration + regression)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 dirty="0"/>
              <a:t>• Enrollment gap closures: content, enrollment-started, recurring, allocation-funds + negatives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 dirty="0"/>
              <a:t>• Reviewers: Swapnil Patil, Venkatesh Mallela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https://gitlab.com/ascensus-gs/products/depot/qa-automation/api-test-automation/-/merge_requests/265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Unite MSC — Endpoint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M2 25/25 · M1 26/26 in-scope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MSC</a:t>
            </a:r>
          </a:p>
        </p:txBody>
      </p:sp>
      <p:pic>
        <p:nvPicPr>
          <p:cNvPr id="8" name="Picture 7" descr="04-msc-endpoint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2938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105888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/>
              <a:t>• All in-scope business endpoints automated — 100% for Mobile 1 and Mobile 2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/>
              <a:t>• Destructive endpoints run in smoke/integration — not duplicated in master regression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/>
              <a:t>• Stage1: IDP + non-IDP paths validated; QC4 hybrid proof pending env stability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/>
              <a:t>• GitLab nightly + ENVP pipeline integration (QA-1405, QA-1544–1549)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/>
              <a:t>• Need leadership to name sign-off owners for M1, M2, pipeline, and perf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Repo: programs/unite-msc/api-test-automation/mappings/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Pipeline &amp;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Hybrid QC4 + Stage1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47548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115608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400"/>
              <a:t>Current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4983480" cy="4251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IDP + non-IDP paths validated for M1/M2/Enrollment on Stage1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Hybrid model — integration proof continuing post DB refresh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Mobile 2 nightly delivered (QA-1405); enrollment nightly in wrap-up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QC4 has no non-IDP plants in lower env today — need product owner to confirm test plans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Pipeline is not 'done' until QC4 proof passes — design is 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47548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4754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12668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400"/>
              <a:t>What we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4251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DevOps: GitLab nightly job for MSC regression (in progress)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Leadership: identify non-IDP plan contacts for lower-environment testing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Sign-off: names for M1/M2 acceptance before we schedule review sessions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Aligned with Jul 2025 hybrid decision — Stage1 primary until QC4 stabilizes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V2 &amp; V3 UI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 26.15 — V2 gap analysis (Venkatesh) + V3 maintenance; MSC wrap-up parallel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2103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37460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600"/>
              <a:t>V3 (GitLab) — maintenance + stabilization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5074920" cy="1600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400"/>
              <a:t>• Universal enrollment account creation failures (QA-2014)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400"/>
              <a:t>• Member personal information validation flakes (QA-2012, QA-2013)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400"/>
              <a:t>• V3 is source of truth for migrated plans — invalid contact scenarios may move from 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2103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210312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36473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600"/>
              <a:t>V2 (Jenkins) — sunset discussion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1600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400"/>
              <a:t>• Venkatesh completed V2 regression suite inventory — 8 P0 gaps are 'turn on what we already have'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400"/>
              <a:t>• Jira epic QA-1943–QA-2010 tracks suite inventory, classification, and adding missing daily coverage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400"/>
              <a:t>• Active bugs: voucher invalid on withdrawal (QA-1989 V2, QA-1990 V3), PAB enrollment allocation (QA-1988)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400"/>
              <a:t>• Classify each V2 test retain/migrate/replace/retire (QA-1962) before suite changes — do not retire solely because failing (QA-1963)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11064240" cy="22860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64008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TextBox 17"/>
          <p:cNvSpPr txBox="1"/>
          <p:nvPr/>
        </p:nvSpPr>
        <p:spPr>
          <a:xfrm>
            <a:off x="749808" y="3813048"/>
            <a:ext cx="35164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600"/>
              <a:t>Regression bugs — Sprints 26.14–26.15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42232"/>
            <a:ext cx="10744200" cy="1783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/>
              <a:t>• QA-2014: V3 Universal Enrollment — unable to create account (26.15)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/>
              <a:t>• QA-2013: V3 CSR Member Personal Information validation (26.15)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/>
              <a:t>• QA-1990: V3 withdrawal voucher invalid on Review and Submit (26.15)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/>
              <a:t>• QA-1989: V2 CSR withdrawal voucher invalid (MND, NYD, MID, WVD, IND) (26.15)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/>
              <a:t>• QA-1988: V2 PAB legacy enrollment — allocation field blocks Step 6 (26.15)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V2 focus: wire existing features to daily regression before building new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V2 Regression — 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By Venkatesh Mallela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86400" cy="4389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4389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36377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400"/>
              <a:t>P0 — Turn on existing automation (@dailyrun)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5166360" cy="3886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100"/>
              <a:t>• Reversal — Reversal.feature exists; add @dailyrun to stage1-csr-actions (1–2 scenarios first)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100"/>
              <a:t>• Plan transfer / rollover — add @dailyrun for Rollover In + Plan Transfer from Partner on Direct/Advisor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100"/>
              <a:t>• Inter-plan transfer — restore one daily test from Archive (e.g. NYD); confirm traunch valid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100"/>
              <a:t>• Share adjustment / Conversion — add Direct/Advisor to CSR_ShareAdjustment.feature @dailyrun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100"/>
              <a:t>• Principal update (P&amp;E) — add one daily row for Direct (CSR_PandE.feature)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94960" cy="4389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64008" cy="438912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6419088" y="1481328"/>
            <a:ext cx="31301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400"/>
              <a:t>P1 — Extend coverage · P2 — Build new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10512"/>
            <a:ext cx="5074920" cy="3886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100"/>
              <a:t>• stage1-acct-overview — optional ABLE (NYB) balance row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100"/>
              <a:t>• stage1-csr-acct-maintenance — invalid contact, authorized individual, bank negatives, trusted contact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100"/>
              <a:t>• stage1-csr-actions — advisor greenscreen fees; optional ABLE contrib/fees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100"/>
              <a:t>• —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100"/>
              <a:t>• P2: YTD bucket, financial history, failed txns, bank history…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Daily regression covers contrib, fees, withdrawals, investments, G100, profile maintenance — but misses reversal, plan 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2418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 26.15 — Mobile 1 perf scripts in progress; contribution JMX 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417320"/>
            <a:ext cx="2713025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417320"/>
            <a:ext cx="2713025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581912"/>
            <a:ext cx="25297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45379"/>
            <a:ext cx="26490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MSC contribution </a:t>
            </a:r>
            <a:endParaRPr lang="en-US" sz="2000" dirty="0"/>
          </a:p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full-flow JMX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304288"/>
            <a:ext cx="25297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QA-1802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9227" y="1407893"/>
            <a:ext cx="2713025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99227" y="1407893"/>
            <a:ext cx="2713025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6387" y="1572485"/>
            <a:ext cx="25297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6387" y="1709645"/>
            <a:ext cx="25758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Mobile 1 auth/login </a:t>
            </a:r>
            <a:endParaRPr lang="en-US" sz="2000" dirty="0"/>
          </a:p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JMeter 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6387" y="2294861"/>
            <a:ext cx="25297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QA-1983–QA-1986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2552" y="1417320"/>
            <a:ext cx="495604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02552" y="1417320"/>
            <a:ext cx="4956048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39712" y="1581912"/>
            <a:ext cx="4621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1682496"/>
            <a:ext cx="43474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Perf governance </a:t>
            </a:r>
            <a:endParaRPr lang="en-US" sz="2000" dirty="0"/>
          </a:p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process + intake </a:t>
            </a:r>
            <a:r>
              <a:rPr sz="2000" dirty="0" err="1"/>
              <a:t>templat</a:t>
            </a:r>
            <a:r>
              <a:rPr sz="2000" dirty="0"/>
              <a:t>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304288"/>
            <a:ext cx="46211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QA-1965–QA-1969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880360"/>
            <a:ext cx="11064240" cy="18288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Rectangle 23"/>
          <p:cNvSpPr/>
          <p:nvPr/>
        </p:nvSpPr>
        <p:spPr>
          <a:xfrm>
            <a:off x="548640" y="2880360"/>
            <a:ext cx="64008" cy="182880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749808" y="2990088"/>
            <a:ext cx="13742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Sprint deliverables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319272"/>
            <a:ext cx="10744200" cy="1325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/>
              <a:t>• MSC contribution full-flow JMX: Delivered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/>
              <a:t>• Mobile 1 auth/login JMeter scripts: In progress — NY, NMD, OKD parameterized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/>
              <a:t>• Perf governance process + intake template: In progress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064240" cy="10972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Rectangle 27"/>
          <p:cNvSpPr/>
          <p:nvPr/>
        </p:nvSpPr>
        <p:spPr>
          <a:xfrm>
            <a:off x="548640" y="4892040"/>
            <a:ext cx="64008" cy="109728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749808" y="5001768"/>
            <a:ext cx="16449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Ongoing baseline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330952"/>
            <a:ext cx="10744200" cy="5943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100"/>
              <a:t>• IDP login, legacy login, MSC login baselines in weekday regression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Perf intake governance — see next slide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Governance — Leadership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Stop last-minute emergency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23774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20575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400"/>
              <a:t>In progress (Sprint 26.15)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5074920" cy="1874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Perf intake template + SLAs by change size (QA-1965–1969)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Confluence Performance Testing Hub governance guidance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Train Dev/QA/PM stakeholders on standard intake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23774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23774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24871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400"/>
              <a:t>What we need from leadership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1874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Mandate perf gate for IDP login, enrollment, contributions, withdrawals before release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Route requests through SDLC intake — not last-minute before deploy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Approve M1 perf script priority: NY, NMD, OKD (QA-1983–1986)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Contribution JMX delivered Sprint 26.14 — M1 scripts in flight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Capacity — MSC Wrap-up vs New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1 resource close-out · 3.5 FTE for next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Capacity</a:t>
            </a:r>
          </a:p>
        </p:txBody>
      </p:sp>
      <p:pic>
        <p:nvPicPr>
          <p:cNvPr id="8" name="Picture 7" descr="03-capacity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1872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12053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400"/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389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Coding complete — Sunil + docs stories (QA-2039–2047) for sign-off package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New work capacity: 3+ FTE pivoting to V2 gap closure + Atlas intake post MR !265 merge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Sunil → MSC wrap-up: qTest, Bruno, coverage matrix, handover docs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Preeti → perf: contribution JMX now; M1+enrollment perf next sprint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Main squad → ACS-5678 Atlas (Oct) OR V2/V3 backlog — need leadership queue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MSC coding done — sign-off + handoff 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V2 → V3 Migration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Reduce Jenkins footprint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41148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5100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400"/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10744200" cy="3611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Retire obsolete V2 Jenkins cases as plans migrate to V3; expand daily regression with existing automation first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Venkatesh gap analysis shows 8 P0 items need @dailyrun wiring — not new code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Leadership: approve P0 daily regression additions before P2 new-screen builds?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Lead: Venkatesh Mallela / Wence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Outcome: lighter GitLab-based V3 suites; retire duplicate V2 enrollment from Jenkins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Aligns with platform direction — V3 as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Incoming: ACS-5678 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Traffic distribution &amp; load balancer rebalancing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New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38404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38404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288514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sz="1600"/>
              <a:t>AHA summary (Brian Danilczyk)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10744200" cy="3337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400"/>
              <a:t>• ACS-5678 — Atlas Traffic Distribution &amp; Load Balancer Rebalancing — #2 on Michael's list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400"/>
              <a:t>• Estimate: 2–3 sprints · Target: October 2026 delivery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400"/>
              <a:t>• Status: Ready for intake once MSC sign-off closes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400"/>
              <a:t>• Dependency: Redis session-management initiative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400"/>
              <a:t>• Scope: validate traffic distribution after Redis session externalization; load + perf testing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400"/>
              <a:t>• Main squad can start intake next sprint while 1 resource finishes MSC wrap-up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Confirm priority vs MSC wrap-up, V2 sunset, and other AHA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Leadership Asks &amp; Decisions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Please respond on this call — by 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64008" cy="4892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749808" y="1435608"/>
            <a:ext cx="5303520" cy="84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400"/>
              <a:t>Roadmap &amp; capacity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MSC coding is done — confirm sign-off sprint + sustaining owner (ACM) this week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Post-MSC queue: Atlas (Oct) vs V2 P0 daily regression vs V3 expansion?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Approve merge of MR !265 once Snyk gate clears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435608"/>
            <a:ext cx="5303520" cy="84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400"/>
              <a:t>Unite MSC / API automation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Formal sign-off for M1 (26/26), M2 (25/25), Enrollment (25/28 MSC scope)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Accept 3 deferred partner endpoints (submit, Upromise, OAuth) as out of scope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Name sign-off contacts for pipeline and perf baselines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32760"/>
            <a:ext cx="530352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400"/>
              <a:t>V2 regression (Jenkins)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Approve P0 daily regression additions from Venkatesh gap analysis (8 items — mostly @dailyrun wiring)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Confirm plan-migration rules before retiring legacy direct-plan cases (QA-1961–1964)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Prioritize P0 turn-on vs P2 new-screen builds for Q4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3032760"/>
            <a:ext cx="530352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400"/>
              <a:t>V3 universal platform (GitLab)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IDP enrollment account creation failures (QA-2014) — product/env owner?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Invalid contact / security-question scenarios — confirm V3 ownership vs V2 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629912"/>
            <a:ext cx="530352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400"/>
              <a:t>Performance &amp; stress testing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M1 perf scripts in progress (QA-1983–1986) — confirm NY/NMD/OKD priority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Approve perf intake template + SDLC gate (QA-1965–1969)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4629912"/>
            <a:ext cx="530352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400"/>
              <a:t>Pipeline &amp; environments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Enrollment GitLab nightly — schedule in wrap-up sprint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50"/>
              <a:t>• QC4 integration proof — env stability + non-IDP plant contacts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Full ask list in companion DOCX · Swapnil Patil · QA Automation AM Squad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Detailed briefing document shared · KB: programs/leadership-updates/2026-09-11-rajib-henry-biweekly/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2100</Words>
  <Application>Microsoft Office PowerPoint</Application>
  <PresentationFormat>Widescreen</PresentationFormat>
  <Paragraphs>242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Swapnil Patil</cp:lastModifiedBy>
  <cp:revision>2</cp:revision>
  <dcterms:created xsi:type="dcterms:W3CDTF">2013-01-27T09:14:16Z</dcterms:created>
  <dcterms:modified xsi:type="dcterms:W3CDTF">2026-09-11T13:08:42Z</dcterms:modified>
  <cp:category/>
</cp:coreProperties>
</file>