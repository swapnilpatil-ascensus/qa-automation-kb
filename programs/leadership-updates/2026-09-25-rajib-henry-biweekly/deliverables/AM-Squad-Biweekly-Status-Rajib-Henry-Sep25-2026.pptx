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8016" cy="29260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QA Automation — AM 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388"/>
                </a:solidFill>
              </a:defRPr>
            </a:pPr>
            <a:r>
              <a:t>Biweekly Status · September 25,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Rajib · Henry · Persistent Delivery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26.15 – 26.16 (current)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" y="1417319"/>
            <a:ext cx="1950415" cy="13486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" y="1417320"/>
            <a:ext cx="1950415" cy="6400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581912"/>
            <a:ext cx="17591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GitLab merges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74520"/>
            <a:ext cx="1759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04288"/>
            <a:ext cx="1461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Sep 11 – Sep 21 · </a:t>
            </a:r>
            <a:r>
              <a:rPr dirty="0" err="1"/>
              <a:t>api</a:t>
            </a:r>
            <a:r>
              <a:rPr dirty="0"/>
              <a:t>-test-automation</a:t>
            </a:r>
            <a:endParaRPr lang="en-US" dirty="0"/>
          </a:p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 (incl. QA-1938 + Bruno)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1417320"/>
            <a:ext cx="1950415" cy="1348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42032" y="1417320"/>
            <a:ext cx="1950415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9192" y="1581912"/>
            <a:ext cx="17591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26.16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1874520"/>
            <a:ext cx="1759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304288"/>
            <a:ext cx="17591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Board items in Sprint 26.16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1417319"/>
            <a:ext cx="2157984" cy="134863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0016" y="1408175"/>
            <a:ext cx="2157984" cy="73153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37176" y="1581912"/>
            <a:ext cx="17591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MSC 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6" y="1874520"/>
            <a:ext cx="1759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304288"/>
            <a:ext cx="1861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M1+M2+Enrollment coding 100% · </a:t>
            </a:r>
            <a:endParaRPr lang="en-US" dirty="0"/>
          </a:p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wrap-up in flight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1417320"/>
            <a:ext cx="2331720" cy="13167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95160" y="1417320"/>
            <a:ext cx="233172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158191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Stage1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87452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t>Recovered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304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Post DB-refresh / IDP co-work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1417320"/>
            <a:ext cx="2331720" cy="134863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64040" y="1417320"/>
            <a:ext cx="233172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158191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ETA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1874520"/>
            <a:ext cx="22011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400" dirty="0"/>
              <a:t>~70% of </a:t>
            </a:r>
            <a:r>
              <a:rPr lang="en-US" sz="2400" dirty="0"/>
              <a:t>Ori</a:t>
            </a:r>
            <a:r>
              <a:rPr sz="2400" dirty="0"/>
              <a:t> 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304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Ahead of original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926080"/>
            <a:ext cx="11064240" cy="32918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2926080"/>
            <a:ext cx="64008" cy="32918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03580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leadership should know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364992"/>
            <a:ext cx="10744200" cy="2788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Scope: Sprints 26.15 and 26.16 (current) — MSC API coding 100% on main (MR !268 merged)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Wrap-up this sprint: SharePoint KT, </a:t>
            </a:r>
            <a:r>
              <a:rPr sz="1200" dirty="0" err="1"/>
              <a:t>qTest</a:t>
            </a:r>
            <a:r>
              <a:rPr sz="1200" dirty="0"/>
              <a:t>, QC4 — only Enrollment perf remains after that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Team: Preeti (M1 perf by tomorrow) · Venkatesh (V2→V3) · He (V3 IDP profile) · Dinesh (MSC handoff)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Ask: confirm Dinesh packages remaining universal APIs into regression/integration/nightly (QA-892)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Sources: Jira AMSQUAD board · GitLab (3 repos) · Jenkins/GitLab nightly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Sprint Delivery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Sprints 26.15 · 26.16 (current)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pic>
        <p:nvPicPr>
          <p:cNvPr id="8" name="Picture 7" descr="02-sprint-focus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4440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292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292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26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Sprint 26.15: QA-1938 merged (!268); Bruno Postman migration started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Sprint 26.16: MSC wrap-up (SharePoint, </a:t>
            </a:r>
            <a:r>
              <a:rPr sz="1200" dirty="0" err="1"/>
              <a:t>qTest</a:t>
            </a:r>
            <a:r>
              <a:rPr sz="1200" dirty="0"/>
              <a:t>, QC4) + V2/V3 gap execution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Perf: M2 done · M1 done by Sep 26 · Enrollment remaining · Jenkins jobs ready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V2→V3: Venkatesh enroll/login/reg almost done; member flows migrating to V3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Relative effort index — not FTE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Program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Mobile 2 100% · Mobile 1 100% · Enrollment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1-msc-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34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Mobile 2: 25/25 endpoints — sign-off ready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Mobile 1: 26/26 in-scope operations — sign-off ready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Enrollment: 25/28 catalog (100%) — standard 15/15 + subsequent 5/5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Deferred: Partner submit (QA-1808), Upromise (QA-1807), OAuth token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Wrap-up: SharePoint KT + sign-off pack, </a:t>
            </a:r>
            <a:r>
              <a:rPr sz="1200" dirty="0" err="1"/>
              <a:t>qTest</a:t>
            </a:r>
            <a:r>
              <a:rPr sz="1200" dirty="0"/>
              <a:t> manual cases…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Target: End Sprint 26.16 — MSC automation + docs 100%; Enrollment perf follows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Coding/design complete. Wrap-up = SharePoint, qTest, Bruno usage docs, QC4 proof. Only Enrollment API performance remains after that.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Enrollment — Endpoint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Core E2E 15/15 · Catalog 25/28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Enrollment</a:t>
            </a:r>
          </a:p>
        </p:txBody>
      </p:sp>
      <p:pic>
        <p:nvPicPr>
          <p:cNvPr id="8" name="Picture 7" descr="05-enrollment-endpoi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2203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25 TestNG classes on main — standard + subsequent E2E complete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MR !268 (QA-1938) merged Sep 11 · Bruno M1/M2/Enrollment merged Sep 21 (!271)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3 deferred partner endpoints: Partner submit (QA-1808), Upromise (QA-1807), OAuth token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Wrap-up: SharePoint KT, </a:t>
            </a:r>
            <a:r>
              <a:rPr sz="1200" dirty="0" err="1"/>
              <a:t>qTest</a:t>
            </a:r>
            <a:r>
              <a:rPr sz="1200" dirty="0"/>
              <a:t> manual cases, QC4 E2E proof — end Sprint 26.16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KB: programs/unite-</a:t>
            </a:r>
            <a:r>
              <a:rPr sz="1200" dirty="0" err="1"/>
              <a:t>msc</a:t>
            </a:r>
            <a:r>
              <a:rPr sz="1200" dirty="0"/>
              <a:t>/</a:t>
            </a:r>
            <a:r>
              <a:rPr sz="1200" dirty="0" err="1"/>
              <a:t>api</a:t>
            </a:r>
            <a:r>
              <a:rPr sz="1200" dirty="0"/>
              <a:t>-test-automation/mappings/enrollment-endpoint-current-state.csv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Repo: api-test-automation/mobile/enrollment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Status by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 26.16 — who is doing what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22860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3560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Preeti —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64792"/>
            <a:ext cx="5166360" cy="1783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Mobile 2: Done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Mobile 1: Done by tomorrow (Sep 26) — owner/profile, device/push, auth login JMeter (QA-2159–2163)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Enrollment: Remaining — last MSC perf gap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Jobs added and ready; not yet scheduled for nightly — scheduling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5212080" cy="22860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64008" cy="228600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Venkatesh —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764792"/>
            <a:ext cx="4892040" cy="1783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Almost done — fix / retire / migrate enrollment, login, registration to V3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Direct plans migrated to universal on Stage1 — member IDP no longer works on V2; migrating member cases to V3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New V2 areas from gap analysis + select migrations to V3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11064240" cy="219456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64008" cy="219456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904488"/>
            <a:ext cx="25056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rPr lang="en-US" dirty="0"/>
              <a:t>Sunil</a:t>
            </a:r>
            <a:r>
              <a:rPr dirty="0"/>
              <a:t> — V3 · Dinesh — MSC wrap-up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33672"/>
            <a:ext cx="10744200" cy="1691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He: On/off last couple weeks due to illness — back and productive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He: Fixed several IDP profile issues · Adding missing V3 profile test cases for IDP plans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Dinesh: Complete — MR !268 (QA-1938) merged Sep 11; Bruno collections MR !271 merged Sep 21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 dirty="0"/>
              <a:t>• Target: Unite MSC automation deliverables 100% by end of Sprint 26.16 — only Enrollment perf remains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Stage1 was unstable after DB refresh (IDP + multi-team issues). Squad co-worked with other teams; Stage1 / V2 / V3 now in better shape.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Leadership Decision — API Suite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Universal API — regression &amp; integration suite packaging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4114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611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1000">
                <a:solidFill>
                  <a:srgbClr val="1A2332"/>
                </a:solidFill>
              </a:defRPr>
            </a:pPr>
            <a:r>
              <a:rPr sz="1200" dirty="0"/>
              <a:t>• Not all universal/MSC endpoints are wired into master regression and integration suites for DevOps nightly. Leadership can assign this to Dinesh as the next API automation project.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00">
                <a:solidFill>
                  <a:srgbClr val="1A2332"/>
                </a:solidFill>
              </a:defRPr>
            </a:pPr>
            <a:r>
              <a:rPr sz="1200" dirty="0"/>
              <a:t>• Proposed owner: Dinesh Kumar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00">
                <a:solidFill>
                  <a:srgbClr val="1A2332"/>
                </a:solidFill>
              </a:defRPr>
            </a:pPr>
            <a:r>
              <a:rPr sz="1200" dirty="0"/>
              <a:t>• Jira: QA-892 — Validate and Wire Master, Integration, Regression, and Nightly Suites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000">
                <a:solidFill>
                  <a:srgbClr val="1A2332"/>
                </a:solidFill>
              </a:defRPr>
            </a:pPr>
            <a:r>
              <a:rPr sz="1200" dirty="0"/>
              <a:t>• Enables DevOps / nightly jobs to run full universal API regression + integration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Please confirm yes/no on this call so we can plan Sprint 26.17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Unite MSC — Endpoint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M2 25/25 · M1 26/26 in-scope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MSC</a:t>
            </a:r>
          </a:p>
        </p:txBody>
      </p:sp>
      <p:pic>
        <p:nvPicPr>
          <p:cNvPr id="8" name="Picture 7" descr="04-msc-endpoi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1675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All in-scope business endpoints automated — 100% for Mobile 1 and Mobile 2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Destructive endpoints run in smoke/integration — not duplicated in master regression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Stage1: IDP + non-IDP paths validated; QC4 hybrid proof pending env stability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GitLab nightly + ENVP pipeline integration (QA-1405, QA-1544–1549)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 dirty="0"/>
              <a:t>• Need leadership to name sign-off owners for M1, M2, pipeline, and perf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Repo: programs/unite-msc/api-test-automation/mappings/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&amp;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Hybrid QC4 + Stage1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7548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498348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Stage1 health recovered post DB refresh — V2/V3 stable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QC4 E2E proof in sprint (QA-2086 series)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Mobile 2 nightly delivered; enrollment nightly + API suite packaging = leadership decision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QC4 has no non-IDP plants in lower env today — need product owner to confirm test plans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Pipeline is not 'done' until QC4 proof passes — design is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47548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4754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we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42519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DevOps: GitLab nightly job for MSC regression (in progress)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Leadership: identify non-IDP plan contacts for lower-environment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Sign-off: names for M1/M2 acceptance before we schedule review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Aligned with Jul 2025 hybrid decision — Stage1 primary until QC4 stabilizes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&amp; V3 UI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 26.16 — V2 migration + V3 IDP profile expansion; Stage1 recovered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V3 (GitLab) — maintenance + stabilization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He: IDP profile issues fixed; adding missing profile coverage for IDP plans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V3 stable again after Stage1 DB-refresh disturbance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Member personal information E2E investigation continues (QA-1845)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103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10312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V2 (Jenkins) — sunset discussion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600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Venkatesh: enrollment/login/registration retire-or-migrate nearly complete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Member IDP cases moving to V3 — Direct plans on universal platform in Stage1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CSR actions + share adjustment daily regression wiring this sprint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Confirm: member flows permanently on V3 for migrated Direct plans — retire V2 member IDP suites?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64240" cy="22860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64008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Regression bugs — Sprints 26.15–26.16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42232"/>
            <a:ext cx="10744200" cy="1783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QA-2014: V3 Universal Enrollment — unable to create account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QA-2013: V3 CSR Member Personal Information validation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QA-1990: V3 withdrawal voucher invalid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QA-1989: V2 CSR withdrawal voucher invalid (26.15)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50">
                <a:solidFill>
                  <a:srgbClr val="1A2332"/>
                </a:solidFill>
              </a:defRPr>
            </a:pPr>
            <a:r>
              <a:rPr sz="1200"/>
              <a:t>• QA-2199: SEQ_FIN_TXN_ID null — contrib/withdrawal/investment stabilization (26.16)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V2 and V3 both stable — focus is gap closure and plan-migration alignment, not greenfield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Regression —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By Venkatesh Mallela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4389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389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P0 — Turn on existing automation (@dailyrun)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166360" cy="3886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 dirty="0"/>
              <a:t>• Enrollment / login / registration — fix, retire, or migrate to V3 (almost done)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 dirty="0"/>
              <a:t>• Member-related cases — migrate to V3 (V2 member IDP obsolete for migrated Direct plans)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 dirty="0"/>
              <a:t>• stage1-csr-actions.xml → Jenkins daily (QA-2187, QA-2197)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 dirty="0"/>
              <a:t>• Share adjustment credit/debit/conversion scenarios (QA-2143–2148)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 dirty="0"/>
              <a:t>• Remove obsolete web login from V2 Jenkins where retired (QA-2186)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64008" cy="438912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P1 — Extend coverage · P2 — Build new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10512"/>
            <a:ext cx="5074920" cy="3886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/>
              <a:t>• Additional gaps designed but not yet on daily — wiring through end of Sprint 26.16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/>
              <a:t>• Contribution / withdrawal / investment stabilization after Stage1 SEQ_FIN_TXN_ID issues (QA-2199–2203)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/>
              <a:t>• 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800">
                <a:solidFill>
                  <a:srgbClr val="1A2332"/>
                </a:solidFill>
              </a:defRPr>
            </a:pPr>
            <a:r>
              <a:rPr sz="1200"/>
              <a:t>• P2: YTD bucket, financial history, failed txns, bank history…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Enrollment/login/registration classification nearly done. Member flows must move to V3 as Direct→universal migration bro…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Sprint 26.16 — Mobile 2 done · Mobile 1 done by Sep 26 · Enrollment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26.15–26.16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59208"/>
            <a:ext cx="172515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Mobile 2 MSC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rPr dirty="0"/>
              <a:t>Prior MSC M2 perf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417320"/>
            <a:ext cx="33832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417320"/>
            <a:ext cx="33832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58191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748730"/>
            <a:ext cx="26672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Mobile 1 auth / owner-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profile / device-p…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2316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QA-2159–2163, QA-2160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417320"/>
            <a:ext cx="40233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0" y="1417320"/>
            <a:ext cx="402336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0999" y="1581912"/>
            <a:ext cx="37515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Sprint 26.16–26.17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8140" y="1709928"/>
            <a:ext cx="3713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Enrollment MSC </a:t>
            </a:r>
            <a:endParaRPr lang="en-US" sz="2000" dirty="0"/>
          </a:p>
          <a:p>
            <a:pPr>
              <a:defRPr sz="2600" b="1">
                <a:solidFill>
                  <a:srgbClr val="1A2332"/>
                </a:solidFill>
              </a:defRPr>
            </a:pPr>
            <a:r>
              <a:rPr sz="2000" dirty="0"/>
              <a:t>performance + nightly sch…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999" y="2423160"/>
            <a:ext cx="37515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Schedule API perf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11064240" cy="1828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880360"/>
            <a:ext cx="64008" cy="182880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299008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Sprint deliverables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319272"/>
            <a:ext cx="10744200" cy="1325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Mobile 2 MSC performance: Done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Mobile 1 auth / owner-profile / device-push JMeter: Done by tomorrow (Sep 26)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Enrollment MSC performance + nightly schedule: Remaining — Jenkins jobs ready, nightly schedule pending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64240" cy="10972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892040"/>
            <a:ext cx="64008" cy="109728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00176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Ongoing baseline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330952"/>
            <a:ext cx="10744200" cy="5943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Jenkins API perf jobs created and ready — need leadership/ops OK to schedule nightly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Perf intake governance — see next slide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Governance — Leadership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Stop last-minute emergency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2377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In progress (Sprint 26.15)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Perf intake template + SLAs by change size (QA-1965–1969)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Confluence Performance Testing Hub governance guidance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 dirty="0"/>
              <a:t>• Train Dev/QA/PM stakeholders on standard intake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94960" cy="23774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64008" cy="23774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What we need from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810512"/>
            <a:ext cx="5074920" cy="18745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dirty="0"/>
              <a:t>• Mandate perf gate for IDP login, enrollment, contributions, withdrawals before release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dirty="0"/>
              <a:t>• Route requests through SDLC intake — not last-minute before deploy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dirty="0"/>
              <a:t>• Approve M1 perf script priority: NY, NMD, OKD (QA-1983–1986)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Contribution JMX delivered Sprint 26.14 — M1 scripts in flight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Capacity — MSC Wrap-up vs New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MSC wrap-up end 26.16 · capacity opens for API suites / Atlas / V2-V3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pic>
        <p:nvPicPr>
          <p:cNvPr id="8" name="Picture 7" descr="03-capacity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669280" cy="31872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25880"/>
            <a:ext cx="521208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64008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43560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764792"/>
            <a:ext cx="489204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End Sprint 26.16 — SharePoint + qTest + QC4; then Dinesh available for suite packaging or Atlas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New work capacity: Post wrap-up: V2/V3 gap expansion + Enrollment perf + optional API suite packaging (QA-892)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Dinesh + Swapnil → SharePoint, qTest, QC4 wrap-up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Preeti → M1 perf (by tomorrow) then Enrollment MSC perf + nightly schedule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00">
                <a:solidFill>
                  <a:srgbClr val="1A2332"/>
                </a:solidFill>
              </a:defRPr>
            </a:pPr>
            <a:r>
              <a:rPr sz="1200"/>
              <a:t>• Ask: QA-892 API suite packaging OR Atlas OR continue V2/V3 gaps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MSC coding done — sign-off + handoff 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V2 → V3 Migration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Reduce Jenkins footprint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411480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611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Retire obsolete V2 member/login/enrollment as Direct→universal completes; expand daily with existing automation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Stage1 Direct plans on universal — V2 member IDP no longer valid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Approve permanent retirement of V2 member IDP for migrated plans and V3 as source of truth?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Lead: Venkatesh Mallela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Outcome: lighter GitLab-based V3 suites; retire duplicate V2 enrollment from Jenkins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Aligns with platform direction — V3 as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Incoming: ACS-5678 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Traffic distribution &amp; load balancer rebalancing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New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384048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64008" cy="384048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0744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241"/>
                </a:solidFill>
              </a:defRPr>
            </a:pPr>
            <a:r>
              <a:t>AHA summary (Brian Danilczyk)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10744200" cy="3337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ACS-5678 — Atlas Traffic Distribution &amp; Load Balancer Rebalancing — #2 on Michael's list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Estimate: 2–3 sprints · Target: October 2026 delivery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Status: Ready after MSC wrap-up — confirm queue vs API suite packaging + V2/V3 gap work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Dependency: Redis session-management initiative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Scope: validate traffic distribution after Redis session externalization; load + perf testing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950">
                <a:solidFill>
                  <a:srgbClr val="1A2332"/>
                </a:solidFill>
              </a:defRPr>
            </a:pPr>
            <a:r>
              <a:rPr sz="1200"/>
              <a:t>• Main squad can start intake next sprint while 1 resource finishes MSC wrap-up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Confirm priority vs MSC wrap-up, V2 sunset, and other AHA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Leadership Asks &amp; Decisions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t>Please respond on this call — by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320040"/>
            <a:ext cx="1463040" cy="384048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6424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4892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35608"/>
            <a:ext cx="5303520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Roadmap &amp; capacity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Confirm post-MSC queue: Atlas (Oct) vs API suite packaging (QA-892) vs V2/V3 gap expansion?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MSC wrap-up completes end Sprint 26.16 — Dinesh free for next API project after that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435608"/>
            <a:ext cx="530352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Unite MSC / API automation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Accept M1/M2/Enrollment coding as complete — wrap-up is docs/qTest/SharePoint/QC4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Confirm: assign Dinesh to wire remaining universal endpoints into regression + integration + nightly suites (QA-892)?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Name ACM / sustaining owner for MSC API assets on SharePoint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32760"/>
            <a:ext cx="530352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V2 regression (Jenkins)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Approve retirement of V2 member IDP for Direct plans now on universal — migrate to V3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Confirm P0 daily wiring (csr-actions, share adjust) before P2 new-screen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032760"/>
            <a:ext cx="530352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V3 universal platform (GitLab)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V3 IDP profile expansion underway — confirm IDP plan coverage priority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Member personal information / enrollment defects — product/env owners for lingering Stage1 issues?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29912"/>
            <a:ext cx="530352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Performance &amp; stress testing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Approve scheduling API/MSC perf Jenkins jobs for nightly (jobs ready, not scheduled)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Enrollment MSC perf is the last MSC perf gap after M1 lands 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629912"/>
            <a:ext cx="530352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3241"/>
                </a:solidFill>
              </a:defRPr>
            </a:pPr>
            <a:r>
              <a:rPr sz="1200"/>
              <a:t>Pipeline &amp; environments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Stage1 health recovered — acknowledge cross-team fix for DB refresh / IDP instability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750">
                <a:solidFill>
                  <a:srgbClr val="1A2332"/>
                </a:solidFill>
              </a:defRPr>
            </a:pPr>
            <a:r>
              <a:rPr sz="1200"/>
              <a:t>• QC4 E2E proof this sprint — confirm non-IDP plant contacts if still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Full ask list in companion DOCX · Swapnil Patil · QA Automation AM Squad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69294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B388"/>
                </a:solidFill>
              </a:defRPr>
            </a:pPr>
            <a:r>
              <a:rPr dirty="0"/>
              <a:t>Detailed briefing </a:t>
            </a:r>
            <a:r>
              <a:rPr sz="1600" dirty="0"/>
              <a:t>document</a:t>
            </a:r>
            <a:r>
              <a:rPr dirty="0"/>
              <a:t> shared · KB: programs/leadership-updates/2026-09-25-rajib-henry-biweekly/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2319</Words>
  <Application>Microsoft Office PowerPoint</Application>
  <PresentationFormat>Widescreen</PresentationFormat>
  <Paragraphs>250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Patil</cp:lastModifiedBy>
  <cp:revision>3</cp:revision>
  <dcterms:created xsi:type="dcterms:W3CDTF">2013-01-27T09:14:16Z</dcterms:created>
  <dcterms:modified xsi:type="dcterms:W3CDTF">2026-09-24T18:41:37Z</dcterms:modified>
  <cp:category/>
</cp:coreProperties>
</file>