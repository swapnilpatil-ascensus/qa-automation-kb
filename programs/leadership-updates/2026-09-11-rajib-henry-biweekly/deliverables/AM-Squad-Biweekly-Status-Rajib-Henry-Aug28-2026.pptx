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8016" cy="29260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QA Automation — AM Squad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388"/>
                </a:solidFill>
              </a:defRPr>
            </a:pPr>
            <a:r>
              <a:t>Biweekly Status · August 28,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Rajib · Henry · Persistent Delivery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26.13 – 26.14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2029968" cy="11247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029968" cy="5831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1830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GitLab merges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74520"/>
            <a:ext cx="18309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04288"/>
            <a:ext cx="18309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Aug 5 – Aug 26 · 3 automation repos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87168" y="1417320"/>
            <a:ext cx="2029968" cy="11247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87168" y="1417320"/>
            <a:ext cx="2029968" cy="5831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24328" y="1581912"/>
            <a:ext cx="1830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26.14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8" y="1874520"/>
            <a:ext cx="18309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148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2304288"/>
            <a:ext cx="18309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Board items in Sprint 26.14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45152" y="1417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45152" y="1417320"/>
            <a:ext cx="2331720" cy="64008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2" y="1581912"/>
            <a:ext cx="2103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MSC in-scope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3" y="1737360"/>
            <a:ext cx="2103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51/51 + enrollment 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2340864"/>
            <a:ext cx="2304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dirty="0"/>
              <a:t>M1 26 + M2 25 complete · Enroll core E2E 19/20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14032" y="1417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14032" y="1417320"/>
            <a:ext cx="233172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51192" y="1581912"/>
            <a:ext cx="2103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Regression bugs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18745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2304288"/>
            <a:ext cx="2103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Regression bugs since Sprint 26.13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2912" y="1417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582912" y="1417320"/>
            <a:ext cx="233172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0072" y="1581912"/>
            <a:ext cx="2103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ETA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1664208"/>
            <a:ext cx="2167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lang="en-US" sz="2000" dirty="0"/>
              <a:t>&lt; time than</a:t>
            </a:r>
            <a:r>
              <a:rPr sz="2000" dirty="0"/>
              <a:t> orig 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2304288"/>
            <a:ext cx="2103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3-sprint delivery window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926080"/>
            <a:ext cx="11064240" cy="32918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2926080"/>
            <a:ext cx="64008" cy="32918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303580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leadership should know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364992"/>
            <a:ext cx="10744200" cy="2788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Scope: Sprints 26.13 and 26.14 (current) — not Apr–Aug historical totals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Mobile 1 and Mobile 2: 100% — sign-off ready; enrollment core E2E ~95% (19/20)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Coding complete ≠ program closed: 1 resource ~1 sprint for docs, qTest, Bruno, KT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DB refresh completed this week — test data and SQL stabilized for enrollment runs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Sources: Jira AMSQUAD board · GitLab (3 repos) · Jenkins/GitLab nightly 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Sprint Delivery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Sprints 26.13 · 26.14 (current) · 26.15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pic>
        <p:nvPicPr>
          <p:cNvPr id="8" name="Picture 7" descr="02-sprint-focus-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4573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292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2920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26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Sprint 26.13: Enrollment API slices, M1/M2 sign-off prep, GitLab nightly delivered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Sprint 26.14: Enrollment wizard completion, DB refresh, submit + Stage1 E2E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Sprint 26.15 (plan): MSC wrap-up (1 resource) + Atlas intake / V2-V3 backlog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Perf: Preeti on contribution JMX; M1+enrollment perf scripts next sprint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Relative effort index — not FTE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Unite MSC — Program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Mobile 2 100% · Mobile 1 100% · Enrollment 95%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MSC</a:t>
            </a:r>
          </a:p>
        </p:txBody>
      </p:sp>
      <p:pic>
        <p:nvPicPr>
          <p:cNvPr id="8" name="Picture 7" descr="01-msc-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342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Mobile 2: 25/25 endpoints — sign-off ready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Mobile 1: 26/26 in-scope operations — sign-off ready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Enrollment: 19/20 core E2E (95%) — 17 test classes in repo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Remaining coding: POST review-confirm-entered (account creation)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Target: Enrollment coding end Sprint 26.14 · program close-out ~1 sprint with 1 dedicated resource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100% = all in-scope business endpoints automated. Enrollment 95% = core happy-path E2E (19/20); 5 partner/subsequent catalog endpoints deferred with research.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Enrollment — Endpoint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Core E2E 19/20 · Catalog 19/25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Enrollment</a:t>
            </a:r>
          </a:p>
        </p:txBody>
      </p:sp>
      <p:pic>
        <p:nvPicPr>
          <p:cNvPr id="8" name="Picture 7" descr="05-enrollment-endpoint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2203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17 TestNG classes: smoke GETs + full wizard through allocations + optional helpers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Submit (review-confirm-entered) — target end Sprint 26.14 for account creation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Deferred next sprint: subsequent enrollment, Vanguard, Upromise, OAuth (research)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Stage1/QC4 test data refreshed this week — team stabilized branding, fund lookup, and disposable account SQL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Postman/Excel source of truth synced in KB — Endpoint catalog + E2E collection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Repo: api-test-automation/mobile/enrollment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Unite MSC — Endpoint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M2 25/25 · M1 26/26 in-scope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MSC</a:t>
            </a:r>
          </a:p>
        </p:txBody>
      </p:sp>
      <p:pic>
        <p:nvPicPr>
          <p:cNvPr id="8" name="Picture 7" descr="04-msc-endpoint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29555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All in-scope business endpoints automated — 100% for Mobile 1 and Mobile 2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Destructive endpoints run in smoke/integration — not duplicated in master regression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Stage1: IDP + non-IDP paths validated; QC4 hybrid proof pending env stability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GitLab nightly + ENVP pipeline integration (QA-1405, QA-1544–1549)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Need leadership to name sign-off owners for M1, M2, pipeline, and perf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Repo: programs/unite-msc/api-test-automation/mappings/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Pipeline &amp;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Hybrid QC4 + Stage1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47548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Current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4983480" cy="4251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IDP + non-IDP paths validated for Mobile 1 and Mobile 2 on Stage1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Hybrid model; DB refresh completed — integration proof continuing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Mobile 2 GitLab nightly job delivered (QA-1405)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QC4 has no non-IDP plants in lower env today — need product owner to confirm test plans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Pipeline is not 'done' until QC4 proof passes — design is 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47548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4754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we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4251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DevOps: GitLab nightly job for MSC regression (in progress)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Leadership: identify non-IDP plan contacts for lower-environment testing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Sign-off: names for M1/M2 acceptance before we schedule review sessions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Aligned with Jul 2025 hybrid decision — Stage1 primary until QC4 stabilizes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V2 &amp; V3 UI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Sprints 26.13–26.14 — maintenance and stabilization; capacity shifting to MSC close-out + new 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2103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V3 (GitLab) — maintenance + stabilization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5074920" cy="1600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Web registration stabilization, entity flows, flaky-test fixes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V3 is the long-term source of truth on GitLab as direct plans migrate off V2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IDP login regression flakes — product/env alignment ongoing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2103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210312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V2 (Jenkins) — sunset discussion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1600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CSR maintenance modules; legacy enrollment cases under sunset review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QA-1275: V2 cases removed/updated for plans migrated Non-IDP → IDP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Plans migrating legacy → universal platform — need decision on which Jenkins suites to retire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Which plan types stay on V2 Jenkins vs move to V3 GitLab? When do we retire duplicate enrollment coverage?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11064240" cy="22860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64008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81304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Regression bugs — Sprints 26.11–26.13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42232"/>
            <a:ext cx="10744200" cy="1783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t>• QA-1820: V2 IDP-impacted legacy cases — Stage1 daily regression stabilization (26.14)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t>• QA-1694: V3 IDP Login regression failure (26.13)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t>• QA-1691: V3 Universal Enrollment IDP Login failure (26.13)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t>• QA-1520: V3 Member Personal Information validation (26.12)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t>• QA-1519: V3 Member Personal Information validation (26.12)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Small test-case adds for regression stability — team can resume V2/V3 expansion as MSC coding completes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Sprints 26.13–26.14 — one resource (Preeti); slightly behind plan due to IDP + emergency barcode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383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3154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MSC IDP Login BlazeMeter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04288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QA-1429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1417320"/>
            <a:ext cx="3383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58191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700784"/>
            <a:ext cx="3154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Unite MSC Contribution full-flow JMX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04288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QA-1802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63840" y="1417320"/>
            <a:ext cx="3383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158191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1691640"/>
            <a:ext cx="3154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MSC Mobile 1 + Enrollment perf scenarios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304288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QA-1229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880360"/>
            <a:ext cx="11064240" cy="18288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2880360"/>
            <a:ext cx="64008" cy="182880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299008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Delivered (last 3 sprints)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319272"/>
            <a:ext cx="10744200" cy="1325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MSC IDP Login BlazeMeter analysis: Delivered — QA-1429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Unite MSC Contribution full-flow JMX: In progress — QA-1802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MSC Mobile 1 + Enrollment perf scenarios: Planned — Preeti; after API E2E stable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064240" cy="10972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892040"/>
            <a:ext cx="64008" cy="109728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500176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Ongoing baseline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330952"/>
            <a:ext cx="10744200" cy="5943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IDP login, legacy login baselines in weekday regression; MSC endurance suite in repo — scheduling after M1/enrollment perf scripts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Emergency work delivered — governance ask on next slide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Governance — Leadership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Stop last-minute emergency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23774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happened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5074920" cy="1874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Two emergency perf requests in two sprints — barcode (Synergy) and Jahia/IDP server patch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Teams approached us days before deploy — we dropped sprint work and delivered in ~1 week each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Scripts ran and results accepted — but KB, check-in, test data, and standards steps were skipped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23774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23774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we need from leadership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1874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100" dirty="0"/>
              <a:t>• Add QA Automation at SDLC design — not at deploy </a:t>
            </a:r>
            <a:r>
              <a:rPr sz="1600" dirty="0"/>
              <a:t>approval</a:t>
            </a:r>
            <a:endParaRPr sz="1100" dirty="0"/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100" dirty="0"/>
              <a:t>• Mandatory perf gate for IDP login, enrollment, contributions, withdrawals before release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100" dirty="0"/>
              <a:t>• Route requests through standard intake — time to document, check in, and expand coverage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100" dirty="0"/>
              <a:t>• We will always help in emergencies — but repeated ad-hoc work blocks the roadmap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Delivered under pressure — asking for a sustainable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Capacity — MSC Wrap-up vs New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1 resource close-out · 3.5 FTE for next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Capacity</a:t>
            </a:r>
          </a:p>
        </p:txBody>
      </p:sp>
      <p:pic>
        <p:nvPicPr>
          <p:cNvPr id="8" name="Picture 7" descr="03-capacity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1872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389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1 resource ~1 sprint after enrollment coding (docs, qTest, Bruno, KT, sign-off) — NOT full squad exit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New work capacity: 3.5 FTE (incl. Swapnil) available for Atlas + V2/V3/API backlog once enrollment coding lands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Sunil → MSC wrap-up: qTest, Bruno, coverage matrix, handover docs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Preeti → perf: contribution JMX now; M1+enrollment perf next sprint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Main squad → ACS-5678 Atlas (Oct) OR V2/V3 backlog — need leadership queue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Coding complete end 26.14 — not a full squad exit from MSC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V2 → V3 Migration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Reduce Jenkins footprint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41148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10744200" cy="3611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Retire V2 enrollment from Jenkins; migrate CSR enrollment flows to V3 on GitLab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Direct plans migrated to V3; reduce Jenkins footprint as legacy becomes obsolete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Need leadership alignment on per-plan migration timeline and which V2 regression cases to retire vs maintain during transition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Lead: Wence / Venkatesh (when MSC wrap-up completes)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Outcome: lighter GitLab-based V3 suites; retire duplicate V2 enrollment from Jenkins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Aligns with platform direction — V3 as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Incoming: ACS-5678 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Traffic distribution &amp; load balancer rebalancing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New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38404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38404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AHA summary (Brian Danilczyk)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10744200" cy="3337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ACS-5678 — Atlas Traffic Distribution &amp; Load Balancer Rebalancing (QA Automation) — #2 on Michael's list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Estimate: 2–3 sprints · Target: October 2026 delivery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Status: Intake pending — Brian sent AHA ~2 weeks ago; awaiting leadership queue confirmation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Dependency: Redis session-management initiative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Scope: validate traffic distribution after Redis session externalization; load + perf testing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Main squad can start intake next sprint while 1 resource finishes MSC wrap-up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Confirm priority vs MSC wrap-up, V2 sunset, and other AHA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Leadership Asks &amp; Decisions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Please respond on this call — by 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64008" cy="4892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35608"/>
            <a:ext cx="530352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t>Roadmap &amp; capacity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Confirm post-MSC priority queue: ACS-5678 Atlas (Oct delivery) vs V2 sunset vs V3 expansion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Acknowledge 1-resource MSC wrap-up sprint — coding complete ≠ program closed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Name sustaining owner (ACM) and sign-off contacts for M1, M2, enrollment, pipeline, perf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435608"/>
            <a:ext cx="530352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t>Unite MSC / API automation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Accept M1 (26/26) and M2 (25/25) as 100% in-scope — ready for formal sign-off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Enrollment: 95% core E2E — submit step target end Sprint 26.14; partner flows next sprint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Approve handoff of API automation assets to named sustaining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32760"/>
            <a:ext cx="530352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t>V2 regression (Jenkins)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Which V2 Jenkins suites retire as plans migrate to universal platform?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CSR enrollment sunset timing — align with plan migration 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3032760"/>
            <a:ext cx="530352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t>V3 universal platform (GitLab)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Confirm V3 as source of truth for migrated plans — expansion priority after MSC?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IDP login regression ownership — recent failures need product/env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629912"/>
            <a:ext cx="530352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t>Performance &amp; stress testing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Route performance requests through SDLC intake — team slightly behind due to emergency work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Preeti: M1 + enrollment perf scripts planned next sprint after API E2E stable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We continue owning nightly + perf regression unless leadership redirects to sustaining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4629912"/>
            <a:ext cx="530352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t>Pipeline &amp; environments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Mobile 2 GitLab nightly delivered (QA-1405) — enrollment nightly to follow in wrap-up sprint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DB refresh complete — QC4 integration proof can proceed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t>• Confirm Stage1-as-primary until QC4 fully stable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Full ask list in companion DOCX · Swapnil Patil · QA Automation AM Squad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Detailed briefing document shared · KB: programs/leadership-updates/2026-08-28-rajib-henry-biweekly/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1850</Words>
  <Application>Microsoft Office PowerPoint</Application>
  <PresentationFormat>Widescreen</PresentationFormat>
  <Paragraphs>203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Swapnil Patil</cp:lastModifiedBy>
  <cp:revision>4</cp:revision>
  <dcterms:created xsi:type="dcterms:W3CDTF">2013-01-27T09:14:16Z</dcterms:created>
  <dcterms:modified xsi:type="dcterms:W3CDTF">2026-08-28T13:01:47Z</dcterms:modified>
  <cp:category/>
</cp:coreProperties>
</file>