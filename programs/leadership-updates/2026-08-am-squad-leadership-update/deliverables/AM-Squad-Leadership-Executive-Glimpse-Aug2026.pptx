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9144000" cy="1554480"/>
          </a:xfrm>
          <a:prstGeom prst="rect">
            <a:avLst/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20240"/>
            <a:ext cx="109728" cy="256032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3E0"/>
                </a:solidFill>
              </a:defRPr>
            </a:pPr>
            <a:r>
              <a:t>EXECUTIVE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8046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QA Automation — AM 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B388"/>
                </a:solidFill>
              </a:defRPr>
            </a:pPr>
            <a:r>
              <a:t>Leadership Glimpse · April – August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V2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V3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API/MSC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Perf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Standards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Executive Scorecard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Live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960120"/>
            <a:ext cx="1874519" cy="54864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GitLab merges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116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3 repos · Apr–Aug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20" y="960120"/>
            <a:ext cx="1874519" cy="54864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144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Story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545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Sprints 26.04–26.12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960120"/>
            <a:ext cx="1874519" cy="54864"/>
          </a:xfrm>
          <a:prstGeom prst="rect">
            <a:avLst/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V2 nightly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592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Test methods · Stage1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960120"/>
            <a:ext cx="1874519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V3 nightly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442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Test methods · GitLab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331720"/>
            <a:ext cx="1874519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Perf cases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323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Labels × plans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2331720"/>
            <a:ext cx="1874519" cy="54864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4144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MSC M2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4144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25/25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Endpoints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4340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43400" y="2331720"/>
            <a:ext cx="1874519" cy="54864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MSC M1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~25/29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5312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Core endpoints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508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5080" y="2331720"/>
            <a:ext cx="1874519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6480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Period delivery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1212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480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Est. cases Apr–Aug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365760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Monthly delivery chart = period velocity. Scorecard = cumulative nightly inventory (~12 mo since Q2 2025).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4160520"/>
            <a:ext cx="8503920" cy="20574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4160520"/>
            <a:ext cx="54864" cy="20574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27024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How to read these numbers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4599432"/>
            <a:ext cx="8229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We are NOT claiming 1,212 + 592 + 442 test cases — different metrics (period delivery vs inventory).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~1,212 is estimated new coverage closed in Apr–Aug from 225 Jira stories.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592 V2 + 442 V3 + 323 perf = what runs in nightly regression today, built over ~1 year.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Apr–Aug shows acceleration (MSC API sprint Jun–Jul), not greenfield from zero.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Sources: GitLab MR export · Jira AMSQUAD · Jenkins/GitLab nightly logs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GitLab Delivery 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GitLab</a:t>
            </a:r>
          </a:p>
        </p:txBody>
      </p:sp>
      <p:pic>
        <p:nvPicPr>
          <p:cNvPr id="7" name="Picture 6" descr="01-gitlab-mrs-by-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718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What this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116 merges to main across automation, prime-test-automation, and api-test-automation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Peak Jun–Jul during Unite MSC API sprint (19 + 27 API MRs)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Code delivery metric — separate from test case counts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GitLab MR export · Apr 1 – Aug 4,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Monthly Automation Delivery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Automation</a:t>
            </a:r>
          </a:p>
        </p:txBody>
      </p:sp>
      <p:pic>
        <p:nvPicPr>
          <p:cNvPr id="7" name="Picture 6" descr="08-monthly-automation-test-cases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625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How to interpret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~1212 est. new test cases delivered Apr–Aug (not cumulative)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225 Jira stories closed × channel-specific averages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Includes multi-plan, multi-env, pos/neg permutations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Pre-Apr foundation in nightly inventory — this chart shows when work landed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Jira AMSQUAD Sprints 26.04–26.12 · period delivery estimate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Jira Sprint Delivery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pic>
        <p:nvPicPr>
          <p:cNvPr id="7" name="Picture 6" descr="09-jira-story-points-by-s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410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Sprint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245 work items · 545 story points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20 automation-discovered defects logged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Sustained delivery across 9 sprints in reporting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Jira AMSQUAD export · Sprints 26.04–26.12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V2 Legacy UI — Nightly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V2</a:t>
            </a:r>
          </a:p>
        </p:txBody>
      </p:sp>
      <p:pic>
        <p:nvPicPr>
          <p:cNvPr id="7" name="Picture 6" descr="04-v2-regression-by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0749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V2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592 test methods across 12 modules (Aug 4)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Jenkins Stage1 nightly Mon–Fri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CSR maintenance modules added Apr–Jul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+33 CSR Actions scenarios in next expansion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Jenkins Stage1 nightly · Aug 4 snapshot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V3 Universal Platform — Nightly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V3</a:t>
            </a:r>
          </a:p>
        </p:txBody>
      </p:sp>
      <p:pic>
        <p:nvPicPr>
          <p:cNvPr id="7" name="Picture 6" descr="11-v3-regression-by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2978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V3 inventory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442 test methods · UE 303 · IDP 56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GitLab CI scheduled regression operational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Entity suites expanding on separate track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GitLab nightly log · Aug 4 snapshot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API / Unite MSC —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API</a:t>
            </a:r>
          </a:p>
        </p:txBody>
      </p:sp>
      <p:pic>
        <p:nvPicPr>
          <p:cNvPr id="7" name="Picture 6" descr="05-unite-msc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32849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MSC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M2 25/25 endpoints · M1 ~25/29 core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Delivered in ~50% of original ETA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AI-assisted migration + canonical TestNG framework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P0: GitLab nightly scheduling (QA-1405)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api-test-automation repo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Performance — Test Case Inventory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Perf</a:t>
            </a:r>
          </a:p>
        </p:txBody>
      </p:sp>
      <p:pic>
        <p:nvPicPr>
          <p:cNvPr id="7" name="Picture 6" descr="12-perf-test-case-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21082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34924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34924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Perf counting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323 test cases = labels × plan permutations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IDP: 15 labels × 7 plans · legacy × 5 plans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4 Jenkins scenarios — not the same as test case count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Barcode SYN-443 delivered in ~1 week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Perf inventory model · Jenkins + BlazeMeter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Leadership Asks &amp;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Roadmap visibility — engage AM Squad at SDLC start, not sign-off deadline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Administrative capacity — free lead for architecture &amp; AI tooling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P0: MSC GitLab nightly · M1 master suite · enrollment API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~80% release validation automated (17 FTE → 2 FTE equivalent)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836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Full detail: AM-Squad-Leadership-Detailed-Modern-Aug2026.pptx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836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9144000" cy="4572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QA Automation AM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Delivering across six automation channels · Team since Q2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