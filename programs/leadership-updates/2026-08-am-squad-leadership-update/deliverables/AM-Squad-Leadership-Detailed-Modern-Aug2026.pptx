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9144000" cy="1554480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20240"/>
            <a:ext cx="109728" cy="256032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3E0"/>
                </a:solidFill>
              </a:defRPr>
            </a:pPr>
            <a:r>
              <a:t>FULL PORTFOLIO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8046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QA Automation — AM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388"/>
                </a:solidFill>
              </a:defRPr>
            </a:pPr>
            <a:r>
              <a:t>Detailed Leadership Update · April –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V2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V3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API/MSC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Standards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Scorecard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9601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GitLab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3 repos · Apr–Aug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9601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Story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Sprints 26.04–26.12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960120"/>
            <a:ext cx="1874519" cy="54864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V2 nightly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Test methods · Stage1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960120"/>
            <a:ext cx="1874519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V3 nightly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442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Test methods · GitLab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Perf cases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Labels × plans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317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144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144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25/25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Endpoints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23317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~25/29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5312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Core endpoints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480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Period delivery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1212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Est. cases Apr–Aug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365760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Monthly delivery chart = period velocity. Scorecard = cumulative nightly inventory (~12 mo since Q2 2025).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4160520"/>
            <a:ext cx="8503920" cy="20574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4160520"/>
            <a:ext cx="54864" cy="20574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7024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How to read these numbers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599432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We are NOT claiming 1,212 + 592 + 442 test cases — different metrics (period delivery vs inventory).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~1,212 is estimated new coverage closed in Apr–Aug from 225 Jira stories.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V2 + 442 V3 + 323 perf = what runs in nightly regression today, built over ~1 year.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Apr–Aug shows acceleration (MSC API sprint Jun–Jul), not greenfield from zero.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Sources: GitLab MR export · Jira AMSQUAD · Jenkins/GitLab nightly logs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GitLab Merges by 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GitLab</a:t>
            </a:r>
          </a:p>
        </p:txBody>
      </p:sp>
      <p:pic>
        <p:nvPicPr>
          <p:cNvPr id="7" name="Picture 6" descr="01-gitlab-mrs-by-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18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Delivery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116 total merges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Peak Jun–Jul MSC sprint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V2 + V3 + API repos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GitLab MR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Monthly Automation 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Automation</a:t>
            </a:r>
          </a:p>
        </p:txBody>
      </p:sp>
      <p:pic>
        <p:nvPicPr>
          <p:cNvPr id="7" name="Picture 6" descr="08-monthly-automation-test-cases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625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Period delivery (not inventory)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We are NOT claiming 1,212 + 592 + 442 test cases — different metrics (period delivery vs inventory).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~1,212 is estimated new coverage closed in Apr–Aug from 225 Jira stories.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V2 + 442 V3 + 323 perf = what runs in nightly regression today, built over ~1 year.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Apr–Aug shows acceleration (MSC API sprint Jun–Jul), not greenfield from zero.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Test case counts include multi-plan, multi-env, and pos/neg permutations — industry-standard perf/UI counting.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Jira resolved stories · see 10-data-confidence-and-leadership-faq.md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Jira Story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pic>
        <p:nvPicPr>
          <p:cNvPr id="7" name="Picture 6" descr="09-jira-story-points-by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410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Sprint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545 SP · 245 items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20 bugs found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Jira AMSQUAD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Automation Bugs Discovered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Quality</a:t>
            </a:r>
          </a:p>
        </p:txBody>
      </p:sp>
      <p:pic>
        <p:nvPicPr>
          <p:cNvPr id="7" name="Picture 6" descr="10-jira-automation-bugs-by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875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Quality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Defects found via nightly regression triage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Fed into automation bug 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Jira AMSQUAD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V2 Legacy UI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Jenkins Stage1 nightly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V2 Module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V2</a:t>
            </a:r>
          </a:p>
        </p:txBody>
      </p:sp>
      <p:pic>
        <p:nvPicPr>
          <p:cNvPr id="7" name="Picture 6" descr="04-v2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0749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V2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methods · 12 modules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CSR modules Apr–Jul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+33 CSR Actions 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Jenkins nightly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V3 Universal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GitLab CI nightly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V3 Module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V3</a:t>
            </a:r>
          </a:p>
        </p:txBody>
      </p:sp>
      <p:pic>
        <p:nvPicPr>
          <p:cNvPr id="7" name="Picture 6" descr="11-v3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978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V3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442 methods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UE 303 · IDP 56 · Entity expanding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GitLab nightly Aug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API / Unite MSC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Rescued · accelerated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MSC Endpoint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MSC</a:t>
            </a:r>
          </a:p>
        </p:txBody>
      </p:sp>
      <p:pic>
        <p:nvPicPr>
          <p:cNvPr id="7" name="Picture 6" descr="05-unite-msc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32849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Endpoint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M2 25/25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M1 ~25/29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~50% ETA 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api-test-automation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API Module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pic>
        <p:nvPicPr>
          <p:cNvPr id="7" name="Picture 6" descr="13-api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128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M1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Auth, profile, biometric, device, bank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Master suite in progress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api-test-automation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Performance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Labels × plans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 Test Case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pic>
        <p:nvPicPr>
          <p:cNvPr id="7" name="Picture 6" descr="12-perf-test-case-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108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323 test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IDP × 7 plans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Legacy × 5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MSC × 2 brandings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 Jenkins scenarios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Perf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Investment Allocation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Portfolio</a:t>
            </a:r>
          </a:p>
        </p:txBody>
      </p:sp>
      <p:pic>
        <p:nvPicPr>
          <p:cNvPr id="7" name="Picture 6" descr="06-work-allocation-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30543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Where effort went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MSC API 35%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V2 UI 20%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V3 UP 15%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Perf 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Squad estimate Apr–Jul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Release Automation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pic>
        <p:nvPicPr>
          <p:cNvPr id="7" name="Picture 6" descr="07-release-automation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54154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Business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~80% automated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17 FTE → 2 FTE equivalent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Team focuses on triage + net-new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Release validation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AI Acceleration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MSC migration agents — Postman, docs, TestNG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Automation bug lifecycle skill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Reproducible leadership metrics pipeline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Coverage intelligence for monthly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AI tooling portfolio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Roadmap Q3–Q4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P0: MSC GitLab nightly · M1 master suite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P1: MSC enrollment API · CSR Actions expansion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P2: Entity V3 nightly · automated dashboard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Engage at SDLC 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Leadership Asks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Roadmap visibility at SDLC start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Admin capacity for architecture lead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30-min live walkthrough recommended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