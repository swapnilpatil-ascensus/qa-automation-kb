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QA Automation — AM Squad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5A2C6"/>
                </a:solidFill>
              </a:defRPr>
            </a:pPr>
            <a:r>
              <a:t>Leadership Update · April –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Executive headline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116 merged changes to main across 3 automation repositories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545 Jira story points · 245 work items · 20 bugs found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~80% of monthly release validations automated (17 FTE → 2 FTE)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Unite MSC rescued — Mobile 2 at 25/25 endpoints, ~50% ETA savings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Six parallel tracks: V2 · V3 · API/MSC · Perf · Pipeline ·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V2 Legacy UI: 592 nightly test methods (Stage1)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V3 Universal Platform: 442 nightly test methods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API / Unite MSC: M2 25/25 · M1 ~25/29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Performance: 323 test cases in inventory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Pipeline: enrollment + metadata in hub; MSC GHA vertical slice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GitLab merges by repository</a:t>
            </a:r>
          </a:p>
        </p:txBody>
      </p:sp>
      <p:pic>
        <p:nvPicPr>
          <p:cNvPr id="3" name="Picture 2" descr="01-gitlab-mrs-by-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47250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Monthly automation test cases added</a:t>
            </a:r>
          </a:p>
        </p:txBody>
      </p:sp>
      <p:pic>
        <p:nvPicPr>
          <p:cNvPr id="3" name="Picture 2" descr="08-monthly-automation-test-cases-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5027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Beyond the metrics — additional value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Framework architecture &amp; canonical repo design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AI-accelerated docs, Postman, TestNG boilerplate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qTest master suite &amp; automation bug lifecycle standard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Pipeline/DevOps co-design &amp; module switches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Cross-team emergency support &amp; release triage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Technical debt cleanup &amp; department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These investments are not fully captured in merge or test-count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Jira sprint delivery — story points</a:t>
            </a:r>
          </a:p>
        </p:txBody>
      </p:sp>
      <p:pic>
        <p:nvPicPr>
          <p:cNvPr id="3" name="Picture 2" descr="09-jira-story-points-by-s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4190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Automation defects discovered</a:t>
            </a:r>
          </a:p>
        </p:txBody>
      </p:sp>
      <p:pic>
        <p:nvPicPr>
          <p:cNvPr id="3" name="Picture 2" descr="10-jira-automation-bugs-by-s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39764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241"/>
                </a:solidFill>
              </a:defRPr>
            </a:pPr>
            <a:r>
              <a:t>V2 Legacy UI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V2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Jenkins Stage1 nightly: Mon–Fri regression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592 test methods across 12 modules (Aug 4 snapshot)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CSR modules added: fee entry, contributions, authorize agent, security questions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+33 CSR Actions scenarios ready for next nightly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V2 — Module pass/fail snapshot</a:t>
            </a:r>
          </a:p>
        </p:txBody>
      </p:sp>
      <p:pic>
        <p:nvPicPr>
          <p:cNvPr id="3" name="Picture 2" descr="04-v2-regression-by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36069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V2 —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Core member journeys covered nightly before release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CSR maintenance gaps closed — high-risk flows now automated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Enrollments/login triage active — separates env vs product defects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241"/>
                </a:solidFill>
              </a:defRPr>
            </a:pPr>
            <a:r>
              <a:t>V3 Universal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V3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442 test methods in GitLab nightly (Aug 4 snapshot)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Modules: Universal Enrollment (303), IDP Login (56), Contributions (36), Withdrawals (20)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Entity platform suites expanding on separate track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GitLab CI scheduled regression operational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V3 — Module pass/fail snapshot</a:t>
            </a:r>
          </a:p>
        </p:txBody>
      </p:sp>
      <p:pic>
        <p:nvPicPr>
          <p:cNvPr id="3" name="Picture 2" descr="11-v3-regression-by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39943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V3 — Delivery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Entity registration/login suites expanded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IDP open-account (MIB) and member withdrawal regression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Flaky-test stabilization and web registration flows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Stage 5 smoke suites for UE + IDP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V3 —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Entity platform nightly expansion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Additional universal API modules in GitLab schedule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241"/>
                </a:solidFill>
              </a:defRPr>
            </a:pPr>
            <a:r>
              <a:t>API / Unite MSC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MSC — 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Legacy Cucumber tied to monolith, no Postman baseline, past ETA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Canonical TestNG framework in api-test-automation/mobile/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AI agents for docs, Postman, data utils, migration stubs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Delivered in ~50% of original ETA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MSC — Endpoint coverage</a:t>
            </a:r>
          </a:p>
        </p:txBody>
      </p:sp>
      <p:pic>
        <p:nvPicPr>
          <p:cNvPr id="3" name="Picture 2" descr="05-unite-msc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57103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API — Module coverage snapshot</a:t>
            </a:r>
          </a:p>
        </p:txBody>
      </p:sp>
      <p:pic>
        <p:nvPicPr>
          <p:cNvPr id="3" name="Picture 2" descr="13-api-regression-by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47158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MSC —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M2: 25/25 endpoints (100%) — sign-off ready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M1: ~25/29 core (~86%) — master suite in progress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Branding: OKD (non-IDP) · NYD/NMD (IDP)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P0: GitLab nightly scheduling (QA-1405)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241"/>
                </a:solidFill>
              </a:defRPr>
            </a:pPr>
            <a:r>
              <a:t>Performance Testing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Performance — Regression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323 performance test cases in inventory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IDP login: 15 transaction labels × 7 plans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Auth delay, forgot username/password, legacy login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MSC non-IDP + IDP login endurance profiles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Performance — Test case inventory</a:t>
            </a:r>
          </a:p>
        </p:txBody>
      </p:sp>
      <p:pic>
        <p:nvPicPr>
          <p:cNvPr id="3" name="Picture 2" descr="12-perf-test-case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38431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Performance — Emergency delivery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Barcode SYN-443: full perf cycle in ~1 week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JEA/Jahia proxy patch validation scripts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Department perf DoD and BlazeMeter reporting standard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Performance —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Repeatable baselines — no manual re-run each release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Evidence for platform team pre/post patch comparison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Investment allocation</a:t>
            </a:r>
          </a:p>
        </p:txBody>
      </p:sp>
      <p:pic>
        <p:nvPicPr>
          <p:cNvPr id="3" name="Picture 2" descr="06-work-allocation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530945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241"/>
                </a:solidFill>
              </a:defRPr>
            </a:pPr>
            <a:r>
              <a:t>Release automation impact</a:t>
            </a:r>
          </a:p>
        </p:txBody>
      </p:sp>
      <p:pic>
        <p:nvPicPr>
          <p:cNvPr id="3" name="Picture 2" descr="07-release-automation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503920" cy="94138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AI acceleration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MSC migration agents — Postman, docs, TestNG boilerplate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Automation bug lifecycle — Cursor skill + standardized reporting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Chart &amp; metrics generators — reproducible leadership packs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Coverage intelligence foundation for monthly dashboard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Roadmap Q3–Q4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P0: MSC GitLab nightly · M1 master suite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P1: MSC enrollment API · CSR Actions nightly expansion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P2: Entity V3 nightly · automated monthly dashboard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Engage squad at SDLC start → proven ETA track record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Leadership 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Roadmap visibility — AM Squad at SDLC start, not sign-off deadline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Administrative capacity — free lead for architecture &amp; AI tooling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Recommended: 30-minute live walkthrough (framework + pipeline + qTest)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241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0" cy="54864"/>
          </a:xfrm>
          <a:prstGeom prst="rect">
            <a:avLst/>
          </a:prstGeom>
          <a:solidFill>
            <a:srgbClr val="009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Jira — QA Automation project: https://ascensuscollegesavings.atlassian.net/jira/software/projects/QA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GitLab — api-test-automation: https://gitlab.com/ascensus-gs/products/depot/qa-automation/api-test-automation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GitLab — unite-test-automation (V2): https://gitlab.com/ascensus-gs/products/depot/qa-automation/automation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GitLab — prime-test-automation (V3): https://gitlab.com/ascensus-gs/products/depot/qa-automation/prime-test-automation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qTest — Automation Unite: https://ascensus.qtestnet.com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Jenkins — QA performance &amp; nightly regression: jenkinsqant1 (internal QA Jenkins)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QA Automation AM Squad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5A2C6"/>
                </a:solidFill>
              </a:defRPr>
            </a:pPr>
            <a:r>
              <a:t>Delivering across six automation channels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