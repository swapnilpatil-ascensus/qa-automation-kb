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8016" cy="29260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QA Automation — AM Squad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388"/>
                </a:solidFill>
              </a:defRPr>
            </a:pPr>
            <a:r>
              <a:t>Biweekly Status · August 14,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Rajib · Henry · Persistent Delivery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21597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rPr lang="en-US" dirty="0"/>
              <a:t>AM Squad Sprint: </a:t>
            </a:r>
            <a:r>
              <a:rPr dirty="0"/>
              <a:t>26.11 – 26.13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" y="1417320"/>
            <a:ext cx="2041855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0312" y="1417320"/>
            <a:ext cx="2041855" cy="6400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581912"/>
            <a:ext cx="18416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GitLab merges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874520"/>
            <a:ext cx="184167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350008"/>
            <a:ext cx="184167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Jul 8 – Aug 10 · 3 automation repos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912" y="1417320"/>
            <a:ext cx="2041855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24912" y="1417320"/>
            <a:ext cx="2041855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62072" y="1581912"/>
            <a:ext cx="18416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26.13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1874520"/>
            <a:ext cx="184167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152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2350008"/>
            <a:ext cx="184167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Board items in Sprint 26.13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3792" y="1417320"/>
            <a:ext cx="2041855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93792" y="1417320"/>
            <a:ext cx="2041855" cy="64008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30952" y="1581912"/>
            <a:ext cx="18416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MSC in-scope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1874520"/>
            <a:ext cx="184167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51/51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2350008"/>
            <a:ext cx="184167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M1 26 + M2 25 · 100% automated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417320"/>
            <a:ext cx="2041855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62672" y="1417320"/>
            <a:ext cx="2041855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99832" y="1581912"/>
            <a:ext cx="18416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Regression bugs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2" y="1874520"/>
            <a:ext cx="184167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lang="en-US"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2" y="2350008"/>
            <a:ext cx="184167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Regression bugs since Sprint 26.11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1417320"/>
            <a:ext cx="1932127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966960" y="1417320"/>
            <a:ext cx="1932127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04120" y="1554480"/>
            <a:ext cx="17427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ETA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1" y="1709928"/>
            <a:ext cx="17404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~70% of </a:t>
            </a:r>
            <a:endParaRPr lang="en-US" sz="2000" dirty="0"/>
          </a:p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original 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2359152"/>
            <a:ext cx="174270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dirty="0"/>
              <a:t>3-sprint delivery window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926080"/>
            <a:ext cx="11064240" cy="32918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2926080"/>
            <a:ext cx="64008" cy="32918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303580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leadership should know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364992"/>
            <a:ext cx="10744200" cy="2788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Scope: Sprints 26.11, 26.12, and 26.13 (current) — not Apr–Aug historical totals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Mobile 1 and Mobile 2 are 100% of in-scope business endpoints; enrollment is the active build track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Team delivers across MSC API, V2/V3 UI, performance, pipeline, and standards in parallel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Sources: Jira AMSQUAD board · GitLab (3 repos) · Jenkins/GitLab nightly 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Sprint Delivery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Sprints 26.11 · 26.12 · 26.13 (current)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pic>
        <p:nvPicPr>
          <p:cNvPr id="8" name="Picture 7" descr="02-sprint-focus-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4573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292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2920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26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Sprint 26.11: Mobile 1/2 API completion, nightly regression ops, perf MSC login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Sprint 26.12: MSC sign-off package, enrollment kickoff, emergency perf (barcode + Jahia)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Sprint 26.13: Enrollment API slices (QA-1595–1603), GitLab nightly, M1/M2 sign-off prep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V2/V3 nightly regression and triage continue in parallel every sprint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Relative effort index — not FTE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Unite MSC — Program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Mobile 2 100% · Mobile 1 100% · Enrollment ~30%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MSC</a:t>
            </a:r>
          </a:p>
        </p:txBody>
      </p:sp>
      <p:pic>
        <p:nvPicPr>
          <p:cNvPr id="8" name="Picture 7" descr="01-msc-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342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Mobile 2: 25/25 endpoints — ready for leadership sign-off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Mobile 1: 26/26 in-scope operations — 100% coded and suite-routed*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Enrollment: ~30% — first API vertical slices in Sprint 26.13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Target: program complete End of Sprint 26.13 — MSC program sign-off + 1-resource maintenance mode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*Regression, integration, or smoke per endpoint; docs/health routes excluded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100% = all in-scope business endpoints automated. Destructive/functional endpoints run in smoke or integration suites — not duplicated in master regression.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Unite MSC — Endpoint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M2 25/25 · M1 26/26 in-scope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MSC</a:t>
            </a:r>
          </a:p>
        </p:txBody>
      </p:sp>
      <p:pic>
        <p:nvPicPr>
          <p:cNvPr id="8" name="Picture 7" descr="04-msc-endpoint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28882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All in-scope business endpoints automated — 100% for Mobile 1 and Mobile 2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Destructive endpoints run in smoke/integration — not duplicated in master regression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Stage1: IDP + non-IDP paths validated; QC4 hybrid proof pending env stability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GitLab nightly + ENVP pipeline integration (QA-1405, QA-1544–1549)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Need leadership to name sign-off owners for M1, M2, pipeline, and perf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Repo: programs/unite-msc/api-test-automation/mappings/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Pipeline &amp;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Hybrid QC4 + Stage1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47548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Current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4983480" cy="4251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IDP + non-IDP paths validated for Mobile 1 and Mobile 2 on Stage1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Unstable — hybrid model; pipeline design complete, QC4 proof pending stability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Mobile 2 GitLab nightly job in flight (QA-1405, QA-1544–1549)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QC4 has no non-IDP plants in lower env today — need product owner to confirm test plans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Pipeline is not 'done' until QC4 proof passes — design is 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94960" cy="47548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64008" cy="4754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we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10512"/>
            <a:ext cx="5074920" cy="4251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DevOps: GitLab nightly job for MSC regression (in progress)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Leadership: identify non-IDP plan contacts for lower-environment testing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Sign-off: names for M1/M2 acceptance before we schedule review sessions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Aligned with Jul 2025 hybrid decision — Stage1 primary until QC4 stabilizes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V2 &amp; V3 UI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Sprints 26.11–26.13 — maintenance and stabilization, not greenfield expansion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21031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V3 (GitLab) — maintenance + stabilization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5074920" cy="1600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Web registration stabilization, entity flows, flaky-test fixes (QA-1462, QA-1366)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V3 is the long-term source of truth on GitLab as direct plans migrate off V2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94960" cy="21031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64008" cy="210312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V2 (Jenkins) — sunset discussion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10512"/>
            <a:ext cx="5074920" cy="1600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CSR maintenance modules; legacy enrollment cases under sunset review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Plans migrating legacy → universal platform — need decision on which Jenkins suites to retire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Which plan types stay on V2 Jenkins vs move to V3 GitLab? When do we retire duplicate enrollment coverage?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11064240" cy="22860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64008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81304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Regression bugs — Sprints 26.11–26.13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42232"/>
            <a:ext cx="10744200" cy="1783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t>• QA-1694: V3 IDP Login regression failure (26.13)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t>• QA-1691: V3 Universal Enrollment IDP Login failure (26.13)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t>• QA-1693: Perf IDP login resources JMX fix (26.13)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t>• QA-1520: V3 Member Personal Information validation (26.12)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t>• QA-1519: V3 Member Personal Information validation (26.12)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Small test-case adds for regression stability — not reporting Apr–Aug inventory totals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Deliverables in Sprints 26.11–26.13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Perf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383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00784"/>
            <a:ext cx="297382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Barcode SYN-443 </a:t>
            </a:r>
            <a:endParaRPr lang="en-US" sz="2000" dirty="0"/>
          </a:p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(Synergy return-mail API…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68296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dirty="0"/>
              <a:t>QA-1550, QA-1463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40" y="1417320"/>
            <a:ext cx="3383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158191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26.12–26.13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700784"/>
            <a:ext cx="303852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Jahia / IDP server patch — </a:t>
            </a:r>
            <a:endParaRPr lang="en-US" sz="2000" dirty="0"/>
          </a:p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post-login </a:t>
            </a:r>
            <a:r>
              <a:rPr sz="2000" dirty="0" err="1"/>
              <a:t>ba</a:t>
            </a:r>
            <a:r>
              <a:rPr sz="2000" dirty="0"/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50008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dirty="0"/>
              <a:t>QA-1593, QA-1647, QA-1690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63840" y="1417320"/>
            <a:ext cx="3383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158191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1144" y="1691640"/>
            <a:ext cx="285751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IDP login regression JMX </a:t>
            </a:r>
            <a:endParaRPr lang="en-US" sz="2000" dirty="0"/>
          </a:p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resource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33172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dirty="0"/>
              <a:t>QA-1693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880360"/>
            <a:ext cx="11064240" cy="18288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2880360"/>
            <a:ext cx="64008" cy="182880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299008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Delivered (last 3 sprints)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319272"/>
            <a:ext cx="10744200" cy="1325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Barcode SYN-443 (Synergy return-mail API): Delivered — baselines at 30/45/60 SPM; sign-off comms in flight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Jahia / IDP server patch — post-login banner perf: Delivered — pre/post patch BlazeMeter comparison on Stage1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IDP login regression JMX resource fix: Delivered — IDP_login_resources.jmx corrected for nightly suite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11064240" cy="10972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892040"/>
            <a:ext cx="64008" cy="109728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500176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Ongoing baseline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330952"/>
            <a:ext cx="10744200" cy="5943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IDP login, legacy login, MSC login baselines in weekday regression; MSC endurance suite (QA-1229)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Emergency work delivered — governance ask on next slide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Governance — Leadership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Stop last-minute emergency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23774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happened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5074920" cy="1874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Two emergency perf requests in two sprints — barcode (Synergy) and Jahia/IDP server patch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Teams approached us days before deploy — we dropped sprint work and delivered in ~1 week each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Scripts ran and results accepted — but KB, check-in, test data, and standards steps were skipped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94960" cy="23774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64008" cy="23774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we need from leadership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10512"/>
            <a:ext cx="5074920" cy="1874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Add QA Automation at SDLC design — not at deploy approval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Mandatory perf gate for IDP login, enrollment, contributions, withdrawals before release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Route requests through standard intake — time to document, check in, and expand coverage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We will always help in emergencies — but repeated ad-hoc work blocks the roadmap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Delivered under pressure — asking for a sustainable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Capacity Opening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MSC wraps Sprint 26.13 — team needs next priorities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Capacity</a:t>
            </a:r>
          </a:p>
        </p:txBody>
      </p:sp>
      <p:pic>
        <p:nvPicPr>
          <p:cNvPr id="8" name="Picture 7" descr="03-capacity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1872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389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1–2 resources free after MSC sign-off (target: end of Sprint 26.13)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Dinesh → enrollment completion · Sunil → MSC manual test case package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Wence/Venkatesh → V2 sunset / CSR enrollment migration to V3 on GitLab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t>• We need a 2-quarter roadmap to plan epics and Jira stories 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Without roadmap we cannot commit ETAs for 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V2 → V3 Migration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Reduce Jenkins footprint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64240" cy="41148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10744200" cy="3611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Retire V2 enrollment from Jenkins; migrate CSR enrollment flows to V3 on GitLab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Direct plans migrated to V3; reduce Jenkins footprint as legacy becomes obsolete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Need leadership alignment on per-plan migration timeline and which V2 regression cases to retire vs maintain during transition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Lead: Wence / Venkatesh (when MSC capacity frees)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Outcome: lighter GitLab-based V3 suites; retire duplicate V2 enrollment from Jenkins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Aligns with platform direction — V3 as 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Incoming: ACS-5678 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Traffic distribution &amp; load balancer rebalancing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New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64240" cy="38404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38404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AHA summary (Brian Danilczyk)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10744200" cy="33375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ACS-5678 — Atlas Traffic Distribution &amp; Load Balancer Rebalancing (QA Automation) — #2 on Michael's list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Estimate: 2–3 sprints · Target: Q4 2026 — pre peak-season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Dependency: Redis session-management initiative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Scope: validate even traffic distribution after Redis session externalization; load + perf testing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t>• Success: eliminate hotspot nodes; dynamic routing vs IP-hash sticky sessions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Confirm priority vs MSC wrap-up, V2 sunset, and other AHA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Leadership Asks &amp; Decisions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Please respond on this call — by 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6424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64008" cy="4892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749808" y="1435608"/>
            <a:ext cx="5303520" cy="1097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200" dirty="0"/>
              <a:t>Roadmap &amp; capacity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 dirty="0"/>
              <a:t>• Publish a 2-quarter automation roadmap — we will provide ETAs once priorities are confirmed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 dirty="0"/>
              <a:t>• Confirm post-MSC priorities: ACS-5678 Atlas vs V2 sunset vs V3 expansion vs other AHA items from Brian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 dirty="0"/>
              <a:t>• Team consistently delivers within ~70% of stated ETA — need confirmed priorities to plan Q4 epics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435608"/>
            <a:ext cx="530352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200"/>
              <a:t>Unite MSC / API automation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Name sign-off owners for Mobile 1, Mobile 2, pipeline, and perf baselines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Accept M1 (26/26) and M2 (25/25) as 100% of in-scope business endpoints — suite-tier routing is intentional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Identify non-IDP plan contacts for lower environments (QC4 has no non-IDP plants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32760"/>
            <a:ext cx="530352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200"/>
              <a:t>V2 regression (Jenkins)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As plans migrate legacy → universal platform, which V2 Jenkins suites should we retire?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CSR enrollment sunset timing — align retirement with plan migration schedule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Should obsolete legacy-only test cases be removed now or maintained until full migration?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3032760"/>
            <a:ext cx="530352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200"/>
              <a:t>V3 universal platform (GitLab)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Confirm V3 as source of truth for migrated plans — what expansion areas are priority after MSC?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IDP login regression ownership — recent failures QA-1694, QA-1691 need product/env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629912"/>
            <a:ext cx="530352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200"/>
              <a:t>Performance &amp; stress testing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Route performance requests through SDLC intake — not last-minute before deploy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Mandate performance validation for IDP login, enrollment, contributions, withdrawals before release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Name sign-off owners for IDP/MSC perf baselines and emergency exception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4629912"/>
            <a:ext cx="530352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200"/>
              <a:t>Pipeline &amp; environments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Approve GitLab nightly MSC regression job (QA-1405, QA-1544–1549)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QC4 hybrid model — need env stability and non-IDP test-plan owners before proof sign-off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000"/>
              <a:t>• Confirm Stage1-as-primary until QC4 stabilizes (Jul 2025 hybrid decision)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Full ask list in companion DOCX · Swapnil Patil · QA Automation AM Squad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Detailed briefing document shared · KB: programs/leadership-updates/2026-08-14-rajib-henry-biweekly/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1700</Words>
  <Application>Microsoft Office PowerPoint</Application>
  <PresentationFormat>Widescreen</PresentationFormat>
  <Paragraphs>192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Swapnil Patil</cp:lastModifiedBy>
  <cp:revision>7</cp:revision>
  <dcterms:created xsi:type="dcterms:W3CDTF">2013-01-27T09:14:16Z</dcterms:created>
  <dcterms:modified xsi:type="dcterms:W3CDTF">2026-08-13T22:08:20Z</dcterms:modified>
  <cp:category/>
</cp:coreProperties>
</file>