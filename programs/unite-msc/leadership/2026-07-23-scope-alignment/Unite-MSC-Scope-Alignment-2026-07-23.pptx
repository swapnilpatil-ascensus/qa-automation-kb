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01168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Unite MSC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7A8C"/>
                </a:solidFill>
              </a:defRPr>
            </a:pPr>
            <a:r>
              <a:t>Scope Alignment  ·  July 23, 2026</a:t>
            </a:r>
            <a:br/>
            <a:r>
              <a:t>Rajib · Henry · QA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We Are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Follow-up from Jul 17 bi-weekly — Henry raised SQL validation scope concern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Rajib asked: how deep should we go with Unite MSC automation?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Today: align on what is DELIVERED vs what is OPTIONAL enhancement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Confirm hybrid environment strategy (QC4 unstable → Stage 1 primary)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Identify SMEs for sign-off and performance criteria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Program Status — Jul 23</a:t>
            </a:r>
          </a:p>
        </p:txBody>
      </p:sp>
      <p:pic>
        <p:nvPicPr>
          <p:cNvPr id="3" name="Picture 2" descr="chart_m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05840"/>
            <a:ext cx="4389120" cy="24215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9144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Mobile 2: 24/25 endpoints (96.0%) — COMPLETE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Mobile 1: 6/27 endpoints (22.2%) — IN PROGRESS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Canonical TestNG framework on main — shared across QA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Performance: regulations + DoD live; nightly Jenkins on Stage 1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GHA pipeline: Dashboard slice validated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Mobile 1 Progress</a:t>
            </a:r>
          </a:p>
        </p:txBody>
      </p:sp>
      <p:pic>
        <p:nvPicPr>
          <p:cNvPr id="3" name="Picture 2" descr="chart_m1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680960" cy="81362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Tests exist on main — suite wiring is weekly hygiene, not a delivery blocker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API Validation Layers</a:t>
            </a:r>
          </a:p>
        </p:txBody>
      </p:sp>
      <p:pic>
        <p:nvPicPr>
          <p:cNvPr id="3" name="Picture 2" descr="chart_validation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680960" cy="48289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Sign-off bar = L1–L4. L5 SQL is a separate program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78597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dirty="0"/>
              <a:t>Concern — SQL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Current delivery: HTTP + schema + business assertions (L1–L4)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L5 SQL API–DB compare = JDBC queries mapped to API JSON fields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Unite MSC BFF layer makes 1:1 SQL mapping very difficult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Developers also struggle with indirect SQL-to-endpoint mapping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Recommendation: L5 as optional pilot — NOT a Mobile 2 blocker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Scope Options for Rajib</a:t>
            </a:r>
          </a:p>
        </p:txBody>
      </p:sp>
      <p:pic>
        <p:nvPicPr>
          <p:cNvPr id="3" name="Picture 2" descr="chart_scope_o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680960" cy="43883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Option A = recommended. Options B/C need SME commitment + multi-sprint plan.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Hybrid Environment Strategy</a:t>
            </a:r>
          </a:p>
        </p:txBody>
      </p:sp>
      <p:pic>
        <p:nvPicPr>
          <p:cNvPr id="3" name="Picture 2" descr="chart_hybrid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7680960" cy="3558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B0BEC5"/>
                </a:solidFill>
              </a:defRPr>
            </a:pPr>
            <a:r>
              <a:t>Stage 1 primary for functional + performance while QC4 has team dependencies.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Mobile 2 — What We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24/25 business endpoints — framework + dashboard + custom reporting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OKD + NMD branding; module + master regression suites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Excluded: mobilemembers harness endpoint (smoke only)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Stage 1 verified Jul 22 — tests pass when auth path healthy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Sign-off: merge pending items + refreshed evidence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Mobile 1 — Delivered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POST mobilemembersession — auth foundation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GET mobileowner, mobileOwnerMenu, mobileprofilemenu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GET mobilebeneficiaryByExt/{ext}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GET mobilebankinfobyroutingnum/{routingNum}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21 endpoints remaining — active sprint migration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Performance — Stage 1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Priti: Stage 1 only — stable, production-like load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Regulations + DoD from scratch; nightly Jenkins live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25-user baseline; BlazeMeter reports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SME input needed for production-like success criteria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Henry to help identify performance criteria owner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0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Decisions Needed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1. Confirm L1–L4 as Mobile 2 sign-off bar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2. L5 SQL — defer, pilot (dashboard), or full program?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3. Approve hybrid Stage 1 strategy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4. Identify sign-off + performance SMEs</a:t>
            </a:r>
          </a:p>
          <a:p>
            <a:pPr>
              <a:spcAft>
                <a:spcPts val="1000"/>
              </a:spcAft>
              <a:defRPr sz="1600">
                <a:solidFill>
                  <a:srgbClr val="B0BEC5"/>
                </a:solidFill>
              </a:defRPr>
            </a:pPr>
            <a:r>
              <a:t>5. Confirm MSC automation strategic direction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445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Swapnil Patil</cp:lastModifiedBy>
  <cp:revision>2</cp:revision>
  <dcterms:created xsi:type="dcterms:W3CDTF">2013-01-27T09:14:16Z</dcterms:created>
  <dcterms:modified xsi:type="dcterms:W3CDTF">2026-07-23T14:39:22Z</dcterms:modified>
  <cp:category/>
</cp:coreProperties>
</file>