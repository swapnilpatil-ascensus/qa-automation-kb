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34640"/>
            <a:ext cx="12191695" cy="7315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Unite MSC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0">
                <a:solidFill>
                  <a:srgbClr val="00C2CB"/>
                </a:solidFill>
                <a:latin typeface="Segoe UI"/>
              </a:defRPr>
            </a:pPr>
            <a:r>
              <a:t>Scope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461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July 23,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49039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QA Automation  ·  AMSQUAD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2920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24688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19379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Mobile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68112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24/25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502920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5029200"/>
            <a:ext cx="24688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519379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Mobile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5468112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6/27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502920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80760" y="5029200"/>
            <a:ext cx="2468880" cy="54864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519379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Sign-off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468112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L1–L4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502920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69680" y="5029200"/>
            <a:ext cx="2468880" cy="54864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06840" y="519379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Environment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5468112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Why We Are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0C2CB"/>
                </a:solidFill>
                <a:latin typeface="Segoe UI"/>
              </a:defRPr>
            </a:pPr>
            <a:r>
              <a:t>Meeting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85855" cy="3062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rPr dirty="0"/>
              <a:t>●  Follow-up from Jul 17 bi-weekly — SQL validation scope raised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rPr dirty="0"/>
              <a:t>●  Leadership asked: how deep should Unite MSC automation go?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rPr dirty="0"/>
              <a:t>●  Align on what is DELIVERED vs OPTIONAL enhancement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rPr dirty="0"/>
              <a:t>●  Confirm hybrid environment strategy (QC4 unstable → Stage 1 primary)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rPr dirty="0"/>
              <a:t>●  Identify SMEs for sign-off and performance criteria</a:t>
            </a:r>
            <a:endParaRPr lang="en-US" dirty="0"/>
          </a:p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rPr lang="en-US" dirty="0"/>
              <a:t>●  Identify SMEs for Performance testing final Prod Like criterion review, approval &amp; selection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endParaRPr lang="en-US" dirty="0"/>
          </a:p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Unite MSC Automation  ·  Scope Alignment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Program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0C2CB"/>
                </a:solidFill>
                <a:latin typeface="Segoe UI"/>
              </a:defRPr>
            </a:pPr>
            <a:r>
              <a:t>Updated July 23,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260604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Mobile 2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03057"/>
                </a:solidFill>
                <a:latin typeface="Segoe UI"/>
              </a:defRPr>
            </a:pPr>
            <a: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2606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96.0%  ·  COMPLETE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2344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234440"/>
            <a:ext cx="260604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143560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Mobile 1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73736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03057"/>
                </a:solidFill>
                <a:latin typeface="Segoe UI"/>
              </a:defRPr>
            </a:pPr>
            <a:r>
              <a:t>6/27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103120"/>
            <a:ext cx="2606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22.2%  ·  IN PROGRESS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2344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234440"/>
            <a:ext cx="2606040" cy="64008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43560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73736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03057"/>
                </a:solidFill>
                <a:latin typeface="Segoe UI"/>
              </a:defRPr>
            </a:pPr>
            <a:r>
              <a:t>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03120"/>
            <a:ext cx="2606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Stage 1  ·  Nightly Jenkins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2344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1234440"/>
            <a:ext cx="2606040" cy="64008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0" y="143560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73736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03057"/>
                </a:solidFill>
                <a:latin typeface="Segoe UI"/>
              </a:defRPr>
            </a:pPr>
            <a:r>
              <a:t>GHA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103120"/>
            <a:ext cx="2606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Dashboard  ·  Slice validated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697480"/>
            <a:ext cx="11515039" cy="3849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7" name="Picture 26" descr="chart_m2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2862072"/>
            <a:ext cx="5270373" cy="29077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7511" y="5932110"/>
            <a:ext cx="11185855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rPr dirty="0"/>
              <a:t>24 business endpoints implemented — 1 harness endpoint excluded by design</a:t>
            </a:r>
            <a:r>
              <a:rPr lang="en-US" dirty="0"/>
              <a:t> | This endpoint u</a:t>
            </a:r>
            <a:r>
              <a:rPr lang="en-US" sz="1000" dirty="0"/>
              <a:t>sed to look up a member for test harness / acceptance flows — not a customer-facing business endpoint; Has a smoke test (MobileMembersRequestTest) but is intentionally </a:t>
            </a:r>
            <a:r>
              <a:rPr lang="en-US" sz="1000" b="1" dirty="0"/>
              <a:t>not counted</a:t>
            </a:r>
            <a:r>
              <a:rPr lang="en-US" sz="1000" dirty="0"/>
              <a:t> in the 24/25 business numerator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502920" y="659282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rPr dirty="0"/>
              <a:t>Unite MSC Automation  ·  Scope Alignment  ·  Internal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Mobile 1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●  6 of 27 endpoints implemented (22.2%)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●  Auth foundation complete on main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●  Owner, profile, beneficiary, bank info delivered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●  Tests exist — suite wiring is weekly hygiene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●  21 endpoints remaining in active migration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34440"/>
            <a:ext cx="5632704" cy="5038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rt_m1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399032"/>
            <a:ext cx="414353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3952" y="5861304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Implemented = canonical test on 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Unite MSC Automation  ·  Scope Alignment  ·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Validation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290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0C2CB"/>
                </a:solidFill>
                <a:latin typeface="Segoe UI"/>
              </a:defRPr>
            </a:pPr>
            <a:r>
              <a:t>What we deliver vs. optional enhancement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API Validation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0C2CB"/>
                </a:solidFill>
                <a:latin typeface="Segoe UI"/>
              </a:defRPr>
            </a:pPr>
            <a:r>
              <a:t>Addressing the SQL validation scope concern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1515039" cy="5084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rt_validation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399032"/>
            <a:ext cx="7860257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" y="5907024"/>
            <a:ext cx="111858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Sign-off bar = L1–L4  ·  L5 SQL is a separate program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Unite MSC Automation  ·  Scope Alignment  ·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SQL Validation — Discussion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0C2CB"/>
                </a:solidFill>
                <a:latin typeface="Segoe UI"/>
              </a:defRPr>
            </a:pPr>
            <a:r>
              <a:t>For leadership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858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●  Current delivery: HTTP + schema + business assertions (L1–L4)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●  L5 SQL API–DB compare = JDBC queries mapped to API JSON fields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●  Unite MSC BFF layer makes 1:1 SQL mapping very difficult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●  Development team also struggles with indirect SQL-to-endpoint mapping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●  Recommendation: L5 as optional pilot — NOT a Mobile 2 blocker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●  Scope options chart available as reference asset (not in deck)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Unite MSC Automation  ·  Scope Alignment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Hybrid Environment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0C2CB"/>
                </a:solidFill>
                <a:latin typeface="Segoe UI"/>
              </a:defRPr>
            </a:pPr>
            <a:r>
              <a:t>QC4 instability workaround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1515039" cy="5084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rt_hybrid_e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399032"/>
            <a:ext cx="9572918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" y="5907024"/>
            <a:ext cx="111858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Stage 1 primary for functional + performance while QC4 has team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Unite MSC Automation  ·  Scope Alignment  ·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Mobile 2 —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●  24/25 business endpoints complete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●  Framework + dashboard + custom reporting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●  OKD + NMD branding; module + master suites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●  Excluded: mobilemembers harness (smoke only)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●  Stage 1 verified Jul 22 when auth path healthy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632704" cy="4718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rt_m2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399032"/>
            <a:ext cx="530352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Unite MSC Automation  ·  Scope Alignment  · 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Performance — Stage 1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0C2CB"/>
                </a:solidFill>
                <a:latin typeface="Segoe UI"/>
              </a:defRPr>
            </a:pPr>
            <a:r>
              <a:t>Performance regression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858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●  Stage 1 only — stable, production-like load possible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●  Regulations + DoD established; nightly Jenkins live (weekdays)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●  25-user baseline; BlazeMeter reports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●  SME input needed for production-like success criteria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●  Expansion: Dashboard → Contribution → Banks →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Unite MSC Automation  ·  Scope Alignment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Decisions Needed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0C2CB"/>
                </a:solidFill>
                <a:latin typeface="Segoe UI"/>
              </a:defRPr>
            </a:pPr>
            <a:r>
              <a:t>Scope · Environment · SMEs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02920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34416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35608"/>
            <a:ext cx="2697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Confirm L1–L4 as Mobile 2 sign-off bar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34440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234440"/>
            <a:ext cx="502920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134416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435608"/>
            <a:ext cx="2697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L5 SQL — defer, pilot (dashboard), or full program?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68880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468880"/>
            <a:ext cx="502920" cy="960120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257860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07A8C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670048"/>
            <a:ext cx="2697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Approve hybrid Stage 1 strategy while QC4 unstable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2468880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51960" y="2468880"/>
            <a:ext cx="502920" cy="960120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61688" y="257860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07A8C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670048"/>
            <a:ext cx="2697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Identify sign-off + performance SMEs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1347" y="3703320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1347" y="3703320"/>
            <a:ext cx="502920" cy="960120"/>
          </a:xfrm>
          <a:prstGeom prst="rect">
            <a:avLst/>
          </a:prstGeom>
          <a:solidFill>
            <a:srgbClr val="00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91075" y="381304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07A8C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5707" y="3904488"/>
            <a:ext cx="2697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Confirm MSC automation strategic 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Unite MSC Automation  ·  Scope Alignment  · 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604</Words>
  <Application>Microsoft Office PowerPoint</Application>
  <PresentationFormat>Widescreen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Swapnil Patil</cp:lastModifiedBy>
  <cp:revision>4</cp:revision>
  <dcterms:created xsi:type="dcterms:W3CDTF">2013-01-27T09:14:16Z</dcterms:created>
  <dcterms:modified xsi:type="dcterms:W3CDTF">2026-07-23T18:33:07Z</dcterms:modified>
  <cp:category/>
</cp:coreProperties>
</file>