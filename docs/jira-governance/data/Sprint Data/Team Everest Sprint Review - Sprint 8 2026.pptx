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handoutMasterIdLst>
    <p:handoutMasterId r:id="rId28"/>
  </p:handoutMasterIdLst>
  <p:sldIdLst>
    <p:sldId id="7057" r:id="rId5"/>
    <p:sldId id="7014" r:id="rId6"/>
    <p:sldId id="270" r:id="rId7"/>
    <p:sldId id="365" r:id="rId8"/>
    <p:sldId id="404" r:id="rId9"/>
    <p:sldId id="333" r:id="rId10"/>
    <p:sldId id="7072" r:id="rId11"/>
    <p:sldId id="7063" r:id="rId12"/>
    <p:sldId id="7064" r:id="rId13"/>
    <p:sldId id="7068" r:id="rId14"/>
    <p:sldId id="7026" r:id="rId15"/>
    <p:sldId id="7065" r:id="rId16"/>
    <p:sldId id="7073" r:id="rId17"/>
    <p:sldId id="7037" r:id="rId18"/>
    <p:sldId id="7067" r:id="rId19"/>
    <p:sldId id="7051" r:id="rId20"/>
    <p:sldId id="402" r:id="rId21"/>
    <p:sldId id="407" r:id="rId22"/>
    <p:sldId id="7059" r:id="rId23"/>
    <p:sldId id="7060" r:id="rId24"/>
    <p:sldId id="7061"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ilsrud" initials="SG" lastIdx="1" clrIdx="0">
    <p:extLst>
      <p:ext uri="{19B8F6BF-5375-455C-9EA6-DF929625EA0E}">
        <p15:presenceInfo xmlns:p15="http://schemas.microsoft.com/office/powerpoint/2012/main" userId="S::Samuel.Gilsrud@ascensus.com::fd99005c-c65d-48e1-83a2-11593ebf0c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76FFE8"/>
    <a:srgbClr val="026B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D168FA-A50A-0C46-7D7A-80A2BC3E9E37}" v="297" dt="2026-04-22T16:25:58.387"/>
    <p1510:client id="{6438112A-79DD-416E-8DAF-086997378AE8}" v="19" dt="2026-04-22T20:11:10.262"/>
  </p1510:revLst>
</p1510:revInfo>
</file>

<file path=ppt/tableStyles.xml><?xml version="1.0" encoding="utf-8"?>
<a:tblStyleLst xmlns:a="http://schemas.openxmlformats.org/drawingml/2006/main" def="{6FF3EA9E-BB28-4088-AA58-0C9C6C2AA90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FF3EA9E-BB28-4088-AA58-0C9C6C2AA903}" styleName="Ascensus Table Sty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band1H>
      <a:tcStyle>
        <a:tcBdr>
          <a:top>
            <a:ln w="12700" cmpd="sng">
              <a:solidFill>
                <a:srgbClr val="BFBFBF"/>
              </a:solidFill>
            </a:ln>
          </a:top>
          <a:bottom>
            <a:ln w="12700" cmpd="sng">
              <a:solidFill>
                <a:srgbClr val="BFBFBF"/>
              </a:solidFill>
            </a:ln>
          </a:bottom>
        </a:tcBdr>
      </a:tcStyle>
    </a:band1H>
    <a:band1V>
      <a:tcStyle>
        <a:tcBdr>
          <a:left>
            <a:ln w="12700" cmpd="sng">
              <a:solidFill>
                <a:srgbClr val="BFBFBF"/>
              </a:solidFill>
            </a:ln>
          </a:left>
          <a:right>
            <a:ln w="12700" cmpd="sng">
              <a:solidFill>
                <a:srgbClr val="BFBFBF"/>
              </a:solidFill>
            </a:ln>
          </a:right>
        </a:tcBdr>
      </a:tcStyle>
    </a:band1V>
    <a:band2V>
      <a:tcStyle>
        <a:tcBdr>
          <a:left>
            <a:ln w="12700" cmpd="sng">
              <a:solidFill>
                <a:srgbClr val="BFBFBF"/>
              </a:solidFill>
            </a:ln>
          </a:left>
          <a:right>
            <a:ln w="12700" cmpd="sng">
              <a:solidFill>
                <a:srgbClr val="BFBFBF"/>
              </a:solidFill>
            </a:ln>
          </a:right>
        </a:tcBdr>
      </a:tcStyle>
    </a:band2V>
    <a:lastCol>
      <a:tcTxStyle b="on"/>
      <a:tcStyle>
        <a:tcBdr/>
      </a:tcStyle>
    </a:lastCol>
    <a:firstCol>
      <a:tcTxStyle b="on"/>
      <a:tcStyle>
        <a:tcBdr/>
      </a:tcStyle>
    </a:firstCol>
    <a:lastRow>
      <a:tcTxStyle b="on"/>
      <a:tcStyle>
        <a:tcBdr>
          <a:top>
            <a:ln w="50800" cmpd="dbl">
              <a:solidFill>
                <a:srgbClr val="BFBFBF"/>
              </a:solidFill>
            </a:ln>
          </a:top>
        </a:tcBdr>
      </a:tcStyle>
    </a:lastRow>
    <a:firstRow>
      <a:tcTxStyle b="off">
        <a:fontRef idx="minor">
          <a:scrgbClr r="0" g="0" b="0"/>
        </a:fontRef>
        <a:schemeClr val="accent2"/>
      </a:tcTxStyle>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46" autoAdjust="0"/>
  </p:normalViewPr>
  <p:slideViewPr>
    <p:cSldViewPr snapToGrid="0">
      <p:cViewPr varScale="1">
        <p:scale>
          <a:sx n="82" d="100"/>
          <a:sy n="82" d="100"/>
        </p:scale>
        <p:origin x="762" y="300"/>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yna Wallace" userId="S::shayna.wallace@futureplan.com::446537f0-8e37-4437-a0e8-fc62aaf3aedd" providerId="AD" clId="Web-{1AD168FA-A50A-0C46-7D7A-80A2BC3E9E37}"/>
    <pc:docChg chg="modSld">
      <pc:chgData name="Shayna Wallace" userId="S::shayna.wallace@futureplan.com::446537f0-8e37-4437-a0e8-fc62aaf3aedd" providerId="AD" clId="Web-{1AD168FA-A50A-0C46-7D7A-80A2BC3E9E37}" dt="2026-04-22T16:25:58.387" v="296" actId="20577"/>
      <pc:docMkLst>
        <pc:docMk/>
      </pc:docMkLst>
      <pc:sldChg chg="modSp">
        <pc:chgData name="Shayna Wallace" userId="S::shayna.wallace@futureplan.com::446537f0-8e37-4437-a0e8-fc62aaf3aedd" providerId="AD" clId="Web-{1AD168FA-A50A-0C46-7D7A-80A2BC3E9E37}" dt="2026-04-22T16:25:58.387" v="296" actId="20577"/>
        <pc:sldMkLst>
          <pc:docMk/>
          <pc:sldMk cId="2993017634" sldId="407"/>
        </pc:sldMkLst>
        <pc:spChg chg="mod">
          <ac:chgData name="Shayna Wallace" userId="S::shayna.wallace@futureplan.com::446537f0-8e37-4437-a0e8-fc62aaf3aedd" providerId="AD" clId="Web-{1AD168FA-A50A-0C46-7D7A-80A2BC3E9E37}" dt="2026-04-22T16:25:58.387" v="296" actId="20577"/>
          <ac:spMkLst>
            <pc:docMk/>
            <pc:sldMk cId="2993017634" sldId="407"/>
            <ac:spMk id="2" creationId="{2B2CDF87-943D-B98D-0D6A-C88EAD58434B}"/>
          </ac:spMkLst>
        </pc:spChg>
        <pc:picChg chg="mod">
          <ac:chgData name="Shayna Wallace" userId="S::shayna.wallace@futureplan.com::446537f0-8e37-4437-a0e8-fc62aaf3aedd" providerId="AD" clId="Web-{1AD168FA-A50A-0C46-7D7A-80A2BC3E9E37}" dt="2026-04-22T16:21:23.855" v="200" actId="1076"/>
          <ac:picMkLst>
            <pc:docMk/>
            <pc:sldMk cId="2993017634" sldId="407"/>
            <ac:picMk id="12" creationId="{03E3F22D-34F8-AA1F-DEE1-1E0C8D809C4A}"/>
          </ac:picMkLst>
        </pc:picChg>
      </pc:sldChg>
    </pc:docChg>
  </pc:docChgLst>
  <pc:docChgLst>
    <pc:chgData name="Lori Jordan" userId="7d119b52-e842-4928-b478-6508dc8390c9" providerId="ADAL" clId="{3DB210E8-71DB-4708-AFAA-A05B813483A6}"/>
    <pc:docChg chg="undo custSel addSld delSld modSld">
      <pc:chgData name="Lori Jordan" userId="7d119b52-e842-4928-b478-6508dc8390c9" providerId="ADAL" clId="{3DB210E8-71DB-4708-AFAA-A05B813483A6}" dt="2026-04-23T12:35:11.417" v="2217" actId="20577"/>
      <pc:docMkLst>
        <pc:docMk/>
      </pc:docMkLst>
      <pc:sldChg chg="del">
        <pc:chgData name="Lori Jordan" userId="7d119b52-e842-4928-b478-6508dc8390c9" providerId="ADAL" clId="{3DB210E8-71DB-4708-AFAA-A05B813483A6}" dt="2026-04-22T16:09:53.751" v="62" actId="2696"/>
        <pc:sldMkLst>
          <pc:docMk/>
          <pc:sldMk cId="0" sldId="256"/>
        </pc:sldMkLst>
      </pc:sldChg>
      <pc:sldChg chg="modSp">
        <pc:chgData name="Lori Jordan" userId="7d119b52-e842-4928-b478-6508dc8390c9" providerId="ADAL" clId="{3DB210E8-71DB-4708-AFAA-A05B813483A6}" dt="2026-04-22T16:08:16.927" v="1"/>
        <pc:sldMkLst>
          <pc:docMk/>
          <pc:sldMk cId="1521689392" sldId="270"/>
        </pc:sldMkLst>
        <pc:spChg chg="mod">
          <ac:chgData name="Lori Jordan" userId="7d119b52-e842-4928-b478-6508dc8390c9" providerId="ADAL" clId="{3DB210E8-71DB-4708-AFAA-A05B813483A6}" dt="2026-04-22T16:08:16.927" v="1"/>
          <ac:spMkLst>
            <pc:docMk/>
            <pc:sldMk cId="1521689392" sldId="270"/>
            <ac:spMk id="7" creationId="{9018A48E-A70F-4030-97D4-28D08EF6F7DD}"/>
          </ac:spMkLst>
        </pc:spChg>
      </pc:sldChg>
      <pc:sldChg chg="delSp modSp mod">
        <pc:chgData name="Lori Jordan" userId="7d119b52-e842-4928-b478-6508dc8390c9" providerId="ADAL" clId="{3DB210E8-71DB-4708-AFAA-A05B813483A6}" dt="2026-04-22T16:09:41.759" v="61" actId="1076"/>
        <pc:sldMkLst>
          <pc:docMk/>
          <pc:sldMk cId="997036787" sldId="333"/>
        </pc:sldMkLst>
        <pc:spChg chg="mod">
          <ac:chgData name="Lori Jordan" userId="7d119b52-e842-4928-b478-6508dc8390c9" providerId="ADAL" clId="{3DB210E8-71DB-4708-AFAA-A05B813483A6}" dt="2026-04-22T16:09:34.511" v="60" actId="1076"/>
          <ac:spMkLst>
            <pc:docMk/>
            <pc:sldMk cId="997036787" sldId="333"/>
            <ac:spMk id="2" creationId="{3D1AE132-9E62-E554-3EF0-7F9C3DC585FE}"/>
          </ac:spMkLst>
        </pc:spChg>
        <pc:spChg chg="mod">
          <ac:chgData name="Lori Jordan" userId="7d119b52-e842-4928-b478-6508dc8390c9" providerId="ADAL" clId="{3DB210E8-71DB-4708-AFAA-A05B813483A6}" dt="2026-04-22T16:08:25.985" v="3" actId="1076"/>
          <ac:spMkLst>
            <pc:docMk/>
            <pc:sldMk cId="997036787" sldId="333"/>
            <ac:spMk id="3" creationId="{3B573BB7-25C1-00FD-5992-267A2D93C038}"/>
          </ac:spMkLst>
        </pc:spChg>
        <pc:spChg chg="del">
          <ac:chgData name="Lori Jordan" userId="7d119b52-e842-4928-b478-6508dc8390c9" providerId="ADAL" clId="{3DB210E8-71DB-4708-AFAA-A05B813483A6}" dt="2026-04-22T16:08:28.305" v="4" actId="478"/>
          <ac:spMkLst>
            <pc:docMk/>
            <pc:sldMk cId="997036787" sldId="333"/>
            <ac:spMk id="5" creationId="{F7EB74F2-6897-C2BC-F42D-2AE668638C3F}"/>
          </ac:spMkLst>
        </pc:spChg>
        <pc:spChg chg="mod">
          <ac:chgData name="Lori Jordan" userId="7d119b52-e842-4928-b478-6508dc8390c9" providerId="ADAL" clId="{3DB210E8-71DB-4708-AFAA-A05B813483A6}" dt="2026-04-22T16:09:34.511" v="60" actId="1076"/>
          <ac:spMkLst>
            <pc:docMk/>
            <pc:sldMk cId="997036787" sldId="333"/>
            <ac:spMk id="6" creationId="{35EE8D2B-77A3-4D22-8877-7F29458819E0}"/>
          </ac:spMkLst>
        </pc:spChg>
        <pc:spChg chg="mod">
          <ac:chgData name="Lori Jordan" userId="7d119b52-e842-4928-b478-6508dc8390c9" providerId="ADAL" clId="{3DB210E8-71DB-4708-AFAA-A05B813483A6}" dt="2026-04-22T16:09:34.511" v="60" actId="1076"/>
          <ac:spMkLst>
            <pc:docMk/>
            <pc:sldMk cId="997036787" sldId="333"/>
            <ac:spMk id="8" creationId="{E0E47F13-FEBE-70EB-3EB5-5C36A90F3826}"/>
          </ac:spMkLst>
        </pc:spChg>
        <pc:spChg chg="del">
          <ac:chgData name="Lori Jordan" userId="7d119b52-e842-4928-b478-6508dc8390c9" providerId="ADAL" clId="{3DB210E8-71DB-4708-AFAA-A05B813483A6}" dt="2026-04-22T16:08:47.055" v="6" actId="478"/>
          <ac:spMkLst>
            <pc:docMk/>
            <pc:sldMk cId="997036787" sldId="333"/>
            <ac:spMk id="9" creationId="{FA55FEE2-F025-84AF-E287-2526914D2B65}"/>
          </ac:spMkLst>
        </pc:spChg>
        <pc:spChg chg="del">
          <ac:chgData name="Lori Jordan" userId="7d119b52-e842-4928-b478-6508dc8390c9" providerId="ADAL" clId="{3DB210E8-71DB-4708-AFAA-A05B813483A6}" dt="2026-04-22T16:08:43.361" v="5" actId="478"/>
          <ac:spMkLst>
            <pc:docMk/>
            <pc:sldMk cId="997036787" sldId="333"/>
            <ac:spMk id="10" creationId="{A636FD5B-2BE5-A6D1-E0BE-3C8EF5A7BBAB}"/>
          </ac:spMkLst>
        </pc:spChg>
        <pc:spChg chg="mod">
          <ac:chgData name="Lori Jordan" userId="7d119b52-e842-4928-b478-6508dc8390c9" providerId="ADAL" clId="{3DB210E8-71DB-4708-AFAA-A05B813483A6}" dt="2026-04-22T16:09:41.759" v="61" actId="1076"/>
          <ac:spMkLst>
            <pc:docMk/>
            <pc:sldMk cId="997036787" sldId="333"/>
            <ac:spMk id="11" creationId="{7E4E1FEE-0A47-4387-9F4A-A060C5FE183D}"/>
          </ac:spMkLst>
        </pc:spChg>
        <pc:spChg chg="del">
          <ac:chgData name="Lori Jordan" userId="7d119b52-e842-4928-b478-6508dc8390c9" providerId="ADAL" clId="{3DB210E8-71DB-4708-AFAA-A05B813483A6}" dt="2026-04-22T16:08:21.715" v="2" actId="478"/>
          <ac:spMkLst>
            <pc:docMk/>
            <pc:sldMk cId="997036787" sldId="333"/>
            <ac:spMk id="12" creationId="{B818B621-DB51-FBA0-6060-08978F824D8C}"/>
          </ac:spMkLst>
        </pc:spChg>
        <pc:spChg chg="mod">
          <ac:chgData name="Lori Jordan" userId="7d119b52-e842-4928-b478-6508dc8390c9" providerId="ADAL" clId="{3DB210E8-71DB-4708-AFAA-A05B813483A6}" dt="2026-04-22T16:09:34.511" v="60" actId="1076"/>
          <ac:spMkLst>
            <pc:docMk/>
            <pc:sldMk cId="997036787" sldId="333"/>
            <ac:spMk id="13" creationId="{3BAB59C4-8225-4B10-8BF1-931D9D893387}"/>
          </ac:spMkLst>
        </pc:spChg>
        <pc:spChg chg="mod">
          <ac:chgData name="Lori Jordan" userId="7d119b52-e842-4928-b478-6508dc8390c9" providerId="ADAL" clId="{3DB210E8-71DB-4708-AFAA-A05B813483A6}" dt="2026-04-22T16:08:16.927" v="1"/>
          <ac:spMkLst>
            <pc:docMk/>
            <pc:sldMk cId="997036787" sldId="333"/>
            <ac:spMk id="14" creationId="{AA8F0AAF-47C0-45D3-A421-E0CCF6D8931F}"/>
          </ac:spMkLst>
        </pc:spChg>
      </pc:sldChg>
      <pc:sldChg chg="modSp mod">
        <pc:chgData name="Lori Jordan" userId="7d119b52-e842-4928-b478-6508dc8390c9" providerId="ADAL" clId="{3DB210E8-71DB-4708-AFAA-A05B813483A6}" dt="2026-04-23T12:19:44.326" v="2160" actId="20577"/>
        <pc:sldMkLst>
          <pc:docMk/>
          <pc:sldMk cId="4266182126" sldId="402"/>
        </pc:sldMkLst>
        <pc:spChg chg="mod">
          <ac:chgData name="Lori Jordan" userId="7d119b52-e842-4928-b478-6508dc8390c9" providerId="ADAL" clId="{3DB210E8-71DB-4708-AFAA-A05B813483A6}" dt="2026-04-23T12:19:44.326" v="2160" actId="20577"/>
          <ac:spMkLst>
            <pc:docMk/>
            <pc:sldMk cId="4266182126" sldId="402"/>
            <ac:spMk id="9" creationId="{73F13DA2-A889-DF95-CAB9-64A6035D4357}"/>
          </ac:spMkLst>
        </pc:spChg>
      </pc:sldChg>
      <pc:sldChg chg="delSp modSp mod">
        <pc:chgData name="Lori Jordan" userId="7d119b52-e842-4928-b478-6508dc8390c9" providerId="ADAL" clId="{3DB210E8-71DB-4708-AFAA-A05B813483A6}" dt="2026-04-22T16:11:19.890" v="92" actId="6549"/>
        <pc:sldMkLst>
          <pc:docMk/>
          <pc:sldMk cId="2993017634" sldId="407"/>
        </pc:sldMkLst>
        <pc:spChg chg="mod">
          <ac:chgData name="Lori Jordan" userId="7d119b52-e842-4928-b478-6508dc8390c9" providerId="ADAL" clId="{3DB210E8-71DB-4708-AFAA-A05B813483A6}" dt="2026-04-22T16:11:19.890" v="92" actId="6549"/>
          <ac:spMkLst>
            <pc:docMk/>
            <pc:sldMk cId="2993017634" sldId="407"/>
            <ac:spMk id="2" creationId="{2B2CDF87-943D-B98D-0D6A-C88EAD58434B}"/>
          </ac:spMkLst>
        </pc:spChg>
        <pc:spChg chg="mod">
          <ac:chgData name="Lori Jordan" userId="7d119b52-e842-4928-b478-6508dc8390c9" providerId="ADAL" clId="{3DB210E8-71DB-4708-AFAA-A05B813483A6}" dt="2026-04-22T16:08:11.470" v="0"/>
          <ac:spMkLst>
            <pc:docMk/>
            <pc:sldMk cId="2993017634" sldId="407"/>
            <ac:spMk id="5" creationId="{6E74C810-8CAF-BD5F-E203-F8E94EB9B5EB}"/>
          </ac:spMkLst>
        </pc:spChg>
        <pc:picChg chg="del">
          <ac:chgData name="Lori Jordan" userId="7d119b52-e842-4928-b478-6508dc8390c9" providerId="ADAL" clId="{3DB210E8-71DB-4708-AFAA-A05B813483A6}" dt="2026-04-22T16:11:16.641" v="90" actId="478"/>
          <ac:picMkLst>
            <pc:docMk/>
            <pc:sldMk cId="2993017634" sldId="407"/>
            <ac:picMk id="7" creationId="{F8AA8BF0-29DD-8229-8AAB-2D80682A4A34}"/>
          </ac:picMkLst>
        </pc:picChg>
      </pc:sldChg>
      <pc:sldChg chg="addSp delSp modSp mod">
        <pc:chgData name="Lori Jordan" userId="7d119b52-e842-4928-b478-6508dc8390c9" providerId="ADAL" clId="{3DB210E8-71DB-4708-AFAA-A05B813483A6}" dt="2026-04-22T17:58:37.757" v="102" actId="1076"/>
        <pc:sldMkLst>
          <pc:docMk/>
          <pc:sldMk cId="1178148151" sldId="7026"/>
        </pc:sldMkLst>
        <pc:picChg chg="del">
          <ac:chgData name="Lori Jordan" userId="7d119b52-e842-4928-b478-6508dc8390c9" providerId="ADAL" clId="{3DB210E8-71DB-4708-AFAA-A05B813483A6}" dt="2026-04-22T17:58:15.570" v="99" actId="478"/>
          <ac:picMkLst>
            <pc:docMk/>
            <pc:sldMk cId="1178148151" sldId="7026"/>
            <ac:picMk id="7" creationId="{4CDE2A70-0CEB-B67D-691E-65380FFB1839}"/>
          </ac:picMkLst>
        </pc:picChg>
        <pc:picChg chg="add mod">
          <ac:chgData name="Lori Jordan" userId="7d119b52-e842-4928-b478-6508dc8390c9" providerId="ADAL" clId="{3DB210E8-71DB-4708-AFAA-A05B813483A6}" dt="2026-04-22T17:58:37.757" v="102" actId="1076"/>
          <ac:picMkLst>
            <pc:docMk/>
            <pc:sldMk cId="1178148151" sldId="7026"/>
            <ac:picMk id="8" creationId="{4ED390FF-5027-CA33-DD96-A1CC96F7ADF5}"/>
          </ac:picMkLst>
        </pc:picChg>
        <pc:picChg chg="del">
          <ac:chgData name="Lori Jordan" userId="7d119b52-e842-4928-b478-6508dc8390c9" providerId="ADAL" clId="{3DB210E8-71DB-4708-AFAA-A05B813483A6}" dt="2026-04-22T17:58:18.050" v="100" actId="478"/>
          <ac:picMkLst>
            <pc:docMk/>
            <pc:sldMk cId="1178148151" sldId="7026"/>
            <ac:picMk id="22" creationId="{05AB6FE9-D73C-E5D6-5947-CF562AFEDE87}"/>
          </ac:picMkLst>
        </pc:picChg>
      </pc:sldChg>
      <pc:sldChg chg="addSp delSp modSp mod">
        <pc:chgData name="Lori Jordan" userId="7d119b52-e842-4928-b478-6508dc8390c9" providerId="ADAL" clId="{3DB210E8-71DB-4708-AFAA-A05B813483A6}" dt="2026-04-22T18:06:59.747" v="160" actId="14100"/>
        <pc:sldMkLst>
          <pc:docMk/>
          <pc:sldMk cId="2710397977" sldId="7037"/>
        </pc:sldMkLst>
        <pc:picChg chg="del">
          <ac:chgData name="Lori Jordan" userId="7d119b52-e842-4928-b478-6508dc8390c9" providerId="ADAL" clId="{3DB210E8-71DB-4708-AFAA-A05B813483A6}" dt="2026-04-22T18:03:38.777" v="154" actId="478"/>
          <ac:picMkLst>
            <pc:docMk/>
            <pc:sldMk cId="2710397977" sldId="7037"/>
            <ac:picMk id="3" creationId="{899CA770-D92A-3DF3-6276-7E9AAC63ADB5}"/>
          </ac:picMkLst>
        </pc:picChg>
        <pc:picChg chg="add mod">
          <ac:chgData name="Lori Jordan" userId="7d119b52-e842-4928-b478-6508dc8390c9" providerId="ADAL" clId="{3DB210E8-71DB-4708-AFAA-A05B813483A6}" dt="2026-04-22T18:06:59.747" v="160" actId="14100"/>
          <ac:picMkLst>
            <pc:docMk/>
            <pc:sldMk cId="2710397977" sldId="7037"/>
            <ac:picMk id="7" creationId="{DA62D9F8-652F-33B6-E453-FC13508997B4}"/>
          </ac:picMkLst>
        </pc:picChg>
        <pc:picChg chg="del">
          <ac:chgData name="Lori Jordan" userId="7d119b52-e842-4928-b478-6508dc8390c9" providerId="ADAL" clId="{3DB210E8-71DB-4708-AFAA-A05B813483A6}" dt="2026-04-22T18:03:36.940" v="153" actId="478"/>
          <ac:picMkLst>
            <pc:docMk/>
            <pc:sldMk cId="2710397977" sldId="7037"/>
            <ac:picMk id="10" creationId="{E2F32847-CFA0-5AE7-FC3B-50BBD3B5CFDC}"/>
          </ac:picMkLst>
        </pc:picChg>
      </pc:sldChg>
      <pc:sldChg chg="modSp mod">
        <pc:chgData name="Lori Jordan" userId="7d119b52-e842-4928-b478-6508dc8390c9" providerId="ADAL" clId="{3DB210E8-71DB-4708-AFAA-A05B813483A6}" dt="2026-04-22T18:03:19.928" v="152" actId="2711"/>
        <pc:sldMkLst>
          <pc:docMk/>
          <pc:sldMk cId="3655110191" sldId="7051"/>
        </pc:sldMkLst>
        <pc:spChg chg="mod">
          <ac:chgData name="Lori Jordan" userId="7d119b52-e842-4928-b478-6508dc8390c9" providerId="ADAL" clId="{3DB210E8-71DB-4708-AFAA-A05B813483A6}" dt="2026-04-22T16:08:16.927" v="1"/>
          <ac:spMkLst>
            <pc:docMk/>
            <pc:sldMk cId="3655110191" sldId="7051"/>
            <ac:spMk id="5" creationId="{634F8979-3B29-D42D-DBDC-94483100A31B}"/>
          </ac:spMkLst>
        </pc:spChg>
        <pc:spChg chg="mod">
          <ac:chgData name="Lori Jordan" userId="7d119b52-e842-4928-b478-6508dc8390c9" providerId="ADAL" clId="{3DB210E8-71DB-4708-AFAA-A05B813483A6}" dt="2026-04-22T18:03:19.928" v="152" actId="2711"/>
          <ac:spMkLst>
            <pc:docMk/>
            <pc:sldMk cId="3655110191" sldId="7051"/>
            <ac:spMk id="9" creationId="{21383A15-FD72-523B-244B-1160B2B7E54F}"/>
          </ac:spMkLst>
        </pc:spChg>
      </pc:sldChg>
      <pc:sldChg chg="addSp delSp modSp mod">
        <pc:chgData name="Lori Jordan" userId="7d119b52-e842-4928-b478-6508dc8390c9" providerId="ADAL" clId="{3DB210E8-71DB-4708-AFAA-A05B813483A6}" dt="2026-04-22T20:10:43.644" v="2135" actId="14100"/>
        <pc:sldMkLst>
          <pc:docMk/>
          <pc:sldMk cId="1109271626" sldId="7059"/>
        </pc:sldMkLst>
        <pc:picChg chg="add mod">
          <ac:chgData name="Lori Jordan" userId="7d119b52-e842-4928-b478-6508dc8390c9" providerId="ADAL" clId="{3DB210E8-71DB-4708-AFAA-A05B813483A6}" dt="2026-04-22T20:10:43.644" v="2135" actId="14100"/>
          <ac:picMkLst>
            <pc:docMk/>
            <pc:sldMk cId="1109271626" sldId="7059"/>
            <ac:picMk id="5" creationId="{A167A07B-DD04-323C-6195-B8EE0D700C92}"/>
          </ac:picMkLst>
        </pc:picChg>
        <pc:picChg chg="del">
          <ac:chgData name="Lori Jordan" userId="7d119b52-e842-4928-b478-6508dc8390c9" providerId="ADAL" clId="{3DB210E8-71DB-4708-AFAA-A05B813483A6}" dt="2026-04-22T20:08:33.556" v="2118" actId="478"/>
          <ac:picMkLst>
            <pc:docMk/>
            <pc:sldMk cId="1109271626" sldId="7059"/>
            <ac:picMk id="1026" creationId="{038F460C-77C4-C2FC-3B08-0B79F7DB520F}"/>
          </ac:picMkLst>
        </pc:picChg>
      </pc:sldChg>
      <pc:sldChg chg="addSp delSp modSp mod">
        <pc:chgData name="Lori Jordan" userId="7d119b52-e842-4928-b478-6508dc8390c9" providerId="ADAL" clId="{3DB210E8-71DB-4708-AFAA-A05B813483A6}" dt="2026-04-22T20:10:34.699" v="2134" actId="1076"/>
        <pc:sldMkLst>
          <pc:docMk/>
          <pc:sldMk cId="3001517754" sldId="7060"/>
        </pc:sldMkLst>
        <pc:picChg chg="del">
          <ac:chgData name="Lori Jordan" userId="7d119b52-e842-4928-b478-6508dc8390c9" providerId="ADAL" clId="{3DB210E8-71DB-4708-AFAA-A05B813483A6}" dt="2026-04-22T20:09:29.978" v="2125" actId="478"/>
          <ac:picMkLst>
            <pc:docMk/>
            <pc:sldMk cId="3001517754" sldId="7060"/>
            <ac:picMk id="4" creationId="{91D069A5-83AF-2A23-E503-A9023B1308C9}"/>
          </ac:picMkLst>
        </pc:picChg>
        <pc:picChg chg="add mod">
          <ac:chgData name="Lori Jordan" userId="7d119b52-e842-4928-b478-6508dc8390c9" providerId="ADAL" clId="{3DB210E8-71DB-4708-AFAA-A05B813483A6}" dt="2026-04-22T20:10:34.699" v="2134" actId="1076"/>
          <ac:picMkLst>
            <pc:docMk/>
            <pc:sldMk cId="3001517754" sldId="7060"/>
            <ac:picMk id="6" creationId="{4A209F36-D7D0-DA53-0F70-A17621AB3B33}"/>
          </ac:picMkLst>
        </pc:picChg>
      </pc:sldChg>
      <pc:sldChg chg="addSp delSp modSp add del mod">
        <pc:chgData name="Lori Jordan" userId="7d119b52-e842-4928-b478-6508dc8390c9" providerId="ADAL" clId="{3DB210E8-71DB-4708-AFAA-A05B813483A6}" dt="2026-04-22T20:11:35.026" v="2146" actId="1076"/>
        <pc:sldMkLst>
          <pc:docMk/>
          <pc:sldMk cId="1964487281" sldId="7061"/>
        </pc:sldMkLst>
        <pc:picChg chg="del">
          <ac:chgData name="Lori Jordan" userId="7d119b52-e842-4928-b478-6508dc8390c9" providerId="ADAL" clId="{3DB210E8-71DB-4708-AFAA-A05B813483A6}" dt="2026-04-22T20:11:10.262" v="2138" actId="478"/>
          <ac:picMkLst>
            <pc:docMk/>
            <pc:sldMk cId="1964487281" sldId="7061"/>
            <ac:picMk id="4" creationId="{03214967-DCE5-097C-BBC1-73B4CCD50C72}"/>
          </ac:picMkLst>
        </pc:picChg>
        <pc:picChg chg="add mod">
          <ac:chgData name="Lori Jordan" userId="7d119b52-e842-4928-b478-6508dc8390c9" providerId="ADAL" clId="{3DB210E8-71DB-4708-AFAA-A05B813483A6}" dt="2026-04-22T20:11:35.026" v="2146" actId="1076"/>
          <ac:picMkLst>
            <pc:docMk/>
            <pc:sldMk cId="1964487281" sldId="7061"/>
            <ac:picMk id="6" creationId="{3BE54D31-70CD-CC0E-3DDF-6C56B9DC34DC}"/>
          </ac:picMkLst>
        </pc:picChg>
      </pc:sldChg>
      <pc:sldChg chg="addSp delSp modSp mod">
        <pc:chgData name="Lori Jordan" userId="7d119b52-e842-4928-b478-6508dc8390c9" providerId="ADAL" clId="{3DB210E8-71DB-4708-AFAA-A05B813483A6}" dt="2026-04-22T17:57:34.478" v="98" actId="1076"/>
        <pc:sldMkLst>
          <pc:docMk/>
          <pc:sldMk cId="4257977950" sldId="7063"/>
        </pc:sldMkLst>
        <pc:picChg chg="del">
          <ac:chgData name="Lori Jordan" userId="7d119b52-e842-4928-b478-6508dc8390c9" providerId="ADAL" clId="{3DB210E8-71DB-4708-AFAA-A05B813483A6}" dt="2026-04-22T17:56:37.290" v="94" actId="478"/>
          <ac:picMkLst>
            <pc:docMk/>
            <pc:sldMk cId="4257977950" sldId="7063"/>
            <ac:picMk id="7" creationId="{1C83F279-ACB5-ED1F-E4A0-1125BA859F79}"/>
          </ac:picMkLst>
        </pc:picChg>
        <pc:picChg chg="add mod">
          <ac:chgData name="Lori Jordan" userId="7d119b52-e842-4928-b478-6508dc8390c9" providerId="ADAL" clId="{3DB210E8-71DB-4708-AFAA-A05B813483A6}" dt="2026-04-22T17:57:34.478" v="98" actId="1076"/>
          <ac:picMkLst>
            <pc:docMk/>
            <pc:sldMk cId="4257977950" sldId="7063"/>
            <ac:picMk id="7" creationId="{5C5ACA4C-31C0-5CE1-69D7-54BCBE5D5DB1}"/>
          </ac:picMkLst>
        </pc:picChg>
      </pc:sldChg>
      <pc:sldChg chg="addSp delSp modSp mod modNotesTx">
        <pc:chgData name="Lori Jordan" userId="7d119b52-e842-4928-b478-6508dc8390c9" providerId="ADAL" clId="{3DB210E8-71DB-4708-AFAA-A05B813483A6}" dt="2026-04-23T12:35:11.417" v="2217" actId="20577"/>
        <pc:sldMkLst>
          <pc:docMk/>
          <pc:sldMk cId="536880142" sldId="7064"/>
        </pc:sldMkLst>
        <pc:spChg chg="mod">
          <ac:chgData name="Lori Jordan" userId="7d119b52-e842-4928-b478-6508dc8390c9" providerId="ADAL" clId="{3DB210E8-71DB-4708-AFAA-A05B813483A6}" dt="2026-04-23T12:34:35.413" v="2161" actId="6549"/>
          <ac:spMkLst>
            <pc:docMk/>
            <pc:sldMk cId="536880142" sldId="7064"/>
            <ac:spMk id="9" creationId="{B6438EDA-09D4-8FE3-8F52-59EFAD64804F}"/>
          </ac:spMkLst>
        </pc:spChg>
        <pc:picChg chg="add mod">
          <ac:chgData name="Lori Jordan" userId="7d119b52-e842-4928-b478-6508dc8390c9" providerId="ADAL" clId="{3DB210E8-71DB-4708-AFAA-A05B813483A6}" dt="2026-04-22T19:44:57.051" v="1230"/>
          <ac:picMkLst>
            <pc:docMk/>
            <pc:sldMk cId="536880142" sldId="7064"/>
            <ac:picMk id="7" creationId="{85511F5C-1290-3130-7722-C43E7B3F1E80}"/>
          </ac:picMkLst>
        </pc:picChg>
        <pc:picChg chg="del">
          <ac:chgData name="Lori Jordan" userId="7d119b52-e842-4928-b478-6508dc8390c9" providerId="ADAL" clId="{3DB210E8-71DB-4708-AFAA-A05B813483A6}" dt="2026-04-22T18:23:54.845" v="561" actId="478"/>
          <ac:picMkLst>
            <pc:docMk/>
            <pc:sldMk cId="536880142" sldId="7064"/>
            <ac:picMk id="8" creationId="{A857A755-68B0-D4B5-FFED-F46A0B98D590}"/>
          </ac:picMkLst>
        </pc:picChg>
        <pc:picChg chg="del">
          <ac:chgData name="Lori Jordan" userId="7d119b52-e842-4928-b478-6508dc8390c9" providerId="ADAL" clId="{3DB210E8-71DB-4708-AFAA-A05B813483A6}" dt="2026-04-22T18:24:13.285" v="564" actId="478"/>
          <ac:picMkLst>
            <pc:docMk/>
            <pc:sldMk cId="536880142" sldId="7064"/>
            <ac:picMk id="13" creationId="{83A3EFBF-57A0-40E3-420E-E93344785D33}"/>
          </ac:picMkLst>
        </pc:picChg>
      </pc:sldChg>
      <pc:sldChg chg="addSp modSp mod">
        <pc:chgData name="Lori Jordan" userId="7d119b52-e842-4928-b478-6508dc8390c9" providerId="ADAL" clId="{3DB210E8-71DB-4708-AFAA-A05B813483A6}" dt="2026-04-22T19:54:33.815" v="1745" actId="20577"/>
        <pc:sldMkLst>
          <pc:docMk/>
          <pc:sldMk cId="964998118" sldId="7065"/>
        </pc:sldMkLst>
        <pc:spChg chg="mod">
          <ac:chgData name="Lori Jordan" userId="7d119b52-e842-4928-b478-6508dc8390c9" providerId="ADAL" clId="{3DB210E8-71DB-4708-AFAA-A05B813483A6}" dt="2026-04-22T19:54:33.815" v="1745" actId="20577"/>
          <ac:spMkLst>
            <pc:docMk/>
            <pc:sldMk cId="964998118" sldId="7065"/>
            <ac:spMk id="9" creationId="{9B049FE4-FB74-45EA-E7C1-4B4FF64ABC09}"/>
          </ac:spMkLst>
        </pc:spChg>
        <pc:picChg chg="add mod">
          <ac:chgData name="Lori Jordan" userId="7d119b52-e842-4928-b478-6508dc8390c9" providerId="ADAL" clId="{3DB210E8-71DB-4708-AFAA-A05B813483A6}" dt="2026-04-22T19:50:06.730" v="1565" actId="1076"/>
          <ac:picMkLst>
            <pc:docMk/>
            <pc:sldMk cId="964998118" sldId="7065"/>
            <ac:picMk id="3" creationId="{F7481A18-3DEA-E885-9CBB-C72245C17B7E}"/>
          </ac:picMkLst>
        </pc:picChg>
        <pc:picChg chg="add mod">
          <ac:chgData name="Lori Jordan" userId="7d119b52-e842-4928-b478-6508dc8390c9" providerId="ADAL" clId="{3DB210E8-71DB-4708-AFAA-A05B813483A6}" dt="2026-04-22T19:50:34.867" v="1568" actId="14100"/>
          <ac:picMkLst>
            <pc:docMk/>
            <pc:sldMk cId="964998118" sldId="7065"/>
            <ac:picMk id="8" creationId="{538624E2-693B-5A05-DEAC-9781023DBF8A}"/>
          </ac:picMkLst>
        </pc:picChg>
        <pc:picChg chg="mod">
          <ac:chgData name="Lori Jordan" userId="7d119b52-e842-4928-b478-6508dc8390c9" providerId="ADAL" clId="{3DB210E8-71DB-4708-AFAA-A05B813483A6}" dt="2026-04-22T19:47:41.847" v="1424"/>
          <ac:picMkLst>
            <pc:docMk/>
            <pc:sldMk cId="964998118" sldId="7065"/>
            <ac:picMk id="11" creationId="{0BECD0FD-C7E7-4A73-7AB3-1850E83B941F}"/>
          </ac:picMkLst>
        </pc:picChg>
        <pc:picChg chg="mod">
          <ac:chgData name="Lori Jordan" userId="7d119b52-e842-4928-b478-6508dc8390c9" providerId="ADAL" clId="{3DB210E8-71DB-4708-AFAA-A05B813483A6}" dt="2026-04-22T19:49:58.887" v="1562" actId="1076"/>
          <ac:picMkLst>
            <pc:docMk/>
            <pc:sldMk cId="964998118" sldId="7065"/>
            <ac:picMk id="22" creationId="{83DBF1A5-A5F6-42F9-B060-EEE680702BB5}"/>
          </ac:picMkLst>
        </pc:picChg>
      </pc:sldChg>
      <pc:sldChg chg="modSp mod">
        <pc:chgData name="Lori Jordan" userId="7d119b52-e842-4928-b478-6508dc8390c9" providerId="ADAL" clId="{3DB210E8-71DB-4708-AFAA-A05B813483A6}" dt="2026-04-22T19:57:13.148" v="2087" actId="20577"/>
        <pc:sldMkLst>
          <pc:docMk/>
          <pc:sldMk cId="594993363" sldId="7067"/>
        </pc:sldMkLst>
        <pc:spChg chg="mod">
          <ac:chgData name="Lori Jordan" userId="7d119b52-e842-4928-b478-6508dc8390c9" providerId="ADAL" clId="{3DB210E8-71DB-4708-AFAA-A05B813483A6}" dt="2026-04-22T19:57:13.148" v="2087" actId="20577"/>
          <ac:spMkLst>
            <pc:docMk/>
            <pc:sldMk cId="594993363" sldId="7067"/>
            <ac:spMk id="8" creationId="{111A7538-1EBD-037D-97FE-5DBF56B0E52F}"/>
          </ac:spMkLst>
        </pc:spChg>
      </pc:sldChg>
      <pc:sldChg chg="addSp delSp modSp mod">
        <pc:chgData name="Lori Jordan" userId="7d119b52-e842-4928-b478-6508dc8390c9" providerId="ADAL" clId="{3DB210E8-71DB-4708-AFAA-A05B813483A6}" dt="2026-04-22T19:40:33.107" v="994" actId="1076"/>
        <pc:sldMkLst>
          <pc:docMk/>
          <pc:sldMk cId="734107413" sldId="7068"/>
        </pc:sldMkLst>
        <pc:picChg chg="add mod modCrop">
          <ac:chgData name="Lori Jordan" userId="7d119b52-e842-4928-b478-6508dc8390c9" providerId="ADAL" clId="{3DB210E8-71DB-4708-AFAA-A05B813483A6}" dt="2026-04-22T19:40:33.107" v="994" actId="1076"/>
          <ac:picMkLst>
            <pc:docMk/>
            <pc:sldMk cId="734107413" sldId="7068"/>
            <ac:picMk id="4" creationId="{60DA2C26-126F-8900-FD16-56D8DEECC02C}"/>
          </ac:picMkLst>
        </pc:picChg>
        <pc:picChg chg="del">
          <ac:chgData name="Lori Jordan" userId="7d119b52-e842-4928-b478-6508dc8390c9" providerId="ADAL" clId="{3DB210E8-71DB-4708-AFAA-A05B813483A6}" dt="2026-04-22T16:10:14.320" v="63" actId="478"/>
          <ac:picMkLst>
            <pc:docMk/>
            <pc:sldMk cId="734107413" sldId="7068"/>
            <ac:picMk id="1026" creationId="{68308F0B-6A07-0757-784C-110DCD020EEF}"/>
          </ac:picMkLst>
        </pc:picChg>
      </pc:sldChg>
      <pc:sldChg chg="delSp del mod">
        <pc:chgData name="Lori Jordan" userId="7d119b52-e842-4928-b478-6508dc8390c9" providerId="ADAL" clId="{3DB210E8-71DB-4708-AFAA-A05B813483A6}" dt="2026-04-22T19:45:07.010" v="1231" actId="47"/>
        <pc:sldMkLst>
          <pc:docMk/>
          <pc:sldMk cId="2764678438" sldId="7069"/>
        </pc:sldMkLst>
        <pc:picChg chg="del">
          <ac:chgData name="Lori Jordan" userId="7d119b52-e842-4928-b478-6508dc8390c9" providerId="ADAL" clId="{3DB210E8-71DB-4708-AFAA-A05B813483A6}" dt="2026-04-22T16:10:17.505" v="64" actId="478"/>
          <ac:picMkLst>
            <pc:docMk/>
            <pc:sldMk cId="2764678438" sldId="7069"/>
            <ac:picMk id="11" creationId="{2C007C7F-8814-4223-9181-AA540AF2B0C2}"/>
          </ac:picMkLst>
        </pc:picChg>
      </pc:sldChg>
      <pc:sldChg chg="delSp modSp del mod">
        <pc:chgData name="Lori Jordan" userId="7d119b52-e842-4928-b478-6508dc8390c9" providerId="ADAL" clId="{3DB210E8-71DB-4708-AFAA-A05B813483A6}" dt="2026-04-22T19:47:27.197" v="1423" actId="47"/>
        <pc:sldMkLst>
          <pc:docMk/>
          <pc:sldMk cId="1610348212" sldId="7070"/>
        </pc:sldMkLst>
        <pc:spChg chg="del">
          <ac:chgData name="Lori Jordan" userId="7d119b52-e842-4928-b478-6508dc8390c9" providerId="ADAL" clId="{3DB210E8-71DB-4708-AFAA-A05B813483A6}" dt="2026-04-22T16:10:30.834" v="67" actId="478"/>
          <ac:spMkLst>
            <pc:docMk/>
            <pc:sldMk cId="1610348212" sldId="7070"/>
            <ac:spMk id="10" creationId="{8A1DA0C2-1C07-9D97-25C6-C566DBD96040}"/>
          </ac:spMkLst>
        </pc:spChg>
        <pc:spChg chg="del mod">
          <ac:chgData name="Lori Jordan" userId="7d119b52-e842-4928-b478-6508dc8390c9" providerId="ADAL" clId="{3DB210E8-71DB-4708-AFAA-A05B813483A6}" dt="2026-04-22T16:10:41.493" v="71" actId="478"/>
          <ac:spMkLst>
            <pc:docMk/>
            <pc:sldMk cId="1610348212" sldId="7070"/>
            <ac:spMk id="20" creationId="{09DE169C-9A87-50E5-7CC3-212C8A5DB8A7}"/>
          </ac:spMkLst>
        </pc:spChg>
        <pc:picChg chg="del">
          <ac:chgData name="Lori Jordan" userId="7d119b52-e842-4928-b478-6508dc8390c9" providerId="ADAL" clId="{3DB210E8-71DB-4708-AFAA-A05B813483A6}" dt="2026-04-22T16:10:26.800" v="65" actId="478"/>
          <ac:picMkLst>
            <pc:docMk/>
            <pc:sldMk cId="1610348212" sldId="7070"/>
            <ac:picMk id="4" creationId="{4F9BB72F-DB1D-C16D-6F62-6C5D4922D355}"/>
          </ac:picMkLst>
        </pc:picChg>
        <pc:inkChg chg="del">
          <ac:chgData name="Lori Jordan" userId="7d119b52-e842-4928-b478-6508dc8390c9" providerId="ADAL" clId="{3DB210E8-71DB-4708-AFAA-A05B813483A6}" dt="2026-04-22T16:10:33.331" v="69" actId="478"/>
          <ac:inkMkLst>
            <pc:docMk/>
            <pc:sldMk cId="1610348212" sldId="7070"/>
            <ac:inkMk id="5" creationId="{76282D47-F3C3-EE19-BB9B-9232B2E0A832}"/>
          </ac:inkMkLst>
        </pc:inkChg>
        <pc:inkChg chg="del">
          <ac:chgData name="Lori Jordan" userId="7d119b52-e842-4928-b478-6508dc8390c9" providerId="ADAL" clId="{3DB210E8-71DB-4708-AFAA-A05B813483A6}" dt="2026-04-22T16:10:43.505" v="73" actId="478"/>
          <ac:inkMkLst>
            <pc:docMk/>
            <pc:sldMk cId="1610348212" sldId="7070"/>
            <ac:inkMk id="7" creationId="{B8B037CA-2336-F3A9-731F-18FE04F96947}"/>
          </ac:inkMkLst>
        </pc:inkChg>
        <pc:inkChg chg="del">
          <ac:chgData name="Lori Jordan" userId="7d119b52-e842-4928-b478-6508dc8390c9" providerId="ADAL" clId="{3DB210E8-71DB-4708-AFAA-A05B813483A6}" dt="2026-04-22T16:10:44.441" v="74" actId="478"/>
          <ac:inkMkLst>
            <pc:docMk/>
            <pc:sldMk cId="1610348212" sldId="7070"/>
            <ac:inkMk id="8" creationId="{26A739D8-DB54-8B9F-AC06-BB405F82373A}"/>
          </ac:inkMkLst>
        </pc:inkChg>
        <pc:inkChg chg="del">
          <ac:chgData name="Lori Jordan" userId="7d119b52-e842-4928-b478-6508dc8390c9" providerId="ADAL" clId="{3DB210E8-71DB-4708-AFAA-A05B813483A6}" dt="2026-04-22T16:10:32.323" v="68" actId="478"/>
          <ac:inkMkLst>
            <pc:docMk/>
            <pc:sldMk cId="1610348212" sldId="7070"/>
            <ac:inkMk id="9" creationId="{68B5227B-2460-42A5-15E9-36DDC1442A18}"/>
          </ac:inkMkLst>
        </pc:inkChg>
        <pc:cxnChg chg="del">
          <ac:chgData name="Lori Jordan" userId="7d119b52-e842-4928-b478-6508dc8390c9" providerId="ADAL" clId="{3DB210E8-71DB-4708-AFAA-A05B813483A6}" dt="2026-04-22T16:10:28.079" v="66" actId="478"/>
          <ac:cxnSpMkLst>
            <pc:docMk/>
            <pc:sldMk cId="1610348212" sldId="7070"/>
            <ac:cxnSpMk id="12" creationId="{301FDB10-CD73-79CC-4964-8C6C90EB7453}"/>
          </ac:cxnSpMkLst>
        </pc:cxnChg>
        <pc:cxnChg chg="del">
          <ac:chgData name="Lori Jordan" userId="7d119b52-e842-4928-b478-6508dc8390c9" providerId="ADAL" clId="{3DB210E8-71DB-4708-AFAA-A05B813483A6}" dt="2026-04-22T16:10:42.794" v="72" actId="478"/>
          <ac:cxnSpMkLst>
            <pc:docMk/>
            <pc:sldMk cId="1610348212" sldId="7070"/>
            <ac:cxnSpMk id="21" creationId="{3EE00242-64B5-4D9C-D21F-16FFB35943A8}"/>
          </ac:cxnSpMkLst>
        </pc:cxnChg>
      </pc:sldChg>
      <pc:sldChg chg="del">
        <pc:chgData name="Lori Jordan" userId="7d119b52-e842-4928-b478-6508dc8390c9" providerId="ADAL" clId="{3DB210E8-71DB-4708-AFAA-A05B813483A6}" dt="2026-04-22T16:11:27.410" v="93" actId="47"/>
        <pc:sldMkLst>
          <pc:docMk/>
          <pc:sldMk cId="3505085675" sldId="7071"/>
        </pc:sldMkLst>
      </pc:sldChg>
      <pc:sldChg chg="modSp add">
        <pc:chgData name="Lori Jordan" userId="7d119b52-e842-4928-b478-6508dc8390c9" providerId="ADAL" clId="{3DB210E8-71DB-4708-AFAA-A05B813483A6}" dt="2026-04-22T19:48:02.975" v="1425"/>
        <pc:sldMkLst>
          <pc:docMk/>
          <pc:sldMk cId="1869023611" sldId="7073"/>
        </pc:sldMkLst>
        <pc:spChg chg="mod">
          <ac:chgData name="Lori Jordan" userId="7d119b52-e842-4928-b478-6508dc8390c9" providerId="ADAL" clId="{3DB210E8-71DB-4708-AFAA-A05B813483A6}" dt="2026-04-22T19:48:02.975" v="1425"/>
          <ac:spMkLst>
            <pc:docMk/>
            <pc:sldMk cId="1869023611" sldId="7073"/>
            <ac:spMk id="22" creationId="{B0796F3E-2D54-CA53-8730-CE446CFBD72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47A2F0-F2AC-448F-BACB-A26811FD12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a:extLst>
              <a:ext uri="{FF2B5EF4-FFF2-40B4-BE49-F238E27FC236}">
                <a16:creationId xmlns:a16="http://schemas.microsoft.com/office/drawing/2014/main" id="{CBEFD4BF-7633-4686-8517-0F94170973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4542C6-6B10-4658-BA05-62325E04E94B}" type="datetimeFigureOut">
              <a:rPr lang="en-US"/>
              <a:t>4/23/2026</a:t>
            </a:fld>
            <a:endParaRPr dirty="0"/>
          </a:p>
        </p:txBody>
      </p:sp>
      <p:sp>
        <p:nvSpPr>
          <p:cNvPr id="4" name="Footer Placeholder 3">
            <a:extLst>
              <a:ext uri="{FF2B5EF4-FFF2-40B4-BE49-F238E27FC236}">
                <a16:creationId xmlns:a16="http://schemas.microsoft.com/office/drawing/2014/main" id="{C91E4D1A-D8D7-401B-BD65-EB890475F3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a:extLst>
              <a:ext uri="{FF2B5EF4-FFF2-40B4-BE49-F238E27FC236}">
                <a16:creationId xmlns:a16="http://schemas.microsoft.com/office/drawing/2014/main" id="{AE196D87-720B-4714-AECB-BDFA3B9B6F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9D9FE2-C580-4DAC-831D-9130DC6DF908}" type="slidenum">
              <a:rPr/>
              <a:t>‹#›</a:t>
            </a:fld>
            <a:endParaRPr dirty="0"/>
          </a:p>
        </p:txBody>
      </p:sp>
    </p:spTree>
    <p:extLst>
      <p:ext uri="{BB962C8B-B14F-4D97-AF65-F5344CB8AC3E}">
        <p14:creationId xmlns:p14="http://schemas.microsoft.com/office/powerpoint/2010/main" val="414040702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5:53.7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3026 68,'-407'0,"376"-2,0-2,0-1,0-1,-30-10,23 5,-73-9,13 16,1 5,-1 4,-124 23,-150 8,-503-36,381-2,466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9:55:57.3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3388 0 0,'-3387'0'0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6:01.5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3613 1,'-3585'0,"3557"0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6:03.53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3657 162,'-50'-3,"1"-3,-1-1,-93-29,24 6,-12 2,-1 7,-265-10,-588 63,277-2,-7-26,576-5,101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843646-8963-4BF9-BE7F-CA9502928989}" type="datetimeFigureOut">
              <a:rPr lang="en-US"/>
              <a:t>4/23/2026</a:t>
            </a:fld>
            <a:endParaRPr dirty="0"/>
          </a:p>
        </p:txBody>
      </p:sp>
      <p:sp>
        <p:nvSpPr>
          <p:cNvPr id="4" name="Slide Image Placeholder 3"/>
          <p:cNvSpPr>
            <a:spLocks noGrp="1" noRot="1" noChangeAspect="1"/>
          </p:cNvSpPr>
          <p:nvPr>
            <p:ph type="sldImg" idx="2"/>
          </p:nvPr>
        </p:nvSpPr>
        <p:spPr>
          <a:xfrm>
            <a:off x="385520" y="684212"/>
            <a:ext cx="3932695" cy="2212141"/>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5520" y="3121777"/>
            <a:ext cx="6086959" cy="4879223"/>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1E682E-91A0-4C72-BD6A-856B62FD399B}" type="slidenum">
              <a:rPr/>
              <a:t>‹#›</a:t>
            </a:fld>
            <a:endParaRPr dirty="0"/>
          </a:p>
        </p:txBody>
      </p:sp>
    </p:spTree>
    <p:extLst>
      <p:ext uri="{BB962C8B-B14F-4D97-AF65-F5344CB8AC3E}">
        <p14:creationId xmlns:p14="http://schemas.microsoft.com/office/powerpoint/2010/main" val="3839350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a:t>
            </a:fld>
            <a:endParaRPr lang="en-US" dirty="0"/>
          </a:p>
        </p:txBody>
      </p:sp>
    </p:spTree>
    <p:extLst>
      <p:ext uri="{BB962C8B-B14F-4D97-AF65-F5344CB8AC3E}">
        <p14:creationId xmlns:p14="http://schemas.microsoft.com/office/powerpoint/2010/main" val="1743783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3</a:t>
            </a:fld>
            <a:endParaRPr lang="en-US" dirty="0"/>
          </a:p>
        </p:txBody>
      </p:sp>
    </p:spTree>
    <p:extLst>
      <p:ext uri="{BB962C8B-B14F-4D97-AF65-F5344CB8AC3E}">
        <p14:creationId xmlns:p14="http://schemas.microsoft.com/office/powerpoint/2010/main" val="3540132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4</a:t>
            </a:fld>
            <a:endParaRPr lang="en-US" dirty="0"/>
          </a:p>
        </p:txBody>
      </p:sp>
    </p:spTree>
    <p:extLst>
      <p:ext uri="{BB962C8B-B14F-4D97-AF65-F5344CB8AC3E}">
        <p14:creationId xmlns:p14="http://schemas.microsoft.com/office/powerpoint/2010/main" val="876103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5</a:t>
            </a:fld>
            <a:endParaRPr lang="en-US" dirty="0"/>
          </a:p>
        </p:txBody>
      </p:sp>
    </p:spTree>
    <p:extLst>
      <p:ext uri="{BB962C8B-B14F-4D97-AF65-F5344CB8AC3E}">
        <p14:creationId xmlns:p14="http://schemas.microsoft.com/office/powerpoint/2010/main" val="1521443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6</a:t>
            </a:fld>
            <a:endParaRPr lang="en-US" dirty="0"/>
          </a:p>
        </p:txBody>
      </p:sp>
    </p:spTree>
    <p:extLst>
      <p:ext uri="{BB962C8B-B14F-4D97-AF65-F5344CB8AC3E}">
        <p14:creationId xmlns:p14="http://schemas.microsoft.com/office/powerpoint/2010/main" val="337397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DB60-860E-3787-712C-45A9CC114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E378-30BC-49CF-CF6D-C0FB497B26FD}"/>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E5152BA8-4593-7D04-7F36-0B00D4221213}"/>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C54E517-356B-146E-29DF-18EAC81EB95F}"/>
              </a:ext>
            </a:extLst>
          </p:cNvPr>
          <p:cNvSpPr>
            <a:spLocks noGrp="1"/>
          </p:cNvSpPr>
          <p:nvPr>
            <p:ph type="sldNum" sz="quarter" idx="5"/>
          </p:nvPr>
        </p:nvSpPr>
        <p:spPr/>
        <p:txBody>
          <a:bodyPr/>
          <a:lstStyle/>
          <a:p>
            <a:fld id="{B91E682E-91A0-4C72-BD6A-856B62FD399B}" type="slidenum">
              <a:rPr lang="en-US" smtClean="0"/>
              <a:t>8</a:t>
            </a:fld>
            <a:endParaRPr lang="en-US" dirty="0"/>
          </a:p>
        </p:txBody>
      </p:sp>
    </p:spTree>
    <p:extLst>
      <p:ext uri="{BB962C8B-B14F-4D97-AF65-F5344CB8AC3E}">
        <p14:creationId xmlns:p14="http://schemas.microsoft.com/office/powerpoint/2010/main" val="3160121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A481-301D-0C3E-A37C-0066BA7D2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C9A3A-1CB5-0B4E-DE01-194A81FD540C}"/>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EB092CF8-DAF3-2534-D494-4A9408219FA6}"/>
              </a:ext>
            </a:extLst>
          </p:cNvPr>
          <p:cNvSpPr>
            <a:spLocks noGrp="1"/>
          </p:cNvSpPr>
          <p:nvPr>
            <p:ph type="body" idx="1"/>
          </p:nvPr>
        </p:nvSpPr>
        <p:spPr/>
        <p:txBody>
          <a:bodyPr/>
          <a:lstStyle/>
          <a:p>
            <a:pPr fontAlgn="t"/>
            <a:r>
              <a:rPr lang="en-US" sz="1200" b="0" i="0" kern="1200">
                <a:solidFill>
                  <a:schemeClr val="tx1"/>
                </a:solidFill>
                <a:effectLst/>
                <a:latin typeface="+mn-lt"/>
                <a:ea typeface="+mn-ea"/>
                <a:cs typeface="+mn-cs"/>
              </a:rPr>
              <a:t>Continuous Integration </a:t>
            </a:r>
            <a:r>
              <a:rPr lang="en-US" sz="1200" b="0" i="0" kern="1200" dirty="0">
                <a:solidFill>
                  <a:schemeClr val="tx1"/>
                </a:solidFill>
                <a:effectLst/>
                <a:latin typeface="+mn-lt"/>
                <a:ea typeface="+mn-ea"/>
                <a:cs typeface="+mn-cs"/>
              </a:rPr>
              <a:t>/ Continuous Deployment</a:t>
            </a:r>
          </a:p>
        </p:txBody>
      </p:sp>
      <p:sp>
        <p:nvSpPr>
          <p:cNvPr id="4" name="Slide Number Placeholder 3">
            <a:extLst>
              <a:ext uri="{FF2B5EF4-FFF2-40B4-BE49-F238E27FC236}">
                <a16:creationId xmlns:a16="http://schemas.microsoft.com/office/drawing/2014/main" id="{9AF69E3F-DA79-782B-F0A7-0D5657C921CF}"/>
              </a:ext>
            </a:extLst>
          </p:cNvPr>
          <p:cNvSpPr>
            <a:spLocks noGrp="1"/>
          </p:cNvSpPr>
          <p:nvPr>
            <p:ph type="sldNum" sz="quarter" idx="5"/>
          </p:nvPr>
        </p:nvSpPr>
        <p:spPr/>
        <p:txBody>
          <a:bodyPr/>
          <a:lstStyle/>
          <a:p>
            <a:fld id="{B91E682E-91A0-4C72-BD6A-856B62FD399B}" type="slidenum">
              <a:rPr lang="en-US" smtClean="0"/>
              <a:t>9</a:t>
            </a:fld>
            <a:endParaRPr lang="en-US" dirty="0"/>
          </a:p>
        </p:txBody>
      </p:sp>
    </p:spTree>
    <p:extLst>
      <p:ext uri="{BB962C8B-B14F-4D97-AF65-F5344CB8AC3E}">
        <p14:creationId xmlns:p14="http://schemas.microsoft.com/office/powerpoint/2010/main" val="2877265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32004-382D-0E1A-EA58-7EB42A06B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9F4BB-2010-9FD6-9F5C-A39642325E38}"/>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0AC1AF83-331C-F831-A8A8-6110F7E77A1F}"/>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36335D1-6555-16CB-7258-C53B5B29C3AE}"/>
              </a:ext>
            </a:extLst>
          </p:cNvPr>
          <p:cNvSpPr>
            <a:spLocks noGrp="1"/>
          </p:cNvSpPr>
          <p:nvPr>
            <p:ph type="sldNum" sz="quarter" idx="5"/>
          </p:nvPr>
        </p:nvSpPr>
        <p:spPr/>
        <p:txBody>
          <a:bodyPr/>
          <a:lstStyle/>
          <a:p>
            <a:fld id="{B91E682E-91A0-4C72-BD6A-856B62FD399B}" type="slidenum">
              <a:rPr lang="en-US" smtClean="0"/>
              <a:t>11</a:t>
            </a:fld>
            <a:endParaRPr lang="en-US" dirty="0"/>
          </a:p>
        </p:txBody>
      </p:sp>
    </p:spTree>
    <p:extLst>
      <p:ext uri="{BB962C8B-B14F-4D97-AF65-F5344CB8AC3E}">
        <p14:creationId xmlns:p14="http://schemas.microsoft.com/office/powerpoint/2010/main" val="2913020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7A0E-9EE9-52BD-9B0A-71C0237EB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DD470-31DC-85F6-1228-1DC96738E17A}"/>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9383830F-5DA1-58E9-CB97-788A55403738}"/>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8BBB0EF-66E3-7BB0-D869-1A9D3CD420C8}"/>
              </a:ext>
            </a:extLst>
          </p:cNvPr>
          <p:cNvSpPr>
            <a:spLocks noGrp="1"/>
          </p:cNvSpPr>
          <p:nvPr>
            <p:ph type="sldNum" sz="quarter" idx="5"/>
          </p:nvPr>
        </p:nvSpPr>
        <p:spPr/>
        <p:txBody>
          <a:bodyPr/>
          <a:lstStyle/>
          <a:p>
            <a:fld id="{B91E682E-91A0-4C72-BD6A-856B62FD399B}" type="slidenum">
              <a:rPr lang="en-US" smtClean="0"/>
              <a:t>12</a:t>
            </a:fld>
            <a:endParaRPr lang="en-US" dirty="0"/>
          </a:p>
        </p:txBody>
      </p:sp>
    </p:spTree>
    <p:extLst>
      <p:ext uri="{BB962C8B-B14F-4D97-AF65-F5344CB8AC3E}">
        <p14:creationId xmlns:p14="http://schemas.microsoft.com/office/powerpoint/2010/main" val="2105489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sp>
      <p:sp>
        <p:nvSpPr>
          <p:cNvPr id="3" name="Notes Placeholder 2"/>
          <p:cNvSpPr>
            <a:spLocks noGrp="1"/>
          </p:cNvSpPr>
          <p:nvPr>
            <p:ph type="body" idx="1"/>
          </p:nvPr>
        </p:nvSpPr>
        <p:spPr/>
        <p:txBody>
          <a:bodyPr/>
          <a:lstStyle/>
          <a:p>
            <a:r>
              <a:rPr lang="en-US" dirty="0">
                <a:solidFill>
                  <a:srgbClr val="000000"/>
                </a:solidFill>
                <a:latin typeface="Calibri" panose="020F0502020204030204" pitchFamily="34" charset="0"/>
                <a:cs typeface="Calibri" panose="020F0502020204030204" pitchFamily="34" charset="0"/>
              </a:rPr>
              <a:t>Interim Amendment Only</a:t>
            </a:r>
          </a:p>
          <a:p>
            <a:r>
              <a:rPr lang="en-US" dirty="0">
                <a:solidFill>
                  <a:srgbClr val="000000"/>
                </a:solidFill>
                <a:latin typeface="Calibri" panose="020F0502020204030204" pitchFamily="34" charset="0"/>
                <a:cs typeface="Calibri" panose="020F0502020204030204" pitchFamily="34" charset="0"/>
              </a:rPr>
              <a:t>Includes Interim Amendment</a:t>
            </a:r>
          </a:p>
          <a:p>
            <a:r>
              <a:rPr lang="en-US" dirty="0">
                <a:solidFill>
                  <a:srgbClr val="000000"/>
                </a:solidFill>
                <a:latin typeface="Calibri" panose="020F0502020204030204" pitchFamily="34" charset="0"/>
                <a:cs typeface="Calibri" panose="020F0502020204030204" pitchFamily="34" charset="0"/>
              </a:rPr>
              <a:t>Excludes Interim Amendment</a:t>
            </a:r>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13</a:t>
            </a:fld>
            <a:endParaRPr lang="en-US" dirty="0"/>
          </a:p>
        </p:txBody>
      </p:sp>
    </p:spTree>
    <p:extLst>
      <p:ext uri="{BB962C8B-B14F-4D97-AF65-F5344CB8AC3E}">
        <p14:creationId xmlns:p14="http://schemas.microsoft.com/office/powerpoint/2010/main" val="853119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C7FB1-F323-DAC7-613A-0C9B9925B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9122D-FB36-4E9F-B44B-4C639D0F04C5}"/>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9CD0C6F4-459B-BB82-FC5A-5259C563C9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D5B928D-F371-12ED-6E78-615E9FC781BE}"/>
              </a:ext>
            </a:extLst>
          </p:cNvPr>
          <p:cNvSpPr>
            <a:spLocks noGrp="1"/>
          </p:cNvSpPr>
          <p:nvPr>
            <p:ph type="sldNum" sz="quarter" idx="5"/>
          </p:nvPr>
        </p:nvSpPr>
        <p:spPr/>
        <p:txBody>
          <a:bodyPr/>
          <a:lstStyle/>
          <a:p>
            <a:fld id="{B91E682E-91A0-4C72-BD6A-856B62FD399B}" type="slidenum">
              <a:rPr lang="en-US" smtClean="0"/>
              <a:t>14</a:t>
            </a:fld>
            <a:endParaRPr lang="en-US" dirty="0"/>
          </a:p>
        </p:txBody>
      </p:sp>
    </p:spTree>
    <p:extLst>
      <p:ext uri="{BB962C8B-B14F-4D97-AF65-F5344CB8AC3E}">
        <p14:creationId xmlns:p14="http://schemas.microsoft.com/office/powerpoint/2010/main" val="4233480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3D293-EDA8-2EAF-519B-2A4B958C5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92E7A-FFBD-BCCA-FEF9-06E43FC87921}"/>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CF0CE9AF-608C-9E87-CC87-C69B43F505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B00E677-FDE3-D18B-5906-5B7BB2C063B1}"/>
              </a:ext>
            </a:extLst>
          </p:cNvPr>
          <p:cNvSpPr>
            <a:spLocks noGrp="1"/>
          </p:cNvSpPr>
          <p:nvPr>
            <p:ph type="sldNum" sz="quarter" idx="5"/>
          </p:nvPr>
        </p:nvSpPr>
        <p:spPr/>
        <p:txBody>
          <a:bodyPr/>
          <a:lstStyle/>
          <a:p>
            <a:fld id="{B91E682E-91A0-4C72-BD6A-856B62FD399B}" type="slidenum">
              <a:rPr lang="en-US" smtClean="0"/>
              <a:t>15</a:t>
            </a:fld>
            <a:endParaRPr lang="en-US" dirty="0"/>
          </a:p>
        </p:txBody>
      </p:sp>
    </p:spTree>
    <p:extLst>
      <p:ext uri="{BB962C8B-B14F-4D97-AF65-F5344CB8AC3E}">
        <p14:creationId xmlns:p14="http://schemas.microsoft.com/office/powerpoint/2010/main" val="1951679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B38A-06C9-12EB-414A-C205A6908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BFDEC-E561-9EB7-5C7D-48B03DF275EB}"/>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5807E5A8-AF0D-0481-63C2-7F61591FC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71493-650C-9D9A-54A2-FB6874B32AAA}"/>
              </a:ext>
            </a:extLst>
          </p:cNvPr>
          <p:cNvSpPr>
            <a:spLocks noGrp="1"/>
          </p:cNvSpPr>
          <p:nvPr>
            <p:ph type="sldNum" sz="quarter" idx="5"/>
          </p:nvPr>
        </p:nvSpPr>
        <p:spPr/>
        <p:txBody>
          <a:bodyPr/>
          <a:lstStyle/>
          <a:p>
            <a:fld id="{B91E682E-91A0-4C72-BD6A-856B62FD399B}" type="slidenum">
              <a:rPr lang="en-US" smtClean="0"/>
              <a:t>16</a:t>
            </a:fld>
            <a:endParaRPr lang="en-US" dirty="0"/>
          </a:p>
        </p:txBody>
      </p:sp>
    </p:spTree>
    <p:extLst>
      <p:ext uri="{BB962C8B-B14F-4D97-AF65-F5344CB8AC3E}">
        <p14:creationId xmlns:p14="http://schemas.microsoft.com/office/powerpoint/2010/main" val="1128230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17</a:t>
            </a:fld>
            <a:endParaRPr lang="en-US" dirty="0"/>
          </a:p>
        </p:txBody>
      </p:sp>
    </p:spTree>
    <p:extLst>
      <p:ext uri="{BB962C8B-B14F-4D97-AF65-F5344CB8AC3E}">
        <p14:creationId xmlns:p14="http://schemas.microsoft.com/office/powerpoint/2010/main" val="740097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18</a:t>
            </a:fld>
            <a:endParaRPr lang="en-US" dirty="0"/>
          </a:p>
        </p:txBody>
      </p:sp>
    </p:spTree>
    <p:extLst>
      <p:ext uri="{BB962C8B-B14F-4D97-AF65-F5344CB8AC3E}">
        <p14:creationId xmlns:p14="http://schemas.microsoft.com/office/powerpoint/2010/main" val="1956426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22</a:t>
            </a:fld>
            <a:endParaRPr lang="en-US" dirty="0"/>
          </a:p>
        </p:txBody>
      </p:sp>
    </p:spTree>
    <p:extLst>
      <p:ext uri="{BB962C8B-B14F-4D97-AF65-F5344CB8AC3E}">
        <p14:creationId xmlns:p14="http://schemas.microsoft.com/office/powerpoint/2010/main" val="3269161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tandard Content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1736229"/>
            <a:ext cx="11544300" cy="3385542"/>
          </a:xfrm>
          <a:prstGeom prst="rect">
            <a:avLst/>
          </a:prstGeom>
          <a:noFill/>
        </p:spPr>
        <p:txBody>
          <a:bodyPr wrap="square" lIns="0" tIns="0" rIns="0" bIns="0" rtlCol="0">
            <a:spAutoFit/>
          </a:bodyPr>
          <a:lstStyle/>
          <a:p>
            <a:pPr algn="ctr">
              <a:lnSpc>
                <a:spcPct val="100000"/>
              </a:lnSpc>
              <a:spcBef>
                <a:spcPts val="3600"/>
              </a:spcBef>
            </a:pPr>
            <a:r>
              <a:rPr sz="11000" b="1" dirty="0"/>
              <a:t>Standard Content Layouts</a:t>
            </a:r>
            <a:endParaRPr sz="11000" dirty="0"/>
          </a:p>
        </p:txBody>
      </p:sp>
    </p:spTree>
    <p:extLst>
      <p:ext uri="{BB962C8B-B14F-4D97-AF65-F5344CB8AC3E}">
        <p14:creationId xmlns:p14="http://schemas.microsoft.com/office/powerpoint/2010/main" val="2413896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18FFE6D7-B1D8-44E2-92D9-C29BF95EE8F2}"/>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90DD623D-0826-4623-820B-3FD95A578E76}"/>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 </a:t>
            </a:r>
          </a:p>
        </p:txBody>
      </p:sp>
      <p:sp>
        <p:nvSpPr>
          <p:cNvPr id="9" name="Content Placeholder 8">
            <a:extLst>
              <a:ext uri="{FF2B5EF4-FFF2-40B4-BE49-F238E27FC236}">
                <a16:creationId xmlns:a16="http://schemas.microsoft.com/office/drawing/2014/main" id="{AF4A3D14-14F3-4722-8E25-384E6813D9EE}"/>
              </a:ext>
            </a:extLst>
          </p:cNvPr>
          <p:cNvSpPr>
            <a:spLocks noGrp="1"/>
          </p:cNvSpPr>
          <p:nvPr>
            <p:ph sz="quarter" idx="15" hasCustomPrompt="1"/>
          </p:nvPr>
        </p:nvSpPr>
        <p:spPr>
          <a:xfrm>
            <a:off x="457200" y="2019300"/>
            <a:ext cx="11010900" cy="4152900"/>
          </a:xfrm>
        </p:spPr>
        <p:txBody>
          <a:bodyP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432DC6F4-AC55-4F39-AFDF-D3412036DDEC}"/>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3BB1696D-18A5-466C-9E77-30338ECE14AF}"/>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3714773B-62E6-48AA-A4A9-1123666A99CA}"/>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FE00D853-928E-41B6-97F2-35B511BF2195}"/>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38475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4B1CC-1493-4B8D-92A1-D16E786EA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B19E6328-CD1B-40FF-AA4D-AC10EB156AFF}"/>
              </a:ext>
            </a:extLst>
          </p:cNvPr>
          <p:cNvSpPr>
            <a:spLocks noGrp="1"/>
          </p:cNvSpPr>
          <p:nvPr>
            <p:ph type="dt" sz="half" idx="10"/>
          </p:nvPr>
        </p:nvSpPr>
        <p:spPr/>
        <p:txBody>
          <a:bodyPr/>
          <a:lstStyle/>
          <a:p>
            <a:endParaRPr dirty="0"/>
          </a:p>
        </p:txBody>
      </p:sp>
      <p:sp>
        <p:nvSpPr>
          <p:cNvPr id="5" name="Footer Placeholder 4">
            <a:extLst>
              <a:ext uri="{FF2B5EF4-FFF2-40B4-BE49-F238E27FC236}">
                <a16:creationId xmlns:a16="http://schemas.microsoft.com/office/drawing/2014/main" id="{68E4BDA6-F8D0-400F-8D83-BE50061A6A99}"/>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D09C1F7B-02E3-4067-B256-BCA9940D8DB5}"/>
              </a:ext>
            </a:extLst>
          </p:cNvPr>
          <p:cNvSpPr>
            <a:spLocks noGrp="1"/>
          </p:cNvSpPr>
          <p:nvPr>
            <p:ph type="sldNum" sz="quarter" idx="12"/>
          </p:nvPr>
        </p:nvSpPr>
        <p:spPr/>
        <p:txBody>
          <a:bodyPr/>
          <a:lstStyle/>
          <a:p>
            <a:fld id="{F6399DB0-1606-4A34-A4F1-BB3CBF9AAD12}" type="slidenum">
              <a:rPr/>
              <a:t>‹#›</a:t>
            </a:fld>
            <a:endParaRPr dirty="0"/>
          </a:p>
        </p:txBody>
      </p:sp>
      <p:sp>
        <p:nvSpPr>
          <p:cNvPr id="7" name="Title 6">
            <a:extLst>
              <a:ext uri="{FF2B5EF4-FFF2-40B4-BE49-F238E27FC236}">
                <a16:creationId xmlns:a16="http://schemas.microsoft.com/office/drawing/2014/main" id="{53C6BD29-B35D-4E92-BAD8-CE515F28403E}"/>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42999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and Subtitle">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47EAE114-4C9B-4356-B65F-6FDBC68D57C2}"/>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742364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6E594F-8A88-47F9-8B29-45826725B65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5B65FBF-A2AB-4C26-A409-8927B6765705}"/>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43440D2B-B2B9-4168-B65E-E27C4EAEA50D}"/>
              </a:ext>
            </a:extLst>
          </p:cNvPr>
          <p:cNvSpPr>
            <a:spLocks noGrp="1"/>
          </p:cNvSpPr>
          <p:nvPr>
            <p:ph type="sldNum" sz="quarter" idx="12"/>
          </p:nvPr>
        </p:nvSpPr>
        <p:spPr/>
        <p:txBody>
          <a:bodyPr/>
          <a:lstStyle/>
          <a:p>
            <a:fld id="{8A05B047-7786-42C0-A2BF-6DB1A4525D42}" type="slidenum">
              <a:rPr/>
              <a:t>‹#›</a:t>
            </a:fld>
            <a:endParaRPr dirty="0"/>
          </a:p>
        </p:txBody>
      </p:sp>
      <p:sp>
        <p:nvSpPr>
          <p:cNvPr id="6" name="Title 5">
            <a:extLst>
              <a:ext uri="{FF2B5EF4-FFF2-40B4-BE49-F238E27FC236}">
                <a16:creationId xmlns:a16="http://schemas.microsoft.com/office/drawing/2014/main" id="{3BCFDDC1-BBDC-4A75-86A5-B95CF748C373}"/>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56325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and Subtitle">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E279E970-E2F1-4CDD-A08B-487D669AAC51}"/>
              </a:ext>
            </a:extLst>
          </p:cNvPr>
          <p:cNvSpPr>
            <a:spLocks noGrp="1"/>
          </p:cNvSpPr>
          <p:nvPr>
            <p:ph sz="quarter" idx="15" hasCustomPrompt="1"/>
          </p:nvPr>
        </p:nvSpPr>
        <p:spPr>
          <a:xfrm>
            <a:off x="457200" y="2019300"/>
            <a:ext cx="5334000" cy="4152899"/>
          </a:xfrm>
        </p:spPr>
        <p:txBody>
          <a:bodyPr/>
          <a:lstStyle/>
          <a:p>
            <a:pPr marL="228600" marR="0" lvl="0" indent="-228600" algn="l" defTabSz="914400" rtl="0" eaLnBrk="1" fontAlgn="auto" latinLnBrk="0" hangingPunct="1">
              <a:lnSpc>
                <a:spcPct val="90000"/>
              </a:lnSpc>
              <a:spcBef>
                <a:spcPts val="1800"/>
              </a:spcBef>
              <a:spcAft>
                <a:spcPts val="0"/>
              </a:spcAft>
              <a:buClr>
                <a:schemeClr val="tx1">
                  <a:lumMod val="50000"/>
                  <a:lumOff val="50000"/>
                </a:schemeClr>
              </a:buClr>
              <a:buSzTx/>
              <a:buFont typeface="Arial" panose="020B0604020202020204" pitchFamily="34" charset="0"/>
              <a:buChar char="•"/>
              <a:tabLst/>
              <a:defRPr/>
            </a:pPr>
            <a:r>
              <a:t>Click to add text or choose an icon below to insert other content</a:t>
            </a:r>
          </a:p>
          <a:p>
            <a:pPr lvl="1"/>
            <a:r>
              <a:t>Second level</a:t>
            </a:r>
          </a:p>
          <a:p>
            <a:pPr lvl="2"/>
            <a:r>
              <a:t>Third level</a:t>
            </a:r>
          </a:p>
          <a:p>
            <a:pPr lvl="3"/>
            <a:r>
              <a:t>Fourth level</a:t>
            </a:r>
          </a:p>
          <a:p>
            <a:pPr lvl="4"/>
            <a:r>
              <a:t>Fifth level</a:t>
            </a:r>
          </a:p>
        </p:txBody>
      </p:sp>
      <p:sp>
        <p:nvSpPr>
          <p:cNvPr id="10" name="Content Placeholder 8">
            <a:extLst>
              <a:ext uri="{FF2B5EF4-FFF2-40B4-BE49-F238E27FC236}">
                <a16:creationId xmlns:a16="http://schemas.microsoft.com/office/drawing/2014/main" id="{7A3506ED-8882-407B-BE5D-3BBACFC27503}"/>
              </a:ext>
            </a:extLst>
          </p:cNvPr>
          <p:cNvSpPr>
            <a:spLocks noGrp="1"/>
          </p:cNvSpPr>
          <p:nvPr>
            <p:ph sz="quarter" idx="16" hasCustomPrompt="1"/>
          </p:nvPr>
        </p:nvSpPr>
        <p:spPr>
          <a:xfrm>
            <a:off x="6134100" y="2019300"/>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80547082-CFD4-42F4-8AC0-7822BDD01DED}"/>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973586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4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 2/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71D4-93CC-4765-A3F6-FF90E08AE6F0}"/>
              </a:ext>
            </a:extLst>
          </p:cNvPr>
          <p:cNvSpPr>
            <a:spLocks noGrp="1"/>
          </p:cNvSpPr>
          <p:nvPr>
            <p:ph type="title"/>
          </p:nvPr>
        </p:nvSpPr>
        <p:spPr>
          <a:xfrm>
            <a:off x="457200" y="822960"/>
            <a:ext cx="3448924" cy="1334533"/>
          </a:xfrm>
        </p:spPr>
        <p:txBody>
          <a:bodyPr anchor="t"/>
          <a:lstStyle>
            <a:lvl1pPr>
              <a:defRPr/>
            </a:lvl1pPr>
          </a:lstStyle>
          <a:p>
            <a:r>
              <a:rPr lang="en-US"/>
              <a:t>Click to edit Master title style</a:t>
            </a:r>
            <a:endParaRPr/>
          </a:p>
        </p:txBody>
      </p:sp>
      <p:sp>
        <p:nvSpPr>
          <p:cNvPr id="9" name="superhead">
            <a:extLst>
              <a:ext uri="{FF2B5EF4-FFF2-40B4-BE49-F238E27FC236}">
                <a16:creationId xmlns:a16="http://schemas.microsoft.com/office/drawing/2014/main" id="{594A7841-547E-416F-A1B9-A1DE671DF100}"/>
              </a:ext>
            </a:extLst>
          </p:cNvPr>
          <p:cNvSpPr>
            <a:spLocks noGrp="1"/>
          </p:cNvSpPr>
          <p:nvPr>
            <p:ph type="body" sz="quarter" idx="15"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subtitle">
            <a:extLst>
              <a:ext uri="{FF2B5EF4-FFF2-40B4-BE49-F238E27FC236}">
                <a16:creationId xmlns:a16="http://schemas.microsoft.com/office/drawing/2014/main" id="{DFA21477-71FB-4AE7-B2EA-760C5B3CFA9C}"/>
              </a:ext>
            </a:extLst>
          </p:cNvPr>
          <p:cNvSpPr>
            <a:spLocks noGrp="1"/>
          </p:cNvSpPr>
          <p:nvPr>
            <p:ph type="body" sz="quarter" idx="14" hasCustomPrompt="1"/>
          </p:nvPr>
        </p:nvSpPr>
        <p:spPr>
          <a:xfrm>
            <a:off x="457200" y="2304288"/>
            <a:ext cx="3448924" cy="651782"/>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7" name="Content Placeholder 6">
            <a:extLst>
              <a:ext uri="{FF2B5EF4-FFF2-40B4-BE49-F238E27FC236}">
                <a16:creationId xmlns:a16="http://schemas.microsoft.com/office/drawing/2014/main" id="{1B731BA0-20F9-4E83-9CC9-4E0D3DB7DD14}"/>
              </a:ext>
            </a:extLst>
          </p:cNvPr>
          <p:cNvSpPr>
            <a:spLocks noGrp="1"/>
          </p:cNvSpPr>
          <p:nvPr>
            <p:ph sz="quarter" idx="13" hasCustomPrompt="1"/>
          </p:nvPr>
        </p:nvSpPr>
        <p:spPr>
          <a:xfrm>
            <a:off x="4191000" y="886124"/>
            <a:ext cx="7277100" cy="5286076"/>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5D71E8CF-EDCB-4345-9D93-489BBE53557D}"/>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F28F700-71D8-477E-858A-32CBCA6F03CD}"/>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3A41846-6A70-4838-983B-B4E16FFAEE38}"/>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03591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55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6A9040-0A79-4105-BAD8-3123080EBC4D}"/>
              </a:ext>
            </a:extLst>
          </p:cNvPr>
          <p:cNvSpPr>
            <a:spLocks noGrp="1"/>
          </p:cNvSpPr>
          <p:nvPr>
            <p:ph type="dt" sz="half" idx="10"/>
          </p:nvPr>
        </p:nvSpPr>
        <p:spPr/>
        <p:txBody>
          <a:bodyPr/>
          <a:lstStyle/>
          <a:p>
            <a:endParaRPr dirty="0"/>
          </a:p>
        </p:txBody>
      </p:sp>
      <p:sp>
        <p:nvSpPr>
          <p:cNvPr id="3" name="Footer Placeholder 2">
            <a:extLst>
              <a:ext uri="{FF2B5EF4-FFF2-40B4-BE49-F238E27FC236}">
                <a16:creationId xmlns:a16="http://schemas.microsoft.com/office/drawing/2014/main" id="{C94CA3ED-3294-4DFC-BC5D-1482AE2FE5F0}"/>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4" name="Slide Number Placeholder 3">
            <a:extLst>
              <a:ext uri="{FF2B5EF4-FFF2-40B4-BE49-F238E27FC236}">
                <a16:creationId xmlns:a16="http://schemas.microsoft.com/office/drawing/2014/main" id="{EF38A37F-D6BE-4BD6-8886-01BCC4A06B96}"/>
              </a:ext>
            </a:extLst>
          </p:cNvPr>
          <p:cNvSpPr>
            <a:spLocks noGrp="1"/>
          </p:cNvSpPr>
          <p:nvPr>
            <p:ph type="sldNum" sz="quarter" idx="12"/>
          </p:nvPr>
        </p:nvSpPr>
        <p:spPr/>
        <p:txBody>
          <a:bodyPr/>
          <a:lstStyle/>
          <a:p>
            <a:fld id="{8A05B047-7786-42C0-A2BF-6DB1A4525D42}" type="slidenum">
              <a:rPr/>
              <a:t>‹#›</a:t>
            </a:fld>
            <a:endParaRPr dirty="0"/>
          </a:p>
        </p:txBody>
      </p:sp>
    </p:spTree>
    <p:extLst>
      <p:ext uri="{BB962C8B-B14F-4D97-AF65-F5344CB8AC3E}">
        <p14:creationId xmlns:p14="http://schemas.microsoft.com/office/powerpoint/2010/main" val="78734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rue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C34D85B-5C20-4D6D-B791-BE6D7128E20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64D469ED-52F5-40C6-B121-C15A0A78C058}"/>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A83B1DAA-2FA0-4778-A372-1294699CF616}"/>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1626268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ight Title +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8CDE535-6EDB-4149-8341-B8C7B22FA490}"/>
              </a:ext>
            </a:extLst>
          </p:cNvPr>
          <p:cNvGrpSpPr/>
          <p:nvPr/>
        </p:nvGrpSpPr>
        <p:grpSpPr>
          <a:xfrm>
            <a:off x="7768196" y="-7294"/>
            <a:ext cx="4423804" cy="6865293"/>
            <a:chOff x="7768196" y="-7294"/>
            <a:chExt cx="4423804" cy="6865293"/>
          </a:xfrm>
        </p:grpSpPr>
        <p:sp>
          <p:nvSpPr>
            <p:cNvPr id="8" name="Freeform: Shape 7">
              <a:extLst>
                <a:ext uri="{FF2B5EF4-FFF2-40B4-BE49-F238E27FC236}">
                  <a16:creationId xmlns:a16="http://schemas.microsoft.com/office/drawing/2014/main" id="{1ED40C9B-DF46-4033-A905-E9C5EE38AE97}"/>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2" name="Freeform: Shape 11">
              <a:extLst>
                <a:ext uri="{FF2B5EF4-FFF2-40B4-BE49-F238E27FC236}">
                  <a16:creationId xmlns:a16="http://schemas.microsoft.com/office/drawing/2014/main" id="{89E02C0F-75F0-4D56-B519-AA246102FEDB}"/>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18FFE6D7-B1D8-44E2-92D9-C29BF95EE8F2}"/>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90DD623D-0826-4623-820B-3FD95A578E76}"/>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AF4A3D14-14F3-4722-8E25-384E6813D9EE}"/>
              </a:ext>
            </a:extLst>
          </p:cNvPr>
          <p:cNvSpPr>
            <a:spLocks noGrp="1"/>
          </p:cNvSpPr>
          <p:nvPr>
            <p:ph sz="quarter" idx="15" hasCustomPrompt="1"/>
          </p:nvPr>
        </p:nvSpPr>
        <p:spPr>
          <a:xfrm>
            <a:off x="457200" y="2019300"/>
            <a:ext cx="110109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432DC6F4-AC55-4F39-AFDF-D3412036DDEC}"/>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3BB1696D-18A5-466C-9E77-30338ECE14AF}"/>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3714773B-62E6-48AA-A4A9-1123666A99CA}"/>
              </a:ext>
            </a:extLst>
          </p:cNvPr>
          <p:cNvSpPr>
            <a:spLocks noGrp="1"/>
          </p:cNvSpPr>
          <p:nvPr>
            <p:ph type="sldNum" sz="quarter" idx="12"/>
          </p:nvPr>
        </p:nvSpPr>
        <p:spPr/>
        <p:txBody>
          <a:bodyPr/>
          <a:lstStyle/>
          <a:p>
            <a:fld id="{8A05B047-7786-42C0-A2BF-6DB1A4525D42}" type="slidenum">
              <a:rPr/>
              <a:pPr/>
              <a:t>‹#›</a:t>
            </a:fld>
            <a:endParaRPr dirty="0"/>
          </a:p>
        </p:txBody>
      </p:sp>
      <p:sp>
        <p:nvSpPr>
          <p:cNvPr id="11" name="Title 10">
            <a:extLst>
              <a:ext uri="{FF2B5EF4-FFF2-40B4-BE49-F238E27FC236}">
                <a16:creationId xmlns:a16="http://schemas.microsoft.com/office/drawing/2014/main" id="{6CA941BC-6AFC-449E-8663-CE8433AE61D0}"/>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542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ight Title + Subtitl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EED0B8-57DE-47F3-A012-D6E47915A56B}"/>
              </a:ext>
            </a:extLst>
          </p:cNvPr>
          <p:cNvGrpSpPr/>
          <p:nvPr/>
        </p:nvGrpSpPr>
        <p:grpSpPr>
          <a:xfrm>
            <a:off x="7768196" y="-7294"/>
            <a:ext cx="4423804" cy="6865293"/>
            <a:chOff x="7768196" y="-7294"/>
            <a:chExt cx="4423804" cy="6865293"/>
          </a:xfrm>
        </p:grpSpPr>
        <p:sp>
          <p:nvSpPr>
            <p:cNvPr id="9" name="Freeform: Shape 8">
              <a:extLst>
                <a:ext uri="{FF2B5EF4-FFF2-40B4-BE49-F238E27FC236}">
                  <a16:creationId xmlns:a16="http://schemas.microsoft.com/office/drawing/2014/main" id="{D1C97986-0758-41F5-A2FC-EC0E34E97950}"/>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1" name="Freeform: Shape 10">
              <a:extLst>
                <a:ext uri="{FF2B5EF4-FFF2-40B4-BE49-F238E27FC236}">
                  <a16:creationId xmlns:a16="http://schemas.microsoft.com/office/drawing/2014/main" id="{3D9B318F-5995-4833-A8A4-277AFCFEC3CF}"/>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10" name="Title 9">
            <a:extLst>
              <a:ext uri="{FF2B5EF4-FFF2-40B4-BE49-F238E27FC236}">
                <a16:creationId xmlns:a16="http://schemas.microsoft.com/office/drawing/2014/main" id="{1B76F9B4-7AED-45A4-9EE7-754A79682EAA}"/>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38601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ight Title + Two Conten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FBBD386-657F-456F-8814-E35C91872353}"/>
              </a:ext>
            </a:extLst>
          </p:cNvPr>
          <p:cNvGrpSpPr/>
          <p:nvPr/>
        </p:nvGrpSpPr>
        <p:grpSpPr>
          <a:xfrm>
            <a:off x="7768196" y="-7294"/>
            <a:ext cx="4423804" cy="6865293"/>
            <a:chOff x="7768196" y="-7294"/>
            <a:chExt cx="4423804" cy="6865293"/>
          </a:xfrm>
        </p:grpSpPr>
        <p:sp>
          <p:nvSpPr>
            <p:cNvPr id="8" name="Freeform: Shape 7">
              <a:extLst>
                <a:ext uri="{FF2B5EF4-FFF2-40B4-BE49-F238E27FC236}">
                  <a16:creationId xmlns:a16="http://schemas.microsoft.com/office/drawing/2014/main" id="{5DF9AAF2-749B-49B4-BDFC-3F114DA3FCBB}"/>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3" name="Freeform: Shape 12">
              <a:extLst>
                <a:ext uri="{FF2B5EF4-FFF2-40B4-BE49-F238E27FC236}">
                  <a16:creationId xmlns:a16="http://schemas.microsoft.com/office/drawing/2014/main" id="{094DDCF7-C16F-439B-A497-34B422E1C035}"/>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E279E970-E2F1-4CDD-A08B-487D669AAC51}"/>
              </a:ext>
            </a:extLst>
          </p:cNvPr>
          <p:cNvSpPr>
            <a:spLocks noGrp="1"/>
          </p:cNvSpPr>
          <p:nvPr>
            <p:ph sz="quarter" idx="15" hasCustomPrompt="1"/>
          </p:nvPr>
        </p:nvSpPr>
        <p:spPr>
          <a:xfrm>
            <a:off x="457200" y="2019299"/>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0" name="Content Placeholder 8">
            <a:extLst>
              <a:ext uri="{FF2B5EF4-FFF2-40B4-BE49-F238E27FC236}">
                <a16:creationId xmlns:a16="http://schemas.microsoft.com/office/drawing/2014/main" id="{7A3506ED-8882-407B-BE5D-3BBACFC27503}"/>
              </a:ext>
            </a:extLst>
          </p:cNvPr>
          <p:cNvSpPr>
            <a:spLocks noGrp="1"/>
          </p:cNvSpPr>
          <p:nvPr>
            <p:ph sz="quarter" idx="16" hasCustomPrompt="1"/>
          </p:nvPr>
        </p:nvSpPr>
        <p:spPr>
          <a:xfrm>
            <a:off x="6134100" y="2019299"/>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12" name="Title 11">
            <a:extLst>
              <a:ext uri="{FF2B5EF4-FFF2-40B4-BE49-F238E27FC236}">
                <a16:creationId xmlns:a16="http://schemas.microsoft.com/office/drawing/2014/main" id="{52E5883E-EF45-46F4-B13F-554EB42FB83C}"/>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46411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64">
          <p15:clr>
            <a:srgbClr val="A4A3A4"/>
          </p15:clr>
        </p15:guide>
        <p15:guide id="2" pos="364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ight Title + 2/3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D274C3-261F-4FEF-9717-2ED699739719}"/>
              </a:ext>
            </a:extLst>
          </p:cNvPr>
          <p:cNvGrpSpPr/>
          <p:nvPr/>
        </p:nvGrpSpPr>
        <p:grpSpPr>
          <a:xfrm>
            <a:off x="7768196" y="-7294"/>
            <a:ext cx="4423804" cy="6865293"/>
            <a:chOff x="7768196" y="-7294"/>
            <a:chExt cx="4423804" cy="6865293"/>
          </a:xfrm>
        </p:grpSpPr>
        <p:sp>
          <p:nvSpPr>
            <p:cNvPr id="6" name="Freeform: Shape 5">
              <a:extLst>
                <a:ext uri="{FF2B5EF4-FFF2-40B4-BE49-F238E27FC236}">
                  <a16:creationId xmlns:a16="http://schemas.microsoft.com/office/drawing/2014/main" id="{F4BDB509-15F9-4F51-A600-E2602097B892}"/>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2" name="Freeform: Shape 11">
              <a:extLst>
                <a:ext uri="{FF2B5EF4-FFF2-40B4-BE49-F238E27FC236}">
                  <a16:creationId xmlns:a16="http://schemas.microsoft.com/office/drawing/2014/main" id="{0973BE83-60E0-448D-902D-6F0F1B7C3992}"/>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Title 1">
            <a:extLst>
              <a:ext uri="{FF2B5EF4-FFF2-40B4-BE49-F238E27FC236}">
                <a16:creationId xmlns:a16="http://schemas.microsoft.com/office/drawing/2014/main" id="{765971D4-93CC-4765-A3F6-FF90E08AE6F0}"/>
              </a:ext>
            </a:extLst>
          </p:cNvPr>
          <p:cNvSpPr>
            <a:spLocks noGrp="1"/>
          </p:cNvSpPr>
          <p:nvPr>
            <p:ph type="title"/>
          </p:nvPr>
        </p:nvSpPr>
        <p:spPr>
          <a:xfrm>
            <a:off x="457200" y="822960"/>
            <a:ext cx="3448924" cy="1334532"/>
          </a:xfrm>
        </p:spPr>
        <p:txBody>
          <a:bodyPr anchor="t"/>
          <a:lstStyle/>
          <a:p>
            <a:r>
              <a:rPr lang="en-US"/>
              <a:t>Click to edit Master title style</a:t>
            </a:r>
            <a:endParaRPr/>
          </a:p>
        </p:txBody>
      </p:sp>
      <p:sp>
        <p:nvSpPr>
          <p:cNvPr id="9" name="superhead">
            <a:extLst>
              <a:ext uri="{FF2B5EF4-FFF2-40B4-BE49-F238E27FC236}">
                <a16:creationId xmlns:a16="http://schemas.microsoft.com/office/drawing/2014/main" id="{594A7841-547E-416F-A1B9-A1DE671DF100}"/>
              </a:ext>
            </a:extLst>
          </p:cNvPr>
          <p:cNvSpPr>
            <a:spLocks noGrp="1"/>
          </p:cNvSpPr>
          <p:nvPr>
            <p:ph type="body" sz="quarter" idx="15"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subtitle">
            <a:extLst>
              <a:ext uri="{FF2B5EF4-FFF2-40B4-BE49-F238E27FC236}">
                <a16:creationId xmlns:a16="http://schemas.microsoft.com/office/drawing/2014/main" id="{DFA21477-71FB-4AE7-B2EA-760C5B3CFA9C}"/>
              </a:ext>
            </a:extLst>
          </p:cNvPr>
          <p:cNvSpPr>
            <a:spLocks noGrp="1"/>
          </p:cNvSpPr>
          <p:nvPr>
            <p:ph type="body" sz="quarter" idx="14" hasCustomPrompt="1"/>
          </p:nvPr>
        </p:nvSpPr>
        <p:spPr>
          <a:xfrm>
            <a:off x="457200" y="2304288"/>
            <a:ext cx="3448924" cy="651782"/>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7" name="Content Placeholder 6">
            <a:extLst>
              <a:ext uri="{FF2B5EF4-FFF2-40B4-BE49-F238E27FC236}">
                <a16:creationId xmlns:a16="http://schemas.microsoft.com/office/drawing/2014/main" id="{1B731BA0-20F9-4E83-9CC9-4E0D3DB7DD14}"/>
              </a:ext>
            </a:extLst>
          </p:cNvPr>
          <p:cNvSpPr>
            <a:spLocks noGrp="1"/>
          </p:cNvSpPr>
          <p:nvPr>
            <p:ph sz="quarter" idx="13" hasCustomPrompt="1"/>
          </p:nvPr>
        </p:nvSpPr>
        <p:spPr>
          <a:xfrm>
            <a:off x="4191000" y="886124"/>
            <a:ext cx="7277100" cy="5286076"/>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5D71E8CF-EDCB-4345-9D93-489BBE53557D}"/>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F28F700-71D8-477E-858A-32CBCA6F03CD}"/>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3A41846-6A70-4838-983B-B4E16FFAEE38}"/>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8278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55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Light Blank">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3C095DC-C9FE-493B-94E7-59890688A61A}"/>
              </a:ext>
            </a:extLst>
          </p:cNvPr>
          <p:cNvGrpSpPr/>
          <p:nvPr/>
        </p:nvGrpSpPr>
        <p:grpSpPr>
          <a:xfrm>
            <a:off x="7768196" y="-7294"/>
            <a:ext cx="4423804" cy="6865293"/>
            <a:chOff x="7768196" y="-7294"/>
            <a:chExt cx="4423804" cy="6865293"/>
          </a:xfrm>
        </p:grpSpPr>
        <p:sp>
          <p:nvSpPr>
            <p:cNvPr id="6" name="Freeform: Shape 5">
              <a:extLst>
                <a:ext uri="{FF2B5EF4-FFF2-40B4-BE49-F238E27FC236}">
                  <a16:creationId xmlns:a16="http://schemas.microsoft.com/office/drawing/2014/main" id="{1F2CA622-146E-4D96-AE56-0F5C63356C21}"/>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8" name="Freeform: Shape 7">
              <a:extLst>
                <a:ext uri="{FF2B5EF4-FFF2-40B4-BE49-F238E27FC236}">
                  <a16:creationId xmlns:a16="http://schemas.microsoft.com/office/drawing/2014/main" id="{36E4485C-35A0-4B0C-8B9D-A40F0F2E97F6}"/>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Date Placeholder 1">
            <a:extLst>
              <a:ext uri="{FF2B5EF4-FFF2-40B4-BE49-F238E27FC236}">
                <a16:creationId xmlns:a16="http://schemas.microsoft.com/office/drawing/2014/main" id="{806A9040-0A79-4105-BAD8-3123080EBC4D}"/>
              </a:ext>
            </a:extLst>
          </p:cNvPr>
          <p:cNvSpPr>
            <a:spLocks noGrp="1"/>
          </p:cNvSpPr>
          <p:nvPr>
            <p:ph type="dt" sz="half" idx="10"/>
          </p:nvPr>
        </p:nvSpPr>
        <p:spPr/>
        <p:txBody>
          <a:bodyPr/>
          <a:lstStyle/>
          <a:p>
            <a:endParaRPr dirty="0"/>
          </a:p>
        </p:txBody>
      </p:sp>
      <p:sp>
        <p:nvSpPr>
          <p:cNvPr id="3" name="Footer Placeholder 2">
            <a:extLst>
              <a:ext uri="{FF2B5EF4-FFF2-40B4-BE49-F238E27FC236}">
                <a16:creationId xmlns:a16="http://schemas.microsoft.com/office/drawing/2014/main" id="{C94CA3ED-3294-4DFC-BC5D-1482AE2FE5F0}"/>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4" name="Slide Number Placeholder 3">
            <a:extLst>
              <a:ext uri="{FF2B5EF4-FFF2-40B4-BE49-F238E27FC236}">
                <a16:creationId xmlns:a16="http://schemas.microsoft.com/office/drawing/2014/main" id="{EF38A37F-D6BE-4BD6-8886-01BCC4A06B96}"/>
              </a:ext>
            </a:extLst>
          </p:cNvPr>
          <p:cNvSpPr>
            <a:spLocks noGrp="1"/>
          </p:cNvSpPr>
          <p:nvPr>
            <p:ph type="sldNum" sz="quarter" idx="12"/>
          </p:nvPr>
        </p:nvSpPr>
        <p:spPr/>
        <p:txBody>
          <a:bodyPr/>
          <a:lstStyle/>
          <a:p>
            <a:fld id="{8A05B047-7786-42C0-A2BF-6DB1A4525D42}" type="slidenum">
              <a:rPr/>
              <a:t>‹#›</a:t>
            </a:fld>
            <a:endParaRPr dirty="0"/>
          </a:p>
        </p:txBody>
      </p:sp>
    </p:spTree>
    <p:extLst>
      <p:ext uri="{BB962C8B-B14F-4D97-AF65-F5344CB8AC3E}">
        <p14:creationId xmlns:p14="http://schemas.microsoft.com/office/powerpoint/2010/main" val="36646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1659285"/>
            <a:ext cx="11544300" cy="3539430"/>
          </a:xfrm>
          <a:prstGeom prst="rect">
            <a:avLst/>
          </a:prstGeom>
          <a:noFill/>
        </p:spPr>
        <p:txBody>
          <a:bodyPr wrap="square" lIns="0" tIns="0" rIns="0" bIns="0" rtlCol="0">
            <a:spAutoFit/>
          </a:bodyPr>
          <a:lstStyle/>
          <a:p>
            <a:pPr algn="ctr">
              <a:lnSpc>
                <a:spcPct val="100000"/>
              </a:lnSpc>
              <a:spcBef>
                <a:spcPts val="3600"/>
              </a:spcBef>
            </a:pPr>
            <a:r>
              <a:rPr sz="11500" b="1" dirty="0"/>
              <a:t>Title Slide Layouts</a:t>
            </a:r>
            <a:endParaRPr sz="6000" dirty="0"/>
          </a:p>
        </p:txBody>
      </p:sp>
    </p:spTree>
    <p:extLst>
      <p:ext uri="{BB962C8B-B14F-4D97-AF65-F5344CB8AC3E}">
        <p14:creationId xmlns:p14="http://schemas.microsoft.com/office/powerpoint/2010/main" val="3600450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C313-DF92-4C6F-8138-260ED77651F2}"/>
              </a:ext>
            </a:extLst>
          </p:cNvPr>
          <p:cNvSpPr>
            <a:spLocks noGrp="1"/>
          </p:cNvSpPr>
          <p:nvPr>
            <p:ph type="ctrTitle"/>
          </p:nvPr>
        </p:nvSpPr>
        <p:spPr>
          <a:xfrm>
            <a:off x="5318143" y="2440243"/>
            <a:ext cx="5328979" cy="2191275"/>
          </a:xfrm>
        </p:spPr>
        <p:txBody>
          <a:bodyPr anchor="b"/>
          <a:lstStyle>
            <a:lvl1pPr algn="l">
              <a:lnSpc>
                <a:spcPct val="100000"/>
              </a:lnSpc>
              <a:defRPr sz="4000"/>
            </a:lvl1pPr>
          </a:lstStyle>
          <a:p>
            <a:r>
              <a:rPr lang="en-US"/>
              <a:t>Click to edit Master title style</a:t>
            </a:r>
            <a:endParaRPr/>
          </a:p>
        </p:txBody>
      </p:sp>
      <p:sp>
        <p:nvSpPr>
          <p:cNvPr id="3" name="Subtitle 2">
            <a:extLst>
              <a:ext uri="{FF2B5EF4-FFF2-40B4-BE49-F238E27FC236}">
                <a16:creationId xmlns:a16="http://schemas.microsoft.com/office/drawing/2014/main" id="{2339D62A-034E-4E59-96B0-54FDDBFB9B07}"/>
              </a:ext>
            </a:extLst>
          </p:cNvPr>
          <p:cNvSpPr>
            <a:spLocks noGrp="1"/>
          </p:cNvSpPr>
          <p:nvPr>
            <p:ph type="subTitle" idx="1" hasCustomPrompt="1"/>
          </p:nvPr>
        </p:nvSpPr>
        <p:spPr>
          <a:xfrm>
            <a:off x="5318144" y="4876799"/>
            <a:ext cx="5328978" cy="991275"/>
          </a:xfrm>
        </p:spPr>
        <p:txBody>
          <a:bodyPr/>
          <a:lstStyle>
            <a:lvl1pPr marL="0" indent="0" algn="l">
              <a:lnSpc>
                <a:spcPct val="100000"/>
              </a:lnSpc>
              <a:spcBef>
                <a:spcPts val="0"/>
              </a:spcBef>
              <a:buNone/>
              <a:defRPr sz="18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Presenter name (bold)</a:t>
            </a:r>
            <a:br>
              <a:rPr/>
            </a:br>
            <a:r>
              <a:t>Title, affiliations (not bold)</a:t>
            </a:r>
          </a:p>
        </p:txBody>
      </p:sp>
      <p:grpSp>
        <p:nvGrpSpPr>
          <p:cNvPr id="36" name="Group 35">
            <a:extLst>
              <a:ext uri="{FF2B5EF4-FFF2-40B4-BE49-F238E27FC236}">
                <a16:creationId xmlns:a16="http://schemas.microsoft.com/office/drawing/2014/main" id="{FAAFA910-8C10-4085-824F-71654EB71E0D}"/>
              </a:ext>
            </a:extLst>
          </p:cNvPr>
          <p:cNvGrpSpPr/>
          <p:nvPr/>
        </p:nvGrpSpPr>
        <p:grpSpPr>
          <a:xfrm>
            <a:off x="0" y="0"/>
            <a:ext cx="4778963" cy="6858001"/>
            <a:chOff x="0" y="0"/>
            <a:chExt cx="4778963" cy="6858001"/>
          </a:xfrm>
        </p:grpSpPr>
        <p:sp>
          <p:nvSpPr>
            <p:cNvPr id="37" name="Freeform: Shape 36">
              <a:extLst>
                <a:ext uri="{FF2B5EF4-FFF2-40B4-BE49-F238E27FC236}">
                  <a16:creationId xmlns:a16="http://schemas.microsoft.com/office/drawing/2014/main" id="{CF6DF294-3D07-491A-98BB-04F90C54EEA5}"/>
                </a:ext>
              </a:extLst>
            </p:cNvPr>
            <p:cNvSpPr/>
            <p:nvPr/>
          </p:nvSpPr>
          <p:spPr>
            <a:xfrm>
              <a:off x="0" y="0"/>
              <a:ext cx="2433042" cy="4775116"/>
            </a:xfrm>
            <a:custGeom>
              <a:avLst/>
              <a:gdLst>
                <a:gd name="connsiteX0" fmla="*/ 980950 w 2433042"/>
                <a:gd name="connsiteY0" fmla="*/ 0 h 4775116"/>
                <a:gd name="connsiteX1" fmla="*/ 2433042 w 2433042"/>
                <a:gd name="connsiteY1" fmla="*/ 0 h 4775116"/>
                <a:gd name="connsiteX2" fmla="*/ 0 w 2433042"/>
                <a:gd name="connsiteY2" fmla="*/ 4775116 h 4775116"/>
                <a:gd name="connsiteX3" fmla="*/ 0 w 2433042"/>
                <a:gd name="connsiteY3" fmla="*/ 1925224 h 4775116"/>
              </a:gdLst>
              <a:ahLst/>
              <a:cxnLst>
                <a:cxn ang="0">
                  <a:pos x="connsiteX0" y="connsiteY0"/>
                </a:cxn>
                <a:cxn ang="0">
                  <a:pos x="connsiteX1" y="connsiteY1"/>
                </a:cxn>
                <a:cxn ang="0">
                  <a:pos x="connsiteX2" y="connsiteY2"/>
                </a:cxn>
                <a:cxn ang="0">
                  <a:pos x="connsiteX3" y="connsiteY3"/>
                </a:cxn>
              </a:cxnLst>
              <a:rect l="l" t="t" r="r" b="b"/>
              <a:pathLst>
                <a:path w="2433042" h="4775116">
                  <a:moveTo>
                    <a:pt x="980950" y="0"/>
                  </a:moveTo>
                  <a:lnTo>
                    <a:pt x="2433042" y="0"/>
                  </a:lnTo>
                  <a:lnTo>
                    <a:pt x="0" y="4775116"/>
                  </a:lnTo>
                  <a:lnTo>
                    <a:pt x="0" y="1925224"/>
                  </a:lnTo>
                  <a:close/>
                </a:path>
              </a:pathLst>
            </a:cu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8" name="Rectangle: Diagonal Corners Snipped 37">
              <a:extLst>
                <a:ext uri="{FF2B5EF4-FFF2-40B4-BE49-F238E27FC236}">
                  <a16:creationId xmlns:a16="http://schemas.microsoft.com/office/drawing/2014/main" id="{DEE19587-495F-4313-9886-3C0784FB0D34}"/>
                </a:ext>
              </a:extLst>
            </p:cNvPr>
            <p:cNvSpPr/>
            <p:nvPr/>
          </p:nvSpPr>
          <p:spPr>
            <a:xfrm flipH="1">
              <a:off x="1325037" y="2440243"/>
              <a:ext cx="1168129" cy="2081782"/>
            </a:xfrm>
            <a:prstGeom prst="snip2DiagRect">
              <a:avLst>
                <a:gd name="adj1" fmla="val 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000" dirty="0"/>
            </a:p>
          </p:txBody>
        </p:sp>
        <p:sp>
          <p:nvSpPr>
            <p:cNvPr id="39" name="Freeform: Shape 38">
              <a:extLst>
                <a:ext uri="{FF2B5EF4-FFF2-40B4-BE49-F238E27FC236}">
                  <a16:creationId xmlns:a16="http://schemas.microsoft.com/office/drawing/2014/main" id="{3ACD309A-47F3-44D1-8803-F1D9FAB032A5}"/>
                </a:ext>
              </a:extLst>
            </p:cNvPr>
            <p:cNvSpPr/>
            <p:nvPr/>
          </p:nvSpPr>
          <p:spPr>
            <a:xfrm>
              <a:off x="0" y="4522027"/>
              <a:ext cx="2168904" cy="2335973"/>
            </a:xfrm>
            <a:custGeom>
              <a:avLst/>
              <a:gdLst>
                <a:gd name="connsiteX0" fmla="*/ 523212 w 2168904"/>
                <a:gd name="connsiteY0" fmla="*/ 0 h 2335973"/>
                <a:gd name="connsiteX1" fmla="*/ 2168904 w 2168904"/>
                <a:gd name="connsiteY1" fmla="*/ 0 h 2335973"/>
                <a:gd name="connsiteX2" fmla="*/ 973743 w 2168904"/>
                <a:gd name="connsiteY2" fmla="*/ 2335973 h 2335973"/>
                <a:gd name="connsiteX3" fmla="*/ 0 w 2168904"/>
                <a:gd name="connsiteY3" fmla="*/ 2335973 h 2335973"/>
                <a:gd name="connsiteX4" fmla="*/ 0 w 2168904"/>
                <a:gd name="connsiteY4" fmla="*/ 1026861 h 2335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904" h="2335973">
                  <a:moveTo>
                    <a:pt x="523212" y="0"/>
                  </a:moveTo>
                  <a:lnTo>
                    <a:pt x="2168904" y="0"/>
                  </a:lnTo>
                  <a:lnTo>
                    <a:pt x="973743" y="2335973"/>
                  </a:lnTo>
                  <a:lnTo>
                    <a:pt x="0" y="2335973"/>
                  </a:lnTo>
                  <a:lnTo>
                    <a:pt x="0" y="1026861"/>
                  </a:lnTo>
                  <a:close/>
                </a:path>
              </a:pathLst>
            </a:custGeom>
            <a:gradFill flip="none" rotWithShape="1">
              <a:gsLst>
                <a:gs pos="0">
                  <a:srgbClr val="E6E6E6">
                    <a:lumMod val="84000"/>
                    <a:lumOff val="16000"/>
                  </a:srgbClr>
                </a:gs>
                <a:gs pos="100000">
                  <a:srgbClr val="E6E6E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0" name="Freeform: Shape 39">
              <a:extLst>
                <a:ext uri="{FF2B5EF4-FFF2-40B4-BE49-F238E27FC236}">
                  <a16:creationId xmlns:a16="http://schemas.microsoft.com/office/drawing/2014/main" id="{2379AF35-4358-4B82-93B8-82504BCC38B9}"/>
                </a:ext>
              </a:extLst>
            </p:cNvPr>
            <p:cNvSpPr/>
            <p:nvPr/>
          </p:nvSpPr>
          <p:spPr>
            <a:xfrm>
              <a:off x="523212" y="2440243"/>
              <a:ext cx="1969954" cy="2081784"/>
            </a:xfrm>
            <a:custGeom>
              <a:avLst/>
              <a:gdLst>
                <a:gd name="connsiteX0" fmla="*/ 1060722 w 1969954"/>
                <a:gd name="connsiteY0" fmla="*/ 0 h 2081784"/>
                <a:gd name="connsiteX1" fmla="*/ 1969954 w 1969954"/>
                <a:gd name="connsiteY1" fmla="*/ 0 h 2081784"/>
                <a:gd name="connsiteX2" fmla="*/ 909233 w 1969954"/>
                <a:gd name="connsiteY2" fmla="*/ 2081784 h 2081784"/>
                <a:gd name="connsiteX3" fmla="*/ 0 w 1969954"/>
                <a:gd name="connsiteY3" fmla="*/ 2081784 h 2081784"/>
              </a:gdLst>
              <a:ahLst/>
              <a:cxnLst>
                <a:cxn ang="0">
                  <a:pos x="connsiteX0" y="connsiteY0"/>
                </a:cxn>
                <a:cxn ang="0">
                  <a:pos x="connsiteX1" y="connsiteY1"/>
                </a:cxn>
                <a:cxn ang="0">
                  <a:pos x="connsiteX2" y="connsiteY2"/>
                </a:cxn>
                <a:cxn ang="0">
                  <a:pos x="connsiteX3" y="connsiteY3"/>
                </a:cxn>
              </a:cxnLst>
              <a:rect l="l" t="t" r="r" b="b"/>
              <a:pathLst>
                <a:path w="1969954" h="2081784">
                  <a:moveTo>
                    <a:pt x="1060722" y="0"/>
                  </a:moveTo>
                  <a:lnTo>
                    <a:pt x="1969954" y="0"/>
                  </a:lnTo>
                  <a:lnTo>
                    <a:pt x="909233" y="2081784"/>
                  </a:lnTo>
                  <a:lnTo>
                    <a:pt x="0" y="2081784"/>
                  </a:lnTo>
                  <a:close/>
                </a:path>
              </a:pathLst>
            </a:custGeom>
            <a:solidFill>
              <a:srgbClr val="026B8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1" name="Freeform: Shape 40">
              <a:extLst>
                <a:ext uri="{FF2B5EF4-FFF2-40B4-BE49-F238E27FC236}">
                  <a16:creationId xmlns:a16="http://schemas.microsoft.com/office/drawing/2014/main" id="{392F5C99-74BE-49EE-B589-FA033319F267}"/>
                </a:ext>
              </a:extLst>
            </p:cNvPr>
            <p:cNvSpPr/>
            <p:nvPr/>
          </p:nvSpPr>
          <p:spPr>
            <a:xfrm>
              <a:off x="1407330" y="2440243"/>
              <a:ext cx="2031037" cy="2124713"/>
            </a:xfrm>
            <a:custGeom>
              <a:avLst/>
              <a:gdLst>
                <a:gd name="connsiteX0" fmla="*/ 1082595 w 2031037"/>
                <a:gd name="connsiteY0" fmla="*/ 0 h 2124713"/>
                <a:gd name="connsiteX1" fmla="*/ 2031037 w 2031037"/>
                <a:gd name="connsiteY1" fmla="*/ 0 h 2124713"/>
                <a:gd name="connsiteX2" fmla="*/ 948443 w 2031037"/>
                <a:gd name="connsiteY2" fmla="*/ 2124713 h 2124713"/>
                <a:gd name="connsiteX3" fmla="*/ 0 w 2031037"/>
                <a:gd name="connsiteY3" fmla="*/ 2124713 h 2124713"/>
              </a:gdLst>
              <a:ahLst/>
              <a:cxnLst>
                <a:cxn ang="0">
                  <a:pos x="connsiteX0" y="connsiteY0"/>
                </a:cxn>
                <a:cxn ang="0">
                  <a:pos x="connsiteX1" y="connsiteY1"/>
                </a:cxn>
                <a:cxn ang="0">
                  <a:pos x="connsiteX2" y="connsiteY2"/>
                </a:cxn>
                <a:cxn ang="0">
                  <a:pos x="connsiteX3" y="connsiteY3"/>
                </a:cxn>
              </a:cxnLst>
              <a:rect l="l" t="t" r="r" b="b"/>
              <a:pathLst>
                <a:path w="2031037" h="2124713">
                  <a:moveTo>
                    <a:pt x="1082595" y="0"/>
                  </a:moveTo>
                  <a:lnTo>
                    <a:pt x="2031037" y="0"/>
                  </a:lnTo>
                  <a:lnTo>
                    <a:pt x="948443" y="2124713"/>
                  </a:lnTo>
                  <a:lnTo>
                    <a:pt x="0" y="2124713"/>
                  </a:lnTo>
                  <a:close/>
                </a:path>
              </a:pathLst>
            </a:custGeom>
            <a:gradFill flip="none" rotWithShape="1">
              <a:gsLst>
                <a:gs pos="0">
                  <a:srgbClr val="05A2C6"/>
                </a:gs>
                <a:gs pos="100000">
                  <a:srgbClr val="00A88C"/>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2" name="Freeform: Shape 41">
              <a:extLst>
                <a:ext uri="{FF2B5EF4-FFF2-40B4-BE49-F238E27FC236}">
                  <a16:creationId xmlns:a16="http://schemas.microsoft.com/office/drawing/2014/main" id="{604B177C-6E0F-459F-B2C1-074A0D9B45CA}"/>
                </a:ext>
              </a:extLst>
            </p:cNvPr>
            <p:cNvSpPr/>
            <p:nvPr/>
          </p:nvSpPr>
          <p:spPr>
            <a:xfrm>
              <a:off x="117628" y="4522026"/>
              <a:ext cx="2253871" cy="2335974"/>
            </a:xfrm>
            <a:custGeom>
              <a:avLst/>
              <a:gdLst>
                <a:gd name="connsiteX0" fmla="*/ 1306812 w 2253871"/>
                <a:gd name="connsiteY0" fmla="*/ 0 h 2335974"/>
                <a:gd name="connsiteX1" fmla="*/ 2253871 w 2253871"/>
                <a:gd name="connsiteY1" fmla="*/ 0 h 2335974"/>
                <a:gd name="connsiteX2" fmla="*/ 1063633 w 2253871"/>
                <a:gd name="connsiteY2" fmla="*/ 2335974 h 2335974"/>
                <a:gd name="connsiteX3" fmla="*/ 0 w 2253871"/>
                <a:gd name="connsiteY3" fmla="*/ 2335974 h 2335974"/>
                <a:gd name="connsiteX4" fmla="*/ 1 w 2253871"/>
                <a:gd name="connsiteY4" fmla="*/ 2335973 h 2335974"/>
                <a:gd name="connsiteX5" fmla="*/ 116574 w 2253871"/>
                <a:gd name="connsiteY5" fmla="*/ 2335973 h 233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3871" h="2335974">
                  <a:moveTo>
                    <a:pt x="1306812" y="0"/>
                  </a:moveTo>
                  <a:lnTo>
                    <a:pt x="2253871" y="0"/>
                  </a:lnTo>
                  <a:lnTo>
                    <a:pt x="1063633" y="2335974"/>
                  </a:lnTo>
                  <a:lnTo>
                    <a:pt x="0" y="2335974"/>
                  </a:lnTo>
                  <a:lnTo>
                    <a:pt x="1" y="2335973"/>
                  </a:lnTo>
                  <a:lnTo>
                    <a:pt x="116574" y="2335973"/>
                  </a:lnTo>
                  <a:close/>
                </a:path>
              </a:pathLst>
            </a:custGeom>
            <a:gradFill>
              <a:gsLst>
                <a:gs pos="0">
                  <a:srgbClr val="E6E6E6">
                    <a:lumMod val="95000"/>
                  </a:srgbClr>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3" name="Freeform: Shape 42">
              <a:extLst>
                <a:ext uri="{FF2B5EF4-FFF2-40B4-BE49-F238E27FC236}">
                  <a16:creationId xmlns:a16="http://schemas.microsoft.com/office/drawing/2014/main" id="{559390DC-CBCC-4C6F-9B3A-6A3F7DC82FEF}"/>
                </a:ext>
              </a:extLst>
            </p:cNvPr>
            <p:cNvSpPr/>
            <p:nvPr/>
          </p:nvSpPr>
          <p:spPr>
            <a:xfrm>
              <a:off x="2585" y="0"/>
              <a:ext cx="1703853" cy="3344001"/>
            </a:xfrm>
            <a:custGeom>
              <a:avLst/>
              <a:gdLst>
                <a:gd name="connsiteX0" fmla="*/ 982828 w 1703853"/>
                <a:gd name="connsiteY0" fmla="*/ 0 h 3344001"/>
                <a:gd name="connsiteX1" fmla="*/ 1703853 w 1703853"/>
                <a:gd name="connsiteY1" fmla="*/ 0 h 3344001"/>
                <a:gd name="connsiteX2" fmla="*/ 0 w 1703853"/>
                <a:gd name="connsiteY2" fmla="*/ 3344001 h 3344001"/>
                <a:gd name="connsiteX3" fmla="*/ 0 w 1703853"/>
                <a:gd name="connsiteY3" fmla="*/ 1928909 h 3344001"/>
              </a:gdLst>
              <a:ahLst/>
              <a:cxnLst>
                <a:cxn ang="0">
                  <a:pos x="connsiteX0" y="connsiteY0"/>
                </a:cxn>
                <a:cxn ang="0">
                  <a:pos x="connsiteX1" y="connsiteY1"/>
                </a:cxn>
                <a:cxn ang="0">
                  <a:pos x="connsiteX2" y="connsiteY2"/>
                </a:cxn>
                <a:cxn ang="0">
                  <a:pos x="connsiteX3" y="connsiteY3"/>
                </a:cxn>
              </a:cxnLst>
              <a:rect l="l" t="t" r="r" b="b"/>
              <a:pathLst>
                <a:path w="1703853" h="3344001">
                  <a:moveTo>
                    <a:pt x="982828" y="0"/>
                  </a:moveTo>
                  <a:lnTo>
                    <a:pt x="1703853" y="0"/>
                  </a:lnTo>
                  <a:lnTo>
                    <a:pt x="0" y="3344001"/>
                  </a:lnTo>
                  <a:lnTo>
                    <a:pt x="0" y="1928909"/>
                  </a:lnTo>
                  <a:close/>
                </a:path>
              </a:pathLst>
            </a:custGeom>
            <a:gradFill>
              <a:gsLst>
                <a:gs pos="0">
                  <a:srgbClr val="E6E6E6"/>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nvGrpSpPr>
            <p:cNvPr id="44" name="Group 43">
              <a:extLst>
                <a:ext uri="{FF2B5EF4-FFF2-40B4-BE49-F238E27FC236}">
                  <a16:creationId xmlns:a16="http://schemas.microsoft.com/office/drawing/2014/main" id="{BCA96DA3-F61E-4712-AFC8-E0BCCA46E7A3}"/>
                </a:ext>
              </a:extLst>
            </p:cNvPr>
            <p:cNvGrpSpPr/>
            <p:nvPr/>
          </p:nvGrpSpPr>
          <p:grpSpPr>
            <a:xfrm>
              <a:off x="436012" y="1080585"/>
              <a:ext cx="2750506" cy="1359658"/>
              <a:chOff x="457200" y="2247901"/>
              <a:chExt cx="2335499" cy="1154508"/>
            </a:xfrm>
          </p:grpSpPr>
          <p:sp>
            <p:nvSpPr>
              <p:cNvPr id="47" name="Freeform: Shape 46">
                <a:extLst>
                  <a:ext uri="{FF2B5EF4-FFF2-40B4-BE49-F238E27FC236}">
                    <a16:creationId xmlns:a16="http://schemas.microsoft.com/office/drawing/2014/main" id="{95508204-053D-4890-860D-95F795C93014}"/>
                  </a:ext>
                </a:extLst>
              </p:cNvPr>
              <p:cNvSpPr/>
              <p:nvPr/>
            </p:nvSpPr>
            <p:spPr>
              <a:xfrm>
                <a:off x="457200" y="2247901"/>
                <a:ext cx="1851599" cy="1154508"/>
              </a:xfrm>
              <a:custGeom>
                <a:avLst/>
                <a:gdLst>
                  <a:gd name="connsiteX0" fmla="*/ 740455 w 2330680"/>
                  <a:gd name="connsiteY0" fmla="*/ 0 h 1453225"/>
                  <a:gd name="connsiteX1" fmla="*/ 2330680 w 2330680"/>
                  <a:gd name="connsiteY1" fmla="*/ 0 h 1453225"/>
                  <a:gd name="connsiteX2" fmla="*/ 1590225 w 2330680"/>
                  <a:gd name="connsiteY2" fmla="*/ 1453225 h 1453225"/>
                  <a:gd name="connsiteX3" fmla="*/ 0 w 2330680"/>
                  <a:gd name="connsiteY3" fmla="*/ 1453225 h 1453225"/>
                </a:gdLst>
                <a:ahLst/>
                <a:cxnLst>
                  <a:cxn ang="0">
                    <a:pos x="connsiteX0" y="connsiteY0"/>
                  </a:cxn>
                  <a:cxn ang="0">
                    <a:pos x="connsiteX1" y="connsiteY1"/>
                  </a:cxn>
                  <a:cxn ang="0">
                    <a:pos x="connsiteX2" y="connsiteY2"/>
                  </a:cxn>
                  <a:cxn ang="0">
                    <a:pos x="connsiteX3" y="connsiteY3"/>
                  </a:cxn>
                </a:cxnLst>
                <a:rect l="l" t="t" r="r" b="b"/>
                <a:pathLst>
                  <a:path w="2330680" h="1453225">
                    <a:moveTo>
                      <a:pt x="740455" y="0"/>
                    </a:moveTo>
                    <a:lnTo>
                      <a:pt x="2330680" y="0"/>
                    </a:lnTo>
                    <a:lnTo>
                      <a:pt x="1590225" y="1453225"/>
                    </a:lnTo>
                    <a:lnTo>
                      <a:pt x="0" y="1453225"/>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8" name="Freeform: Shape 47">
                <a:extLst>
                  <a:ext uri="{FF2B5EF4-FFF2-40B4-BE49-F238E27FC236}">
                    <a16:creationId xmlns:a16="http://schemas.microsoft.com/office/drawing/2014/main" id="{E32FB6C8-195A-497F-8C55-EF082279D92B}"/>
                  </a:ext>
                </a:extLst>
              </p:cNvPr>
              <p:cNvSpPr/>
              <p:nvPr/>
            </p:nvSpPr>
            <p:spPr>
              <a:xfrm>
                <a:off x="941100" y="2247901"/>
                <a:ext cx="1851599" cy="1154508"/>
              </a:xfrm>
              <a:custGeom>
                <a:avLst/>
                <a:gdLst>
                  <a:gd name="connsiteX0" fmla="*/ 740455 w 2330680"/>
                  <a:gd name="connsiteY0" fmla="*/ 0 h 1453225"/>
                  <a:gd name="connsiteX1" fmla="*/ 2330680 w 2330680"/>
                  <a:gd name="connsiteY1" fmla="*/ 0 h 1453225"/>
                  <a:gd name="connsiteX2" fmla="*/ 1590225 w 2330680"/>
                  <a:gd name="connsiteY2" fmla="*/ 1453225 h 1453225"/>
                  <a:gd name="connsiteX3" fmla="*/ 0 w 2330680"/>
                  <a:gd name="connsiteY3" fmla="*/ 1453225 h 1453225"/>
                </a:gdLst>
                <a:ahLst/>
                <a:cxnLst>
                  <a:cxn ang="0">
                    <a:pos x="connsiteX0" y="connsiteY0"/>
                  </a:cxn>
                  <a:cxn ang="0">
                    <a:pos x="connsiteX1" y="connsiteY1"/>
                  </a:cxn>
                  <a:cxn ang="0">
                    <a:pos x="connsiteX2" y="connsiteY2"/>
                  </a:cxn>
                  <a:cxn ang="0">
                    <a:pos x="connsiteX3" y="connsiteY3"/>
                  </a:cxn>
                </a:cxnLst>
                <a:rect l="l" t="t" r="r" b="b"/>
                <a:pathLst>
                  <a:path w="2330680" h="1453225">
                    <a:moveTo>
                      <a:pt x="740455" y="0"/>
                    </a:moveTo>
                    <a:lnTo>
                      <a:pt x="2330680" y="0"/>
                    </a:lnTo>
                    <a:lnTo>
                      <a:pt x="1590225" y="1453225"/>
                    </a:lnTo>
                    <a:lnTo>
                      <a:pt x="0" y="1453225"/>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45" name="Freeform: Shape 44">
              <a:extLst>
                <a:ext uri="{FF2B5EF4-FFF2-40B4-BE49-F238E27FC236}">
                  <a16:creationId xmlns:a16="http://schemas.microsoft.com/office/drawing/2014/main" id="{024E088F-D3B0-4800-BFFF-903BD63E0652}"/>
                </a:ext>
              </a:extLst>
            </p:cNvPr>
            <p:cNvSpPr/>
            <p:nvPr/>
          </p:nvSpPr>
          <p:spPr>
            <a:xfrm>
              <a:off x="0" y="1080585"/>
              <a:ext cx="1153455" cy="1359658"/>
            </a:xfrm>
            <a:custGeom>
              <a:avLst/>
              <a:gdLst>
                <a:gd name="connsiteX0" fmla="*/ 0 w 1153455"/>
                <a:gd name="connsiteY0" fmla="*/ 0 h 1359658"/>
                <a:gd name="connsiteX1" fmla="*/ 1153455 w 1153455"/>
                <a:gd name="connsiteY1" fmla="*/ 0 h 1359658"/>
                <a:gd name="connsiteX2" fmla="*/ 460674 w 1153455"/>
                <a:gd name="connsiteY2" fmla="*/ 1359658 h 1359658"/>
                <a:gd name="connsiteX3" fmla="*/ 0 w 1153455"/>
                <a:gd name="connsiteY3" fmla="*/ 1359658 h 1359658"/>
              </a:gdLst>
              <a:ahLst/>
              <a:cxnLst>
                <a:cxn ang="0">
                  <a:pos x="connsiteX0" y="connsiteY0"/>
                </a:cxn>
                <a:cxn ang="0">
                  <a:pos x="connsiteX1" y="connsiteY1"/>
                </a:cxn>
                <a:cxn ang="0">
                  <a:pos x="connsiteX2" y="connsiteY2"/>
                </a:cxn>
                <a:cxn ang="0">
                  <a:pos x="connsiteX3" y="connsiteY3"/>
                </a:cxn>
              </a:cxnLst>
              <a:rect l="l" t="t" r="r" b="b"/>
              <a:pathLst>
                <a:path w="1153455" h="1359658">
                  <a:moveTo>
                    <a:pt x="0" y="0"/>
                  </a:moveTo>
                  <a:lnTo>
                    <a:pt x="1153455" y="0"/>
                  </a:lnTo>
                  <a:lnTo>
                    <a:pt x="460674" y="1359658"/>
                  </a:lnTo>
                  <a:lnTo>
                    <a:pt x="0" y="1359658"/>
                  </a:lnTo>
                  <a:close/>
                </a:path>
              </a:pathLst>
            </a:custGeom>
            <a:solidFill>
              <a:srgbClr val="026B8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6" name="Freeform: Shape 45">
              <a:extLst>
                <a:ext uri="{FF2B5EF4-FFF2-40B4-BE49-F238E27FC236}">
                  <a16:creationId xmlns:a16="http://schemas.microsoft.com/office/drawing/2014/main" id="{363894ED-6B81-4EC1-9925-76D332643163}"/>
                </a:ext>
              </a:extLst>
            </p:cNvPr>
            <p:cNvSpPr/>
            <p:nvPr/>
          </p:nvSpPr>
          <p:spPr>
            <a:xfrm>
              <a:off x="1163192" y="1080586"/>
              <a:ext cx="3615771" cy="5777415"/>
            </a:xfrm>
            <a:custGeom>
              <a:avLst/>
              <a:gdLst>
                <a:gd name="connsiteX0" fmla="*/ 2943740 w 3615771"/>
                <a:gd name="connsiteY0" fmla="*/ 0 h 5777415"/>
                <a:gd name="connsiteX1" fmla="*/ 3615771 w 3615771"/>
                <a:gd name="connsiteY1" fmla="*/ 0 h 5777415"/>
                <a:gd name="connsiteX2" fmla="*/ 672031 w 3615771"/>
                <a:gd name="connsiteY2" fmla="*/ 5777415 h 5777415"/>
                <a:gd name="connsiteX3" fmla="*/ 0 w 3615771"/>
                <a:gd name="connsiteY3" fmla="*/ 5777415 h 5777415"/>
              </a:gdLst>
              <a:ahLst/>
              <a:cxnLst>
                <a:cxn ang="0">
                  <a:pos x="connsiteX0" y="connsiteY0"/>
                </a:cxn>
                <a:cxn ang="0">
                  <a:pos x="connsiteX1" y="connsiteY1"/>
                </a:cxn>
                <a:cxn ang="0">
                  <a:pos x="connsiteX2" y="connsiteY2"/>
                </a:cxn>
                <a:cxn ang="0">
                  <a:pos x="connsiteX3" y="connsiteY3"/>
                </a:cxn>
              </a:cxnLst>
              <a:rect l="l" t="t" r="r" b="b"/>
              <a:pathLst>
                <a:path w="3615771" h="5777415">
                  <a:moveTo>
                    <a:pt x="2943740" y="0"/>
                  </a:moveTo>
                  <a:lnTo>
                    <a:pt x="3615771" y="0"/>
                  </a:lnTo>
                  <a:lnTo>
                    <a:pt x="672031" y="5777415"/>
                  </a:lnTo>
                  <a:lnTo>
                    <a:pt x="0" y="5777415"/>
                  </a:lnTo>
                  <a:close/>
                </a:path>
              </a:pathLst>
            </a:custGeom>
            <a:gradFill>
              <a:gsLst>
                <a:gs pos="0">
                  <a:srgbClr val="E6E6E6">
                    <a:lumMod val="68000"/>
                    <a:lumOff val="32000"/>
                  </a:srgbClr>
                </a:gs>
                <a:gs pos="100000">
                  <a:srgbClr val="E6E6E6">
                    <a:lumMod val="52000"/>
                    <a:lumOff val="4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pic>
        <p:nvPicPr>
          <p:cNvPr id="4" name="Picture 2">
            <a:extLst>
              <a:ext uri="{FF2B5EF4-FFF2-40B4-BE49-F238E27FC236}">
                <a16:creationId xmlns:a16="http://schemas.microsoft.com/office/drawing/2014/main" id="{2022990B-36F4-6FC2-E401-53651CBDE8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5767" y="690515"/>
            <a:ext cx="2151355" cy="380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2144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Dark Picture">
    <p:bg>
      <p:bgPr>
        <a:solidFill>
          <a:schemeClr val="tx1"/>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8270B64-66B2-4793-992B-D5529EF18C3E}"/>
              </a:ext>
            </a:extLst>
          </p:cNvPr>
          <p:cNvSpPr/>
          <p:nvPr/>
        </p:nvSpPr>
        <p:spPr>
          <a:xfrm>
            <a:off x="2233896" y="0"/>
            <a:ext cx="9958105" cy="6858000"/>
          </a:xfrm>
          <a:custGeom>
            <a:avLst/>
            <a:gdLst>
              <a:gd name="connsiteX0" fmla="*/ 3494326 w 9958105"/>
              <a:gd name="connsiteY0" fmla="*/ 0 h 6858000"/>
              <a:gd name="connsiteX1" fmla="*/ 9958105 w 9958105"/>
              <a:gd name="connsiteY1" fmla="*/ 0 h 6858000"/>
              <a:gd name="connsiteX2" fmla="*/ 9958105 w 9958105"/>
              <a:gd name="connsiteY2" fmla="*/ 6858000 h 6858000"/>
              <a:gd name="connsiteX3" fmla="*/ 0 w 99581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958105" h="6858000">
                <a:moveTo>
                  <a:pt x="3494326" y="0"/>
                </a:moveTo>
                <a:lnTo>
                  <a:pt x="9958105" y="0"/>
                </a:lnTo>
                <a:lnTo>
                  <a:pt x="9958105" y="6858000"/>
                </a:lnTo>
                <a:lnTo>
                  <a:pt x="0" y="6858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dirty="0"/>
          </a:p>
        </p:txBody>
      </p:sp>
      <p:sp>
        <p:nvSpPr>
          <p:cNvPr id="10" name="Picture Placeholder 9">
            <a:extLst>
              <a:ext uri="{FF2B5EF4-FFF2-40B4-BE49-F238E27FC236}">
                <a16:creationId xmlns:a16="http://schemas.microsoft.com/office/drawing/2014/main" id="{5DEB3A00-CE02-46D6-A56C-14340CB0754E}"/>
              </a:ext>
            </a:extLst>
          </p:cNvPr>
          <p:cNvSpPr>
            <a:spLocks noGrp="1"/>
          </p:cNvSpPr>
          <p:nvPr>
            <p:ph type="pic" sz="quarter" idx="10" hasCustomPrompt="1"/>
          </p:nvPr>
        </p:nvSpPr>
        <p:spPr>
          <a:xfrm>
            <a:off x="1608449" y="0"/>
            <a:ext cx="10583550" cy="6857998"/>
          </a:xfrm>
          <a:custGeom>
            <a:avLst/>
            <a:gdLst>
              <a:gd name="connsiteX0" fmla="*/ 3700528 w 10583550"/>
              <a:gd name="connsiteY0" fmla="*/ 0 h 6857998"/>
              <a:gd name="connsiteX1" fmla="*/ 10583550 w 10583550"/>
              <a:gd name="connsiteY1" fmla="*/ 0 h 6857998"/>
              <a:gd name="connsiteX2" fmla="*/ 10583550 w 10583550"/>
              <a:gd name="connsiteY2" fmla="*/ 2764049 h 6857998"/>
              <a:gd name="connsiteX3" fmla="*/ 8497579 w 10583550"/>
              <a:gd name="connsiteY3" fmla="*/ 6857998 h 6857998"/>
              <a:gd name="connsiteX4" fmla="*/ 0 w 10583550"/>
              <a:gd name="connsiteY4" fmla="*/ 6857998 h 6857998"/>
              <a:gd name="connsiteX5" fmla="*/ 3494325 w 10583550"/>
              <a:gd name="connsiteY5" fmla="*/ 1 h 6857998"/>
              <a:gd name="connsiteX6" fmla="*/ 3700528 w 10583550"/>
              <a:gd name="connsiteY6"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3550" h="6857998">
                <a:moveTo>
                  <a:pt x="3700528" y="0"/>
                </a:moveTo>
                <a:lnTo>
                  <a:pt x="10583550" y="0"/>
                </a:lnTo>
                <a:lnTo>
                  <a:pt x="10583550" y="2764049"/>
                </a:lnTo>
                <a:lnTo>
                  <a:pt x="8497579" y="6857998"/>
                </a:lnTo>
                <a:lnTo>
                  <a:pt x="0" y="6857998"/>
                </a:lnTo>
                <a:lnTo>
                  <a:pt x="3494325" y="1"/>
                </a:lnTo>
                <a:lnTo>
                  <a:pt x="3700528" y="1"/>
                </a:lnTo>
                <a:close/>
              </a:path>
            </a:pathLst>
          </a:custGeom>
          <a:solidFill>
            <a:srgbClr val="003241"/>
          </a:solidFill>
        </p:spPr>
        <p:txBody>
          <a:bodyPr wrap="square" tIns="1280160" bIns="0" anchor="ctr" anchorCtr="0">
            <a:noAutofit/>
          </a:bodyPr>
          <a:lstStyle>
            <a:lvl1pPr marL="0" indent="0" algn="ctr">
              <a:lnSpc>
                <a:spcPct val="100000"/>
              </a:lnSpc>
              <a:spcBef>
                <a:spcPts val="0"/>
              </a:spcBef>
              <a:buNone/>
              <a:defRPr sz="2000">
                <a:solidFill>
                  <a:schemeClr val="accent5">
                    <a:lumMod val="60000"/>
                    <a:lumOff val="40000"/>
                  </a:schemeClr>
                </a:solidFill>
              </a:defRPr>
            </a:lvl1pPr>
          </a:lstStyle>
          <a:p>
            <a:r>
              <a:rPr dirty="0"/>
              <a:t>Click icon to insert a dark picture; </a:t>
            </a:r>
            <a:br>
              <a:rPr dirty="0"/>
            </a:br>
            <a:r>
              <a:rPr dirty="0"/>
              <a:t>send to back if necessary. </a:t>
            </a:r>
          </a:p>
        </p:txBody>
      </p:sp>
      <p:sp>
        <p:nvSpPr>
          <p:cNvPr id="7" name="Freeform: Shape 6">
            <a:extLst>
              <a:ext uri="{FF2B5EF4-FFF2-40B4-BE49-F238E27FC236}">
                <a16:creationId xmlns:a16="http://schemas.microsoft.com/office/drawing/2014/main" id="{F40E8370-BEA1-42E8-83C6-3191B83DBA01}"/>
              </a:ext>
            </a:extLst>
          </p:cNvPr>
          <p:cNvSpPr/>
          <p:nvPr/>
        </p:nvSpPr>
        <p:spPr>
          <a:xfrm>
            <a:off x="10106026" y="2764047"/>
            <a:ext cx="2085973" cy="4093953"/>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 name="overlay Media Placeholder 2">
            <a:extLst>
              <a:ext uri="{FF2B5EF4-FFF2-40B4-BE49-F238E27FC236}">
                <a16:creationId xmlns:a16="http://schemas.microsoft.com/office/drawing/2014/main" id="{2F4A1CAC-F2A9-45E5-9CB0-3D7831711627}"/>
              </a:ext>
            </a:extLst>
          </p:cNvPr>
          <p:cNvSpPr>
            <a:spLocks noGrp="1"/>
          </p:cNvSpPr>
          <p:nvPr>
            <p:ph type="media" sz="quarter" idx="11" hasCustomPrompt="1"/>
          </p:nvPr>
        </p:nvSpPr>
        <p:spPr>
          <a:xfrm>
            <a:off x="1608447" y="1"/>
            <a:ext cx="4487549" cy="6858002"/>
          </a:xfrm>
          <a:blipFill>
            <a:blip r:embed="rId2"/>
            <a:stretch>
              <a:fillRect/>
            </a:stretch>
          </a:blipFill>
        </p:spPr>
        <p:txBody>
          <a:bodyPr lIns="137160" tIns="2468880" rIns="0"/>
          <a:lstStyle>
            <a:lvl1pPr marL="0" indent="0">
              <a:spcBef>
                <a:spcPts val="800"/>
              </a:spcBef>
              <a:buNone/>
              <a:defRPr sz="1400">
                <a:solidFill>
                  <a:schemeClr val="accent5"/>
                </a:solidFill>
              </a:defRPr>
            </a:lvl1pPr>
          </a:lstStyle>
          <a:p>
            <a:r>
              <a:rPr dirty="0"/>
              <a:t>This gradient should be </a:t>
            </a:r>
            <a:br>
              <a:rPr dirty="0"/>
            </a:br>
            <a:r>
              <a:rPr dirty="0"/>
              <a:t>on top of the picture. </a:t>
            </a:r>
            <a:br>
              <a:rPr dirty="0"/>
            </a:br>
            <a:r>
              <a:rPr dirty="0"/>
              <a:t>This text and the </a:t>
            </a:r>
            <a:br>
              <a:rPr dirty="0"/>
            </a:br>
            <a:r>
              <a:rPr dirty="0"/>
              <a:t>media icon will </a:t>
            </a:r>
            <a:br>
              <a:rPr dirty="0"/>
            </a:br>
            <a:r>
              <a:rPr dirty="0"/>
              <a:t>not appear. </a:t>
            </a:r>
          </a:p>
        </p:txBody>
      </p:sp>
      <p:sp>
        <p:nvSpPr>
          <p:cNvPr id="5" name="Title 4">
            <a:extLst>
              <a:ext uri="{FF2B5EF4-FFF2-40B4-BE49-F238E27FC236}">
                <a16:creationId xmlns:a16="http://schemas.microsoft.com/office/drawing/2014/main" id="{0645EA02-3B80-4DB6-A93B-4A21095A1F40}"/>
              </a:ext>
            </a:extLst>
          </p:cNvPr>
          <p:cNvSpPr>
            <a:spLocks noGrp="1"/>
          </p:cNvSpPr>
          <p:nvPr>
            <p:ph type="title" hasCustomPrompt="1"/>
          </p:nvPr>
        </p:nvSpPr>
        <p:spPr bwMode="white">
          <a:xfrm>
            <a:off x="5962964" y="1066801"/>
            <a:ext cx="5303530" cy="1295400"/>
          </a:xfrm>
        </p:spPr>
        <p:txBody>
          <a:bodyPr anchor="t"/>
          <a:lstStyle>
            <a:lvl1pPr algn="r">
              <a:lnSpc>
                <a:spcPct val="100000"/>
              </a:lnSpc>
              <a:defRPr sz="4000">
                <a:solidFill>
                  <a:schemeClr val="tx1"/>
                </a:solidFill>
              </a:defRPr>
            </a:lvl1pPr>
          </a:lstStyle>
          <a:p>
            <a:r>
              <a:t>Click to add text</a:t>
            </a:r>
          </a:p>
        </p:txBody>
      </p:sp>
      <p:sp>
        <p:nvSpPr>
          <p:cNvPr id="14" name="Text Placeholder 13">
            <a:extLst>
              <a:ext uri="{FF2B5EF4-FFF2-40B4-BE49-F238E27FC236}">
                <a16:creationId xmlns:a16="http://schemas.microsoft.com/office/drawing/2014/main" id="{15A4ED72-B6B5-4B2A-8B70-4C2CA16194EF}"/>
              </a:ext>
            </a:extLst>
          </p:cNvPr>
          <p:cNvSpPr>
            <a:spLocks noGrp="1"/>
          </p:cNvSpPr>
          <p:nvPr>
            <p:ph type="body" sz="quarter" idx="12" hasCustomPrompt="1"/>
          </p:nvPr>
        </p:nvSpPr>
        <p:spPr bwMode="white">
          <a:xfrm>
            <a:off x="3852225" y="5334000"/>
            <a:ext cx="4010026" cy="666750"/>
          </a:xfrm>
        </p:spPr>
        <p:txBody>
          <a:bodyPr/>
          <a:lstStyle>
            <a:lvl1pPr marL="0" indent="0">
              <a:lnSpc>
                <a:spcPct val="100000"/>
              </a:lnSpc>
              <a:spcBef>
                <a:spcPts val="0"/>
              </a:spcBef>
              <a:buNone/>
              <a:defRPr sz="1800">
                <a:solidFill>
                  <a:schemeClr val="tx1"/>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pic>
        <p:nvPicPr>
          <p:cNvPr id="6" name="Picture 2">
            <a:extLst>
              <a:ext uri="{FF2B5EF4-FFF2-40B4-BE49-F238E27FC236}">
                <a16:creationId xmlns:a16="http://schemas.microsoft.com/office/drawing/2014/main" id="{053C460D-84FA-21B6-D2E5-7BA212D263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2466" y="876596"/>
            <a:ext cx="2151355" cy="380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00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Light Pictur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57994F39-008B-4B36-AD32-9E4AEF525037}"/>
              </a:ext>
            </a:extLst>
          </p:cNvPr>
          <p:cNvSpPr/>
          <p:nvPr/>
        </p:nvSpPr>
        <p:spPr>
          <a:xfrm>
            <a:off x="2233896" y="0"/>
            <a:ext cx="9958105" cy="6858000"/>
          </a:xfrm>
          <a:custGeom>
            <a:avLst/>
            <a:gdLst>
              <a:gd name="connsiteX0" fmla="*/ 3494326 w 9958105"/>
              <a:gd name="connsiteY0" fmla="*/ 0 h 6858000"/>
              <a:gd name="connsiteX1" fmla="*/ 9958105 w 9958105"/>
              <a:gd name="connsiteY1" fmla="*/ 0 h 6858000"/>
              <a:gd name="connsiteX2" fmla="*/ 9958105 w 9958105"/>
              <a:gd name="connsiteY2" fmla="*/ 6858000 h 6858000"/>
              <a:gd name="connsiteX3" fmla="*/ 0 w 99581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958105" h="6858000">
                <a:moveTo>
                  <a:pt x="3494326" y="0"/>
                </a:moveTo>
                <a:lnTo>
                  <a:pt x="9958105" y="0"/>
                </a:lnTo>
                <a:lnTo>
                  <a:pt x="9958105"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dirty="0"/>
          </a:p>
        </p:txBody>
      </p:sp>
      <p:sp>
        <p:nvSpPr>
          <p:cNvPr id="10" name="Picture Placeholder 9">
            <a:extLst>
              <a:ext uri="{FF2B5EF4-FFF2-40B4-BE49-F238E27FC236}">
                <a16:creationId xmlns:a16="http://schemas.microsoft.com/office/drawing/2014/main" id="{5DEB3A00-CE02-46D6-A56C-14340CB0754E}"/>
              </a:ext>
            </a:extLst>
          </p:cNvPr>
          <p:cNvSpPr>
            <a:spLocks noGrp="1"/>
          </p:cNvSpPr>
          <p:nvPr>
            <p:ph type="pic" sz="quarter" idx="10"/>
          </p:nvPr>
        </p:nvSpPr>
        <p:spPr>
          <a:xfrm>
            <a:off x="1608449" y="0"/>
            <a:ext cx="10583550" cy="6857998"/>
          </a:xfrm>
          <a:custGeom>
            <a:avLst/>
            <a:gdLst>
              <a:gd name="connsiteX0" fmla="*/ 3700528 w 10583550"/>
              <a:gd name="connsiteY0" fmla="*/ 0 h 6857998"/>
              <a:gd name="connsiteX1" fmla="*/ 10583550 w 10583550"/>
              <a:gd name="connsiteY1" fmla="*/ 0 h 6857998"/>
              <a:gd name="connsiteX2" fmla="*/ 10583550 w 10583550"/>
              <a:gd name="connsiteY2" fmla="*/ 2764049 h 6857998"/>
              <a:gd name="connsiteX3" fmla="*/ 8497579 w 10583550"/>
              <a:gd name="connsiteY3" fmla="*/ 6857998 h 6857998"/>
              <a:gd name="connsiteX4" fmla="*/ 0 w 10583550"/>
              <a:gd name="connsiteY4" fmla="*/ 6857998 h 6857998"/>
              <a:gd name="connsiteX5" fmla="*/ 3494325 w 10583550"/>
              <a:gd name="connsiteY5" fmla="*/ 1 h 6857998"/>
              <a:gd name="connsiteX6" fmla="*/ 3700528 w 10583550"/>
              <a:gd name="connsiteY6"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3550" h="6857998">
                <a:moveTo>
                  <a:pt x="3700528" y="0"/>
                </a:moveTo>
                <a:lnTo>
                  <a:pt x="10583550" y="0"/>
                </a:lnTo>
                <a:lnTo>
                  <a:pt x="10583550" y="2764049"/>
                </a:lnTo>
                <a:lnTo>
                  <a:pt x="8497579" y="6857998"/>
                </a:lnTo>
                <a:lnTo>
                  <a:pt x="0" y="6857998"/>
                </a:lnTo>
                <a:lnTo>
                  <a:pt x="3494325" y="1"/>
                </a:lnTo>
                <a:lnTo>
                  <a:pt x="3700528" y="1"/>
                </a:lnTo>
                <a:close/>
              </a:path>
            </a:pathLst>
          </a:custGeom>
          <a:solidFill>
            <a:srgbClr val="F2F2F2"/>
          </a:solidFill>
        </p:spPr>
        <p:txBody>
          <a:bodyPr wrap="square" tIns="1280160" bIns="0" anchor="ctr" anchorCtr="0">
            <a:noAutofit/>
          </a:bodyPr>
          <a:lstStyle>
            <a:lvl1pPr marL="0" indent="0" algn="ctr">
              <a:lnSpc>
                <a:spcPct val="100000"/>
              </a:lnSpc>
              <a:spcBef>
                <a:spcPts val="0"/>
              </a:spcBef>
              <a:buNone/>
              <a:defRPr sz="2000">
                <a:solidFill>
                  <a:schemeClr val="accent5"/>
                </a:solidFill>
              </a:defRPr>
            </a:lvl1pPr>
          </a:lstStyle>
          <a:p>
            <a:pPr marL="228600" marR="0" lvl="0" indent="-228600" algn="ctr" defTabSz="914400" rtl="0" eaLnBrk="1" fontAlgn="auto" latinLnBrk="0" hangingPunct="1">
              <a:lnSpc>
                <a:spcPct val="90000"/>
              </a:lnSpc>
              <a:spcBef>
                <a:spcPts val="1800"/>
              </a:spcBef>
              <a:spcAft>
                <a:spcPts val="0"/>
              </a:spcAft>
              <a:buClr>
                <a:schemeClr val="tx1">
                  <a:lumMod val="50000"/>
                  <a:lumOff val="50000"/>
                </a:schemeClr>
              </a:buClr>
              <a:buSzTx/>
              <a:buFont typeface="Arial" panose="020B0604020202020204" pitchFamily="34" charset="0"/>
              <a:buNone/>
              <a:tabLst/>
              <a:defRPr/>
            </a:pPr>
            <a:endParaRPr dirty="0"/>
          </a:p>
        </p:txBody>
      </p:sp>
      <p:sp>
        <p:nvSpPr>
          <p:cNvPr id="7" name="Freeform: Shape 6">
            <a:extLst>
              <a:ext uri="{FF2B5EF4-FFF2-40B4-BE49-F238E27FC236}">
                <a16:creationId xmlns:a16="http://schemas.microsoft.com/office/drawing/2014/main" id="{F40E8370-BEA1-42E8-83C6-3191B83DBA01}"/>
              </a:ext>
            </a:extLst>
          </p:cNvPr>
          <p:cNvSpPr/>
          <p:nvPr/>
        </p:nvSpPr>
        <p:spPr>
          <a:xfrm>
            <a:off x="10106026" y="2764047"/>
            <a:ext cx="2085973" cy="4093953"/>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 name="Media Placeholder 2">
            <a:extLst>
              <a:ext uri="{FF2B5EF4-FFF2-40B4-BE49-F238E27FC236}">
                <a16:creationId xmlns:a16="http://schemas.microsoft.com/office/drawing/2014/main" id="{2F4A1CAC-F2A9-45E5-9CB0-3D7831711627}"/>
              </a:ext>
            </a:extLst>
          </p:cNvPr>
          <p:cNvSpPr>
            <a:spLocks noGrp="1"/>
          </p:cNvSpPr>
          <p:nvPr>
            <p:ph type="media" sz="quarter" idx="11"/>
          </p:nvPr>
        </p:nvSpPr>
        <p:spPr>
          <a:xfrm>
            <a:off x="1593137" y="-4"/>
            <a:ext cx="4487549" cy="6858002"/>
          </a:xfrm>
          <a:blipFill>
            <a:blip r:embed="rId2"/>
            <a:stretch>
              <a:fillRect/>
            </a:stretch>
          </a:blipFill>
        </p:spPr>
        <p:txBody>
          <a:bodyPr lIns="137160" tIns="2468880" rIns="0"/>
          <a:lstStyle>
            <a:lvl1pPr marL="0" indent="0">
              <a:spcBef>
                <a:spcPts val="800"/>
              </a:spcBef>
              <a:buNone/>
              <a:defRPr sz="1400">
                <a:solidFill>
                  <a:schemeClr val="accent5"/>
                </a:solidFill>
              </a:defRPr>
            </a:lvl1pPr>
          </a:lstStyle>
          <a:p>
            <a:endParaRPr lang="en-US" dirty="0"/>
          </a:p>
        </p:txBody>
      </p:sp>
      <p:sp>
        <p:nvSpPr>
          <p:cNvPr id="5" name="Title 4">
            <a:extLst>
              <a:ext uri="{FF2B5EF4-FFF2-40B4-BE49-F238E27FC236}">
                <a16:creationId xmlns:a16="http://schemas.microsoft.com/office/drawing/2014/main" id="{0645EA02-3B80-4DB6-A93B-4A21095A1F40}"/>
              </a:ext>
            </a:extLst>
          </p:cNvPr>
          <p:cNvSpPr>
            <a:spLocks noGrp="1"/>
          </p:cNvSpPr>
          <p:nvPr>
            <p:ph type="title" hasCustomPrompt="1"/>
          </p:nvPr>
        </p:nvSpPr>
        <p:spPr>
          <a:xfrm>
            <a:off x="5962964" y="1066801"/>
            <a:ext cx="5303530" cy="1295400"/>
          </a:xfrm>
        </p:spPr>
        <p:txBody>
          <a:bodyPr anchor="t"/>
          <a:lstStyle>
            <a:lvl1pPr algn="r">
              <a:lnSpc>
                <a:spcPct val="100000"/>
              </a:lnSpc>
              <a:defRPr sz="4000"/>
            </a:lvl1pPr>
          </a:lstStyle>
          <a:p>
            <a:r>
              <a:t>Click to add text</a:t>
            </a:r>
          </a:p>
        </p:txBody>
      </p:sp>
      <p:sp>
        <p:nvSpPr>
          <p:cNvPr id="14" name="Text Placeholder 13">
            <a:extLst>
              <a:ext uri="{FF2B5EF4-FFF2-40B4-BE49-F238E27FC236}">
                <a16:creationId xmlns:a16="http://schemas.microsoft.com/office/drawing/2014/main" id="{15A4ED72-B6B5-4B2A-8B70-4C2CA16194EF}"/>
              </a:ext>
            </a:extLst>
          </p:cNvPr>
          <p:cNvSpPr>
            <a:spLocks noGrp="1"/>
          </p:cNvSpPr>
          <p:nvPr>
            <p:ph type="body" sz="quarter" idx="12" hasCustomPrompt="1"/>
          </p:nvPr>
        </p:nvSpPr>
        <p:spPr>
          <a:xfrm>
            <a:off x="3852225" y="5334000"/>
            <a:ext cx="4010026" cy="666750"/>
          </a:xfrm>
        </p:spPr>
        <p:txBody>
          <a:bodyPr/>
          <a:lstStyle>
            <a:lvl1pPr marL="0" indent="0">
              <a:lnSpc>
                <a:spcPct val="100000"/>
              </a:lnSpc>
              <a:spcBef>
                <a:spcPts val="0"/>
              </a:spcBef>
              <a:buNone/>
              <a:defRPr sz="1800">
                <a:solidFill>
                  <a:schemeClr val="tx1">
                    <a:lumMod val="50000"/>
                    <a:lumOff val="50000"/>
                  </a:schemeClr>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spTree>
    <p:extLst>
      <p:ext uri="{BB962C8B-B14F-4D97-AF65-F5344CB8AC3E}">
        <p14:creationId xmlns:p14="http://schemas.microsoft.com/office/powerpoint/2010/main" val="176131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Slide Alterna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82C4-253D-4055-8422-4113C4A3640F}"/>
              </a:ext>
            </a:extLst>
          </p:cNvPr>
          <p:cNvSpPr>
            <a:spLocks noGrp="1"/>
          </p:cNvSpPr>
          <p:nvPr>
            <p:ph type="title"/>
          </p:nvPr>
        </p:nvSpPr>
        <p:spPr>
          <a:xfrm>
            <a:off x="6096001" y="2387491"/>
            <a:ext cx="5302228" cy="2230519"/>
          </a:xfrm>
        </p:spPr>
        <p:txBody>
          <a:bodyPr anchor="b"/>
          <a:lstStyle>
            <a:lvl1pPr>
              <a:lnSpc>
                <a:spcPct val="100000"/>
              </a:lnSpc>
              <a:defRPr sz="4000"/>
            </a:lvl1pPr>
          </a:lstStyle>
          <a:p>
            <a:r>
              <a:rPr lang="en-US"/>
              <a:t>Click to edit Master title style</a:t>
            </a:r>
            <a:endParaRPr/>
          </a:p>
        </p:txBody>
      </p:sp>
      <p:sp>
        <p:nvSpPr>
          <p:cNvPr id="6" name="Text Placeholder 13">
            <a:extLst>
              <a:ext uri="{FF2B5EF4-FFF2-40B4-BE49-F238E27FC236}">
                <a16:creationId xmlns:a16="http://schemas.microsoft.com/office/drawing/2014/main" id="{130BC9F5-DB3F-47AC-BAF7-C4AEBC42A139}"/>
              </a:ext>
            </a:extLst>
          </p:cNvPr>
          <p:cNvSpPr>
            <a:spLocks noGrp="1"/>
          </p:cNvSpPr>
          <p:nvPr>
            <p:ph type="body" sz="quarter" idx="13" hasCustomPrompt="1"/>
          </p:nvPr>
        </p:nvSpPr>
        <p:spPr>
          <a:xfrm>
            <a:off x="6096000" y="5013634"/>
            <a:ext cx="5302228" cy="666750"/>
          </a:xfrm>
        </p:spPr>
        <p:txBody>
          <a:bodyPr/>
          <a:lstStyle>
            <a:lvl1pPr marL="0" indent="0">
              <a:lnSpc>
                <a:spcPct val="100000"/>
              </a:lnSpc>
              <a:spcBef>
                <a:spcPts val="0"/>
              </a:spcBef>
              <a:buNone/>
              <a:defRPr sz="1800">
                <a:solidFill>
                  <a:schemeClr val="tx1">
                    <a:lumMod val="50000"/>
                    <a:lumOff val="50000"/>
                  </a:schemeClr>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sp>
        <p:nvSpPr>
          <p:cNvPr id="11" name="Picture Placeholder 10">
            <a:extLst>
              <a:ext uri="{FF2B5EF4-FFF2-40B4-BE49-F238E27FC236}">
                <a16:creationId xmlns:a16="http://schemas.microsoft.com/office/drawing/2014/main" id="{272A832C-1627-4A7E-B82C-100A3D5AD481}"/>
              </a:ext>
            </a:extLst>
          </p:cNvPr>
          <p:cNvSpPr>
            <a:spLocks noGrp="1"/>
          </p:cNvSpPr>
          <p:nvPr>
            <p:ph type="pic" sz="quarter" idx="15" hasCustomPrompt="1"/>
          </p:nvPr>
        </p:nvSpPr>
        <p:spPr>
          <a:xfrm>
            <a:off x="0" y="-3"/>
            <a:ext cx="6334127" cy="6858000"/>
          </a:xfrm>
          <a:custGeom>
            <a:avLst/>
            <a:gdLst>
              <a:gd name="connsiteX0" fmla="*/ 0 w 6334127"/>
              <a:gd name="connsiteY0" fmla="*/ 0 h 6858000"/>
              <a:gd name="connsiteX1" fmla="*/ 6334127 w 6334127"/>
              <a:gd name="connsiteY1" fmla="*/ 0 h 6858000"/>
              <a:gd name="connsiteX2" fmla="*/ 6334127 w 6334127"/>
              <a:gd name="connsiteY2" fmla="*/ 3 h 6858000"/>
              <a:gd name="connsiteX3" fmla="*/ 6333194 w 6334127"/>
              <a:gd name="connsiteY3" fmla="*/ 3 h 6858000"/>
              <a:gd name="connsiteX4" fmla="*/ 2838868 w 6334127"/>
              <a:gd name="connsiteY4" fmla="*/ 6858000 h 6858000"/>
              <a:gd name="connsiteX5" fmla="*/ 0 w 633412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4127" h="6858000">
                <a:moveTo>
                  <a:pt x="0" y="0"/>
                </a:moveTo>
                <a:lnTo>
                  <a:pt x="6334127" y="0"/>
                </a:lnTo>
                <a:lnTo>
                  <a:pt x="6334127" y="3"/>
                </a:lnTo>
                <a:lnTo>
                  <a:pt x="6333194" y="3"/>
                </a:lnTo>
                <a:lnTo>
                  <a:pt x="2838868" y="6858000"/>
                </a:lnTo>
                <a:lnTo>
                  <a:pt x="0" y="6858000"/>
                </a:lnTo>
                <a:close/>
              </a:path>
            </a:pathLst>
          </a:custGeom>
          <a:solidFill>
            <a:srgbClr val="F2F2F2"/>
          </a:solidFill>
        </p:spPr>
        <p:txBody>
          <a:bodyPr wrap="square" tIns="0" bIns="1005840" anchor="ctr" anchorCtr="0">
            <a:noAutofit/>
          </a:bodyPr>
          <a:lstStyle>
            <a:lvl1pPr marL="0" indent="0" algn="ctr">
              <a:spcBef>
                <a:spcPts val="0"/>
              </a:spcBef>
              <a:buNone/>
              <a:defRPr sz="2000">
                <a:solidFill>
                  <a:schemeClr val="accent5"/>
                </a:solidFill>
              </a:defRPr>
            </a:lvl1pPr>
          </a:lstStyle>
          <a:p>
            <a:r>
              <a:rPr dirty="0"/>
              <a:t>Click icon to insert picture;</a:t>
            </a:r>
            <a:br>
              <a:rPr dirty="0"/>
            </a:br>
            <a:r>
              <a:rPr dirty="0"/>
              <a:t>send to back if necessary.</a:t>
            </a:r>
          </a:p>
        </p:txBody>
      </p:sp>
      <p:sp>
        <p:nvSpPr>
          <p:cNvPr id="8" name="Freeform: Shape 7">
            <a:extLst>
              <a:ext uri="{FF2B5EF4-FFF2-40B4-BE49-F238E27FC236}">
                <a16:creationId xmlns:a16="http://schemas.microsoft.com/office/drawing/2014/main" id="{8A0A04D5-3B0D-457B-9D61-B806B573B03A}"/>
              </a:ext>
            </a:extLst>
          </p:cNvPr>
          <p:cNvSpPr/>
          <p:nvPr/>
        </p:nvSpPr>
        <p:spPr>
          <a:xfrm>
            <a:off x="2838868" y="1"/>
            <a:ext cx="4243858" cy="6858001"/>
          </a:xfrm>
          <a:custGeom>
            <a:avLst/>
            <a:gdLst>
              <a:gd name="connsiteX0" fmla="*/ 3494326 w 4243858"/>
              <a:gd name="connsiteY0" fmla="*/ 0 h 6858001"/>
              <a:gd name="connsiteX1" fmla="*/ 4243858 w 4243858"/>
              <a:gd name="connsiteY1" fmla="*/ 0 h 6858001"/>
              <a:gd name="connsiteX2" fmla="*/ 749532 w 4243858"/>
              <a:gd name="connsiteY2" fmla="*/ 6858001 h 6858001"/>
              <a:gd name="connsiteX3" fmla="*/ 0 w 424385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4243858" h="6858001">
                <a:moveTo>
                  <a:pt x="3494326" y="0"/>
                </a:moveTo>
                <a:lnTo>
                  <a:pt x="4243858" y="0"/>
                </a:lnTo>
                <a:lnTo>
                  <a:pt x="749532" y="6858001"/>
                </a:lnTo>
                <a:lnTo>
                  <a:pt x="0" y="6858001"/>
                </a:lnTo>
                <a:close/>
              </a:path>
            </a:pathLst>
          </a:custGeom>
          <a:gradFill>
            <a:gsLst>
              <a:gs pos="0">
                <a:srgbClr val="E6E6E6"/>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0" name="Media Placeholder 9">
            <a:extLst>
              <a:ext uri="{FF2B5EF4-FFF2-40B4-BE49-F238E27FC236}">
                <a16:creationId xmlns:a16="http://schemas.microsoft.com/office/drawing/2014/main" id="{15C7239E-8E96-420D-8EA5-3F411591FE9A}"/>
              </a:ext>
            </a:extLst>
          </p:cNvPr>
          <p:cNvSpPr>
            <a:spLocks noGrp="1"/>
          </p:cNvSpPr>
          <p:nvPr>
            <p:ph type="media" sz="quarter" idx="14" hasCustomPrompt="1"/>
          </p:nvPr>
        </p:nvSpPr>
        <p:spPr>
          <a:xfrm>
            <a:off x="0" y="0"/>
            <a:ext cx="2352675" cy="4617387"/>
          </a:xfrm>
          <a:blipFill>
            <a:blip r:embed="rId2"/>
            <a:stretch>
              <a:fillRect/>
            </a:stretch>
          </a:blipFill>
        </p:spPr>
        <p:txBody>
          <a:bodyPr lIns="91440" tIns="182880" rIns="91440"/>
          <a:lstStyle>
            <a:lvl1pPr marL="0" indent="0">
              <a:spcBef>
                <a:spcPts val="300"/>
              </a:spcBef>
              <a:buNone/>
              <a:defRPr sz="1400">
                <a:solidFill>
                  <a:schemeClr val="bg1"/>
                </a:solidFill>
              </a:defRPr>
            </a:lvl1pPr>
          </a:lstStyle>
          <a:p>
            <a:r>
              <a:rPr dirty="0"/>
              <a:t>This gradient should be </a:t>
            </a:r>
            <a:br>
              <a:rPr dirty="0"/>
            </a:br>
            <a:r>
              <a:rPr dirty="0"/>
              <a:t>on top of the picture. </a:t>
            </a:r>
            <a:br>
              <a:rPr dirty="0"/>
            </a:br>
            <a:r>
              <a:rPr dirty="0"/>
              <a:t>This text and the </a:t>
            </a:r>
            <a:br>
              <a:rPr dirty="0"/>
            </a:br>
            <a:r>
              <a:rPr dirty="0"/>
              <a:t>media icon will</a:t>
            </a:r>
            <a:br>
              <a:rPr dirty="0"/>
            </a:br>
            <a:r>
              <a:rPr dirty="0"/>
              <a:t>not appear. </a:t>
            </a:r>
          </a:p>
        </p:txBody>
      </p:sp>
    </p:spTree>
    <p:extLst>
      <p:ext uri="{BB962C8B-B14F-4D97-AF65-F5344CB8AC3E}">
        <p14:creationId xmlns:p14="http://schemas.microsoft.com/office/powerpoint/2010/main" val="282277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ransition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543595"/>
            <a:ext cx="11544300" cy="5770811"/>
          </a:xfrm>
          <a:prstGeom prst="rect">
            <a:avLst/>
          </a:prstGeom>
          <a:noFill/>
        </p:spPr>
        <p:txBody>
          <a:bodyPr wrap="square" lIns="0" tIns="0" rIns="0" bIns="0" rtlCol="0">
            <a:spAutoFit/>
          </a:bodyPr>
          <a:lstStyle/>
          <a:p>
            <a:pPr algn="ctr">
              <a:lnSpc>
                <a:spcPct val="100000"/>
              </a:lnSpc>
              <a:spcBef>
                <a:spcPts val="3600"/>
              </a:spcBef>
            </a:pPr>
            <a:r>
              <a:rPr sz="12500" b="1" dirty="0"/>
              <a:t>Transition or Statement Layouts</a:t>
            </a:r>
            <a:endParaRPr sz="12500" dirty="0"/>
          </a:p>
        </p:txBody>
      </p:sp>
    </p:spTree>
    <p:extLst>
      <p:ext uri="{BB962C8B-B14F-4D97-AF65-F5344CB8AC3E}">
        <p14:creationId xmlns:p14="http://schemas.microsoft.com/office/powerpoint/2010/main" val="519774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ransition or 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1"/>
                </a:solidFill>
              </a:defRPr>
            </a:lvl1pPr>
          </a:lstStyle>
          <a:p>
            <a:r>
              <a:t>New topic, transition, or statement text</a:t>
            </a:r>
          </a:p>
        </p:txBody>
      </p:sp>
      <p:sp>
        <p:nvSpPr>
          <p:cNvPr id="7" name="Freeform: Shape 6">
            <a:extLst>
              <a:ext uri="{FF2B5EF4-FFF2-40B4-BE49-F238E27FC236}">
                <a16:creationId xmlns:a16="http://schemas.microsoft.com/office/drawing/2014/main" id="{9FF046CC-8079-4FBD-AD1C-61C173C675C9}"/>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24000">
                <a:srgbClr val="00A88C"/>
              </a:gs>
              <a:gs pos="100000">
                <a:srgbClr val="05A2C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6" name="Text Placeholder 5">
            <a:extLst>
              <a:ext uri="{FF2B5EF4-FFF2-40B4-BE49-F238E27FC236}">
                <a16:creationId xmlns:a16="http://schemas.microsoft.com/office/drawing/2014/main" id="{191A5BD7-ABB8-4401-B0A5-77256FC72028}"/>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2665994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ransition or Statem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1"/>
                </a:solidFill>
              </a:defRPr>
            </a:lvl1pPr>
          </a:lstStyle>
          <a:p>
            <a:r>
              <a:t>New topic, transition, or statement text</a:t>
            </a:r>
          </a:p>
        </p:txBody>
      </p:sp>
      <p:sp>
        <p:nvSpPr>
          <p:cNvPr id="9" name="Freeform: Shape 8">
            <a:extLst>
              <a:ext uri="{FF2B5EF4-FFF2-40B4-BE49-F238E27FC236}">
                <a16:creationId xmlns:a16="http://schemas.microsoft.com/office/drawing/2014/main" id="{B4439ED5-32F2-48A6-9861-BFF9697A5E20}"/>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4000">
                <a:srgbClr val="FFFFFF"/>
              </a:gs>
              <a:gs pos="100000">
                <a:srgbClr val="757575"/>
              </a:gs>
            </a:gsLst>
            <a:lin ang="5400000" scaled="1"/>
            <a:tileRect/>
          </a:gradFill>
          <a:ln w="12700" cap="flat" cmpd="sng" algn="ctr">
            <a:noFill/>
            <a:prstDash val="solid"/>
            <a:miter lim="800000"/>
          </a:ln>
          <a:effectLst/>
        </p:spPr>
        <p:style>
          <a:lnRef idx="0">
            <a:scrgbClr r="0" g="0" b="0"/>
          </a:lnRef>
          <a:fillRef idx="0">
            <a:scrgbClr r="0" g="0" b="0"/>
          </a:fillRef>
          <a:effectRef idx="0">
            <a:scrgbClr r="0" g="0" b="0"/>
          </a:effectRef>
          <a:fontRef idx="major"/>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srgbClr val="FFFFFF"/>
              </a:solidFill>
              <a:effectLst/>
              <a:uLnTx/>
              <a:uFillTx/>
              <a:latin typeface="Arial" panose="020B0604020202020204"/>
              <a:ea typeface="+mn-ea"/>
              <a:cs typeface="+mn-cs"/>
            </a:endParaRPr>
          </a:p>
        </p:txBody>
      </p:sp>
      <p:sp>
        <p:nvSpPr>
          <p:cNvPr id="4" name="Text Placeholder 5">
            <a:extLst>
              <a:ext uri="{FF2B5EF4-FFF2-40B4-BE49-F238E27FC236}">
                <a16:creationId xmlns:a16="http://schemas.microsoft.com/office/drawing/2014/main" id="{A6C3D817-1916-4A83-A462-928AEFF1907B}"/>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12197529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ransition or 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2"/>
                </a:solidFill>
              </a:defRPr>
            </a:lvl1pPr>
          </a:lstStyle>
          <a:p>
            <a:r>
              <a:t>New topic, transition, or statement text</a:t>
            </a:r>
          </a:p>
        </p:txBody>
      </p:sp>
      <p:sp>
        <p:nvSpPr>
          <p:cNvPr id="3" name="Freeform: Shape 2">
            <a:extLst>
              <a:ext uri="{FF2B5EF4-FFF2-40B4-BE49-F238E27FC236}">
                <a16:creationId xmlns:a16="http://schemas.microsoft.com/office/drawing/2014/main" id="{503730AA-3E8F-4F82-9C8C-33BA9F618EB3}"/>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24000">
                <a:srgbClr val="00A88C"/>
              </a:gs>
              <a:gs pos="100000">
                <a:srgbClr val="05A2C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 name="Text Placeholder 5">
            <a:extLst>
              <a:ext uri="{FF2B5EF4-FFF2-40B4-BE49-F238E27FC236}">
                <a16:creationId xmlns:a16="http://schemas.microsoft.com/office/drawing/2014/main" id="{3214DC6C-B09A-4ABF-BF7B-7D964B419213}"/>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solidFill>
                  <a:schemeClr val="accent2"/>
                </a:solidFill>
              </a:defRPr>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15361312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pecialty Content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152400" y="520511"/>
            <a:ext cx="11887200" cy="5816977"/>
          </a:xfrm>
          <a:prstGeom prst="rect">
            <a:avLst/>
          </a:prstGeom>
          <a:noFill/>
        </p:spPr>
        <p:txBody>
          <a:bodyPr wrap="square" lIns="0" tIns="0" rIns="0" bIns="0" rtlCol="0">
            <a:spAutoFit/>
          </a:bodyPr>
          <a:lstStyle/>
          <a:p>
            <a:pPr algn="ctr">
              <a:lnSpc>
                <a:spcPct val="85000"/>
              </a:lnSpc>
              <a:spcBef>
                <a:spcPts val="3600"/>
              </a:spcBef>
            </a:pPr>
            <a:r>
              <a:rPr sz="12000" b="1" dirty="0"/>
              <a:t>Specialty</a:t>
            </a:r>
            <a:br>
              <a:rPr sz="12000" b="1" dirty="0"/>
            </a:br>
            <a:r>
              <a:rPr sz="12000" b="1" dirty="0"/>
              <a:t>Content</a:t>
            </a:r>
            <a:br>
              <a:rPr sz="12000" b="1" dirty="0"/>
            </a:br>
            <a:r>
              <a:rPr sz="12000" b="1" dirty="0"/>
              <a:t>Layouts</a:t>
            </a:r>
          </a:p>
          <a:p>
            <a:pPr algn="ctr">
              <a:lnSpc>
                <a:spcPct val="100000"/>
              </a:lnSpc>
              <a:spcBef>
                <a:spcPts val="0"/>
              </a:spcBef>
            </a:pPr>
            <a:r>
              <a:rPr sz="7200" b="1" dirty="0"/>
              <a:t>(agenda, quote, etc.)</a:t>
            </a:r>
            <a:endParaRPr sz="7200" dirty="0"/>
          </a:p>
        </p:txBody>
      </p:sp>
    </p:spTree>
    <p:extLst>
      <p:ext uri="{BB962C8B-B14F-4D97-AF65-F5344CB8AC3E}">
        <p14:creationId xmlns:p14="http://schemas.microsoft.com/office/powerpoint/2010/main" val="10358951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Agenda 1">
    <p:spTree>
      <p:nvGrpSpPr>
        <p:cNvPr id="1" name=""/>
        <p:cNvGrpSpPr/>
        <p:nvPr/>
      </p:nvGrpSpPr>
      <p:grpSpPr>
        <a:xfrm>
          <a:off x="0" y="0"/>
          <a:ext cx="0" cy="0"/>
          <a:chOff x="0" y="0"/>
          <a:chExt cx="0" cy="0"/>
        </a:xfrm>
      </p:grpSpPr>
      <p:sp>
        <p:nvSpPr>
          <p:cNvPr id="32" name="object 8">
            <a:extLst>
              <a:ext uri="{FF2B5EF4-FFF2-40B4-BE49-F238E27FC236}">
                <a16:creationId xmlns:a16="http://schemas.microsoft.com/office/drawing/2014/main" id="{463F9B32-4BF7-416B-8C03-C5BD22A7A0CD}"/>
              </a:ext>
            </a:extLst>
          </p:cNvPr>
          <p:cNvSpPr/>
          <p:nvPr/>
        </p:nvSpPr>
        <p:spPr>
          <a:xfrm>
            <a:off x="11073130" y="4662805"/>
            <a:ext cx="1118870" cy="2195195"/>
          </a:xfrm>
          <a:custGeom>
            <a:avLst/>
            <a:gdLst/>
            <a:ahLst/>
            <a:cxnLst/>
            <a:rect l="l" t="t" r="r" b="b"/>
            <a:pathLst>
              <a:path w="1118870" h="2195195">
                <a:moveTo>
                  <a:pt x="1118463" y="0"/>
                </a:moveTo>
                <a:lnTo>
                  <a:pt x="0" y="2195080"/>
                </a:lnTo>
                <a:lnTo>
                  <a:pt x="1118463" y="2195080"/>
                </a:lnTo>
                <a:lnTo>
                  <a:pt x="1118463" y="0"/>
                </a:lnTo>
                <a:close/>
              </a:path>
            </a:pathLst>
          </a:custGeom>
          <a:solidFill>
            <a:srgbClr val="05A2C6"/>
          </a:solidFill>
        </p:spPr>
        <p:txBody>
          <a:bodyPr wrap="square" lIns="0" tIns="0" rIns="0" bIns="0" rtlCol="0"/>
          <a:lstStyle/>
          <a:p>
            <a:endParaRPr dirty="0"/>
          </a:p>
        </p:txBody>
      </p:sp>
      <p:sp>
        <p:nvSpPr>
          <p:cNvPr id="3" name="Freeform: Shape 2">
            <a:extLst>
              <a:ext uri="{FF2B5EF4-FFF2-40B4-BE49-F238E27FC236}">
                <a16:creationId xmlns:a16="http://schemas.microsoft.com/office/drawing/2014/main" id="{3E5A7B2C-D6BF-4B9E-BB08-A8FB83646B43}"/>
              </a:ext>
            </a:extLst>
          </p:cNvPr>
          <p:cNvSpPr/>
          <p:nvPr/>
        </p:nvSpPr>
        <p:spPr>
          <a:xfrm>
            <a:off x="209789" y="0"/>
            <a:ext cx="7513540" cy="6858000"/>
          </a:xfrm>
          <a:custGeom>
            <a:avLst/>
            <a:gdLst>
              <a:gd name="connsiteX0" fmla="*/ 0 w 7513540"/>
              <a:gd name="connsiteY0" fmla="*/ 0 h 6858000"/>
              <a:gd name="connsiteX1" fmla="*/ 7513540 w 7513540"/>
              <a:gd name="connsiteY1" fmla="*/ 0 h 6858000"/>
              <a:gd name="connsiteX2" fmla="*/ 4019217 w 7513540"/>
              <a:gd name="connsiteY2" fmla="*/ 6858000 h 6858000"/>
              <a:gd name="connsiteX3" fmla="*/ 0 w 75135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513540" h="6858000">
                <a:moveTo>
                  <a:pt x="0" y="0"/>
                </a:moveTo>
                <a:lnTo>
                  <a:pt x="7513540" y="0"/>
                </a:lnTo>
                <a:lnTo>
                  <a:pt x="4019217" y="6858000"/>
                </a:lnTo>
                <a:lnTo>
                  <a:pt x="0" y="6858000"/>
                </a:lnTo>
                <a:close/>
              </a:path>
            </a:pathLst>
          </a:custGeom>
          <a:solidFill>
            <a:srgbClr val="EBEBEB"/>
          </a:solidFill>
        </p:spPr>
        <p:txBody>
          <a:bodyPr wrap="square" lIns="0" tIns="0" rIns="0" bIns="0" rtlCol="0">
            <a:noAutofit/>
          </a:bodyPr>
          <a:lstStyle/>
          <a:p>
            <a:endParaRPr dirty="0"/>
          </a:p>
        </p:txBody>
      </p:sp>
      <p:sp>
        <p:nvSpPr>
          <p:cNvPr id="4" name="Freeform: Shape 3">
            <a:extLst>
              <a:ext uri="{FF2B5EF4-FFF2-40B4-BE49-F238E27FC236}">
                <a16:creationId xmlns:a16="http://schemas.microsoft.com/office/drawing/2014/main" id="{3FD52C03-6E97-4B96-946A-0C1094A43944}"/>
              </a:ext>
            </a:extLst>
          </p:cNvPr>
          <p:cNvSpPr/>
          <p:nvPr/>
        </p:nvSpPr>
        <p:spPr>
          <a:xfrm>
            <a:off x="1" y="0"/>
            <a:ext cx="7288997" cy="6858000"/>
          </a:xfrm>
          <a:custGeom>
            <a:avLst/>
            <a:gdLst>
              <a:gd name="connsiteX0" fmla="*/ 0 w 7288997"/>
              <a:gd name="connsiteY0" fmla="*/ 0 h 6858000"/>
              <a:gd name="connsiteX1" fmla="*/ 7288997 w 7288997"/>
              <a:gd name="connsiteY1" fmla="*/ 0 h 6858000"/>
              <a:gd name="connsiteX2" fmla="*/ 3794674 w 7288997"/>
              <a:gd name="connsiteY2" fmla="*/ 6858000 h 6858000"/>
              <a:gd name="connsiteX3" fmla="*/ 0 w 728899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288997" h="6858000">
                <a:moveTo>
                  <a:pt x="0" y="0"/>
                </a:moveTo>
                <a:lnTo>
                  <a:pt x="7288997" y="0"/>
                </a:lnTo>
                <a:lnTo>
                  <a:pt x="3794674" y="6858000"/>
                </a:lnTo>
                <a:lnTo>
                  <a:pt x="0" y="6858000"/>
                </a:lnTo>
                <a:close/>
              </a:path>
            </a:pathLst>
          </a:custGeom>
          <a:gradFill flip="none" rotWithShape="1">
            <a:gsLst>
              <a:gs pos="92000">
                <a:srgbClr val="05A2C6"/>
              </a:gs>
              <a:gs pos="28000">
                <a:srgbClr val="00A88C"/>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A7D1AF72-5E7A-4B28-9BD9-32D8C64CD2C3}"/>
              </a:ext>
            </a:extLst>
          </p:cNvPr>
          <p:cNvSpPr>
            <a:spLocks noGrp="1"/>
          </p:cNvSpPr>
          <p:nvPr>
            <p:ph type="title"/>
          </p:nvPr>
        </p:nvSpPr>
        <p:spPr>
          <a:xfrm>
            <a:off x="948375" y="1752600"/>
            <a:ext cx="3448924" cy="1090165"/>
          </a:xfrm>
        </p:spPr>
        <p:txBody>
          <a:bodyPr/>
          <a:lstStyle>
            <a:lvl1pPr>
              <a:defRPr>
                <a:solidFill>
                  <a:schemeClr val="bg1"/>
                </a:solidFill>
              </a:defRPr>
            </a:lvl1pPr>
          </a:lstStyle>
          <a:p>
            <a:r>
              <a:rPr lang="en-US"/>
              <a:t>Click to edit Master title style</a:t>
            </a:r>
            <a:endParaRPr/>
          </a:p>
        </p:txBody>
      </p:sp>
      <p:sp>
        <p:nvSpPr>
          <p:cNvPr id="11" name="Text Placeholder 10">
            <a:extLst>
              <a:ext uri="{FF2B5EF4-FFF2-40B4-BE49-F238E27FC236}">
                <a16:creationId xmlns:a16="http://schemas.microsoft.com/office/drawing/2014/main" id="{D0800E8E-A517-4082-8748-95F6CDF9A6A2}"/>
              </a:ext>
            </a:extLst>
          </p:cNvPr>
          <p:cNvSpPr>
            <a:spLocks noGrp="1"/>
          </p:cNvSpPr>
          <p:nvPr>
            <p:ph type="body" sz="quarter" idx="10"/>
          </p:nvPr>
        </p:nvSpPr>
        <p:spPr>
          <a:xfrm>
            <a:off x="948375" y="3144409"/>
            <a:ext cx="3771900" cy="1450956"/>
          </a:xfrm>
        </p:spPr>
        <p:txBody>
          <a:bodyPr/>
          <a:lstStyle>
            <a:lvl1pPr marL="0" indent="0">
              <a:lnSpc>
                <a:spcPct val="130000"/>
              </a:lnSpc>
              <a:spcBef>
                <a:spcPts val="0"/>
              </a:spcBef>
              <a:buNone/>
              <a:defRPr sz="1600">
                <a:solidFill>
                  <a:schemeClr val="bg1"/>
                </a:solidFill>
              </a:defRPr>
            </a:lvl1pPr>
            <a:lvl2pPr marL="0" indent="0">
              <a:lnSpc>
                <a:spcPct val="130000"/>
              </a:lnSpc>
              <a:spcBef>
                <a:spcPts val="0"/>
              </a:spcBef>
              <a:buNone/>
              <a:defRPr sz="1600">
                <a:solidFill>
                  <a:schemeClr val="bg1"/>
                </a:solidFill>
              </a:defRPr>
            </a:lvl2pPr>
            <a:lvl3pPr marL="0" indent="0">
              <a:lnSpc>
                <a:spcPct val="130000"/>
              </a:lnSpc>
              <a:spcBef>
                <a:spcPts val="0"/>
              </a:spcBef>
              <a:buNone/>
              <a:defRPr sz="1600">
                <a:solidFill>
                  <a:schemeClr val="bg1"/>
                </a:solidFill>
              </a:defRPr>
            </a:lvl3pPr>
            <a:lvl4pPr marL="0" indent="0">
              <a:lnSpc>
                <a:spcPct val="130000"/>
              </a:lnSpc>
              <a:spcBef>
                <a:spcPts val="0"/>
              </a:spcBef>
              <a:buNone/>
              <a:defRPr sz="1600">
                <a:solidFill>
                  <a:schemeClr val="bg1"/>
                </a:solidFill>
              </a:defRPr>
            </a:lvl4pPr>
            <a:lvl5pPr marL="0" indent="0">
              <a:lnSpc>
                <a:spcPct val="130000"/>
              </a:lnSpc>
              <a:spcBef>
                <a:spcPts val="0"/>
              </a:spcBef>
              <a:buNone/>
              <a:defRPr sz="1600">
                <a:solidFill>
                  <a:schemeClr val="bg1"/>
                </a:solidFill>
              </a:defRPr>
            </a:lvl5pPr>
            <a:lvl6pPr marL="0" indent="0">
              <a:lnSpc>
                <a:spcPct val="130000"/>
              </a:lnSpc>
              <a:spcBef>
                <a:spcPts val="0"/>
              </a:spcBef>
              <a:buNone/>
              <a:defRPr sz="1600">
                <a:solidFill>
                  <a:schemeClr val="bg1"/>
                </a:solidFill>
              </a:defRPr>
            </a:lvl6pPr>
            <a:lvl7pPr marL="0" indent="0">
              <a:lnSpc>
                <a:spcPct val="130000"/>
              </a:lnSpc>
              <a:spcBef>
                <a:spcPts val="0"/>
              </a:spcBef>
              <a:buNone/>
              <a:defRPr sz="1600">
                <a:solidFill>
                  <a:schemeClr val="bg1"/>
                </a:solidFill>
              </a:defRPr>
            </a:lvl7pPr>
            <a:lvl8pPr marL="0" indent="0">
              <a:lnSpc>
                <a:spcPct val="130000"/>
              </a:lnSpc>
              <a:spcBef>
                <a:spcPts val="0"/>
              </a:spcBef>
              <a:buNone/>
              <a:defRPr sz="1600">
                <a:solidFill>
                  <a:schemeClr val="bg1"/>
                </a:solidFill>
              </a:defRPr>
            </a:lvl8pPr>
            <a:lvl9pPr marL="0" indent="0">
              <a:lnSpc>
                <a:spcPct val="130000"/>
              </a:lnSpc>
              <a:spcBef>
                <a:spcPts val="0"/>
              </a:spcBef>
              <a:buNone/>
              <a:defRPr sz="1600">
                <a:solidFill>
                  <a:schemeClr val="bg1"/>
                </a:solidFill>
              </a:defRPr>
            </a:lvl9pPr>
          </a:lstStyle>
          <a:p>
            <a:pPr lvl="0"/>
            <a:r>
              <a:rPr lang="en-US"/>
              <a:t>Click to edit Master text styles</a:t>
            </a:r>
          </a:p>
        </p:txBody>
      </p:sp>
      <p:sp>
        <p:nvSpPr>
          <p:cNvPr id="15" name="Text Placeholder 13">
            <a:extLst>
              <a:ext uri="{FF2B5EF4-FFF2-40B4-BE49-F238E27FC236}">
                <a16:creationId xmlns:a16="http://schemas.microsoft.com/office/drawing/2014/main" id="{88256F5A-0840-4D0A-9735-6C135C3D1BCB}"/>
              </a:ext>
            </a:extLst>
          </p:cNvPr>
          <p:cNvSpPr>
            <a:spLocks noGrp="1"/>
          </p:cNvSpPr>
          <p:nvPr>
            <p:ph type="body" sz="quarter" idx="12" hasCustomPrompt="1"/>
          </p:nvPr>
        </p:nvSpPr>
        <p:spPr>
          <a:xfrm>
            <a:off x="8012596" y="82303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16" name="Text Placeholder 13">
            <a:extLst>
              <a:ext uri="{FF2B5EF4-FFF2-40B4-BE49-F238E27FC236}">
                <a16:creationId xmlns:a16="http://schemas.microsoft.com/office/drawing/2014/main" id="{6D05ED8F-D666-4B88-A7A1-7B7E8D824F5B}"/>
              </a:ext>
            </a:extLst>
          </p:cNvPr>
          <p:cNvSpPr>
            <a:spLocks noGrp="1"/>
          </p:cNvSpPr>
          <p:nvPr>
            <p:ph type="body" sz="quarter" idx="13"/>
          </p:nvPr>
        </p:nvSpPr>
        <p:spPr>
          <a:xfrm>
            <a:off x="8601272" y="98119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19" name="Text Placeholder 13">
            <a:extLst>
              <a:ext uri="{FF2B5EF4-FFF2-40B4-BE49-F238E27FC236}">
                <a16:creationId xmlns:a16="http://schemas.microsoft.com/office/drawing/2014/main" id="{57ACFF91-DB57-4346-A3FB-AE438EEF8E01}"/>
              </a:ext>
            </a:extLst>
          </p:cNvPr>
          <p:cNvSpPr>
            <a:spLocks noGrp="1"/>
          </p:cNvSpPr>
          <p:nvPr>
            <p:ph type="body" sz="quarter" idx="14" hasCustomPrompt="1"/>
          </p:nvPr>
        </p:nvSpPr>
        <p:spPr>
          <a:xfrm>
            <a:off x="8012596" y="191547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0" name="Text Placeholder 13">
            <a:extLst>
              <a:ext uri="{FF2B5EF4-FFF2-40B4-BE49-F238E27FC236}">
                <a16:creationId xmlns:a16="http://schemas.microsoft.com/office/drawing/2014/main" id="{E3880355-33B4-4D27-AF67-82F4EEC64CC8}"/>
              </a:ext>
            </a:extLst>
          </p:cNvPr>
          <p:cNvSpPr>
            <a:spLocks noGrp="1"/>
          </p:cNvSpPr>
          <p:nvPr>
            <p:ph type="body" sz="quarter" idx="15"/>
          </p:nvPr>
        </p:nvSpPr>
        <p:spPr>
          <a:xfrm>
            <a:off x="8601272" y="207362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2" name="Text Placeholder 13">
            <a:extLst>
              <a:ext uri="{FF2B5EF4-FFF2-40B4-BE49-F238E27FC236}">
                <a16:creationId xmlns:a16="http://schemas.microsoft.com/office/drawing/2014/main" id="{148BB727-68D1-474D-87D5-BDB11CFB6088}"/>
              </a:ext>
            </a:extLst>
          </p:cNvPr>
          <p:cNvSpPr>
            <a:spLocks noGrp="1"/>
          </p:cNvSpPr>
          <p:nvPr>
            <p:ph type="body" sz="quarter" idx="17" hasCustomPrompt="1"/>
          </p:nvPr>
        </p:nvSpPr>
        <p:spPr>
          <a:xfrm>
            <a:off x="8012596" y="300790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3" name="Text Placeholder 13">
            <a:extLst>
              <a:ext uri="{FF2B5EF4-FFF2-40B4-BE49-F238E27FC236}">
                <a16:creationId xmlns:a16="http://schemas.microsoft.com/office/drawing/2014/main" id="{1B4F6836-1963-4344-99F1-90D9AC322197}"/>
              </a:ext>
            </a:extLst>
          </p:cNvPr>
          <p:cNvSpPr>
            <a:spLocks noGrp="1"/>
          </p:cNvSpPr>
          <p:nvPr>
            <p:ph type="body" sz="quarter" idx="18"/>
          </p:nvPr>
        </p:nvSpPr>
        <p:spPr>
          <a:xfrm>
            <a:off x="8601272" y="316606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4" name="Text Placeholder 13">
            <a:extLst>
              <a:ext uri="{FF2B5EF4-FFF2-40B4-BE49-F238E27FC236}">
                <a16:creationId xmlns:a16="http://schemas.microsoft.com/office/drawing/2014/main" id="{14220391-7FA8-4230-A26B-200CEFBB154E}"/>
              </a:ext>
            </a:extLst>
          </p:cNvPr>
          <p:cNvSpPr>
            <a:spLocks noGrp="1"/>
          </p:cNvSpPr>
          <p:nvPr>
            <p:ph type="body" sz="quarter" idx="19" hasCustomPrompt="1"/>
          </p:nvPr>
        </p:nvSpPr>
        <p:spPr>
          <a:xfrm>
            <a:off x="8012596" y="410034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5" name="Text Placeholder 13">
            <a:extLst>
              <a:ext uri="{FF2B5EF4-FFF2-40B4-BE49-F238E27FC236}">
                <a16:creationId xmlns:a16="http://schemas.microsoft.com/office/drawing/2014/main" id="{F79842D0-FA80-46A5-8D28-C7DB6BF5A530}"/>
              </a:ext>
            </a:extLst>
          </p:cNvPr>
          <p:cNvSpPr>
            <a:spLocks noGrp="1"/>
          </p:cNvSpPr>
          <p:nvPr>
            <p:ph type="body" sz="quarter" idx="20"/>
          </p:nvPr>
        </p:nvSpPr>
        <p:spPr>
          <a:xfrm>
            <a:off x="8601272" y="425849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6" name="Text Placeholder 13">
            <a:extLst>
              <a:ext uri="{FF2B5EF4-FFF2-40B4-BE49-F238E27FC236}">
                <a16:creationId xmlns:a16="http://schemas.microsoft.com/office/drawing/2014/main" id="{46CEF91E-EEEE-4341-A57F-F66DECB54330}"/>
              </a:ext>
            </a:extLst>
          </p:cNvPr>
          <p:cNvSpPr>
            <a:spLocks noGrp="1"/>
          </p:cNvSpPr>
          <p:nvPr>
            <p:ph type="body" sz="quarter" idx="21" hasCustomPrompt="1"/>
          </p:nvPr>
        </p:nvSpPr>
        <p:spPr>
          <a:xfrm>
            <a:off x="8012596" y="5192779"/>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7" name="Text Placeholder 13">
            <a:extLst>
              <a:ext uri="{FF2B5EF4-FFF2-40B4-BE49-F238E27FC236}">
                <a16:creationId xmlns:a16="http://schemas.microsoft.com/office/drawing/2014/main" id="{A3C272E2-71D0-4279-8082-47B126613A2E}"/>
              </a:ext>
            </a:extLst>
          </p:cNvPr>
          <p:cNvSpPr>
            <a:spLocks noGrp="1"/>
          </p:cNvSpPr>
          <p:nvPr>
            <p:ph type="body" sz="quarter" idx="22"/>
          </p:nvPr>
        </p:nvSpPr>
        <p:spPr>
          <a:xfrm>
            <a:off x="8601272" y="5350934"/>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Tree>
    <p:extLst>
      <p:ext uri="{BB962C8B-B14F-4D97-AF65-F5344CB8AC3E}">
        <p14:creationId xmlns:p14="http://schemas.microsoft.com/office/powerpoint/2010/main" val="21876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00">
          <p15:clr>
            <a:srgbClr val="FBAE40"/>
          </p15:clr>
        </p15:guide>
        <p15:guide id="2" pos="5292">
          <p15:clr>
            <a:srgbClr val="A4A3A4"/>
          </p15:clr>
        </p15:guide>
        <p15:guide id="3" pos="5424">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Agenda 2">
    <p:spTree>
      <p:nvGrpSpPr>
        <p:cNvPr id="1" name=""/>
        <p:cNvGrpSpPr/>
        <p:nvPr/>
      </p:nvGrpSpPr>
      <p:grpSpPr>
        <a:xfrm>
          <a:off x="0" y="0"/>
          <a:ext cx="0" cy="0"/>
          <a:chOff x="0" y="0"/>
          <a:chExt cx="0" cy="0"/>
        </a:xfrm>
      </p:grpSpPr>
      <p:sp>
        <p:nvSpPr>
          <p:cNvPr id="13" name="object 8">
            <a:extLst>
              <a:ext uri="{FF2B5EF4-FFF2-40B4-BE49-F238E27FC236}">
                <a16:creationId xmlns:a16="http://schemas.microsoft.com/office/drawing/2014/main" id="{44EE5668-849E-4752-A91F-93A5EE2F885B}"/>
              </a:ext>
            </a:extLst>
          </p:cNvPr>
          <p:cNvSpPr/>
          <p:nvPr/>
        </p:nvSpPr>
        <p:spPr>
          <a:xfrm>
            <a:off x="11073130" y="4662805"/>
            <a:ext cx="1118870" cy="2195195"/>
          </a:xfrm>
          <a:custGeom>
            <a:avLst/>
            <a:gdLst/>
            <a:ahLst/>
            <a:cxnLst/>
            <a:rect l="l" t="t" r="r" b="b"/>
            <a:pathLst>
              <a:path w="1118870" h="2195195">
                <a:moveTo>
                  <a:pt x="1118463" y="0"/>
                </a:moveTo>
                <a:lnTo>
                  <a:pt x="0" y="2195080"/>
                </a:lnTo>
                <a:lnTo>
                  <a:pt x="1118463" y="2195080"/>
                </a:lnTo>
                <a:lnTo>
                  <a:pt x="1118463" y="0"/>
                </a:lnTo>
                <a:close/>
              </a:path>
            </a:pathLst>
          </a:custGeom>
          <a:solidFill>
            <a:srgbClr val="05A2C6"/>
          </a:solidFill>
        </p:spPr>
        <p:txBody>
          <a:bodyPr wrap="square" lIns="0" tIns="0" rIns="0" bIns="0" rtlCol="0"/>
          <a:lstStyle/>
          <a:p>
            <a:endParaRPr dirty="0"/>
          </a:p>
        </p:txBody>
      </p:sp>
      <p:sp>
        <p:nvSpPr>
          <p:cNvPr id="5" name="Freeform: Shape 4">
            <a:extLst>
              <a:ext uri="{FF2B5EF4-FFF2-40B4-BE49-F238E27FC236}">
                <a16:creationId xmlns:a16="http://schemas.microsoft.com/office/drawing/2014/main" id="{7C394794-C985-4AFC-B7E3-2D95D1F02031}"/>
              </a:ext>
            </a:extLst>
          </p:cNvPr>
          <p:cNvSpPr/>
          <p:nvPr/>
        </p:nvSpPr>
        <p:spPr>
          <a:xfrm>
            <a:off x="0" y="0"/>
            <a:ext cx="6088218" cy="6858000"/>
          </a:xfrm>
          <a:custGeom>
            <a:avLst/>
            <a:gdLst>
              <a:gd name="connsiteX0" fmla="*/ 0 w 6088218"/>
              <a:gd name="connsiteY0" fmla="*/ 0 h 6858000"/>
              <a:gd name="connsiteX1" fmla="*/ 6088218 w 6088218"/>
              <a:gd name="connsiteY1" fmla="*/ 0 h 6858000"/>
              <a:gd name="connsiteX2" fmla="*/ 2593895 w 6088218"/>
              <a:gd name="connsiteY2" fmla="*/ 6858000 h 6858000"/>
              <a:gd name="connsiteX3" fmla="*/ 0 w 608821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88218" h="6858000">
                <a:moveTo>
                  <a:pt x="0" y="0"/>
                </a:moveTo>
                <a:lnTo>
                  <a:pt x="6088218" y="0"/>
                </a:lnTo>
                <a:lnTo>
                  <a:pt x="2593895" y="6858000"/>
                </a:lnTo>
                <a:lnTo>
                  <a:pt x="0" y="6858000"/>
                </a:lnTo>
                <a:close/>
              </a:path>
            </a:pathLst>
          </a:custGeom>
          <a:solidFill>
            <a:srgbClr val="EBEBEB"/>
          </a:solidFill>
        </p:spPr>
        <p:txBody>
          <a:bodyPr wrap="square" lIns="0" tIns="0" rIns="0" bIns="0" rtlCol="0">
            <a:noAutofit/>
          </a:bodyPr>
          <a:lstStyle/>
          <a:p>
            <a:endParaRPr dirty="0"/>
          </a:p>
        </p:txBody>
      </p:sp>
      <p:sp>
        <p:nvSpPr>
          <p:cNvPr id="6" name="Freeform: Shape 5">
            <a:extLst>
              <a:ext uri="{FF2B5EF4-FFF2-40B4-BE49-F238E27FC236}">
                <a16:creationId xmlns:a16="http://schemas.microsoft.com/office/drawing/2014/main" id="{D1E6200F-185B-4EAA-81FE-7BB3EC64FD6B}"/>
              </a:ext>
            </a:extLst>
          </p:cNvPr>
          <p:cNvSpPr/>
          <p:nvPr/>
        </p:nvSpPr>
        <p:spPr>
          <a:xfrm>
            <a:off x="0" y="0"/>
            <a:ext cx="5653887" cy="6858000"/>
          </a:xfrm>
          <a:custGeom>
            <a:avLst/>
            <a:gdLst>
              <a:gd name="connsiteX0" fmla="*/ 0 w 5653887"/>
              <a:gd name="connsiteY0" fmla="*/ 0 h 6858000"/>
              <a:gd name="connsiteX1" fmla="*/ 5653887 w 5653887"/>
              <a:gd name="connsiteY1" fmla="*/ 0 h 6858000"/>
              <a:gd name="connsiteX2" fmla="*/ 2159564 w 5653887"/>
              <a:gd name="connsiteY2" fmla="*/ 6858000 h 6858000"/>
              <a:gd name="connsiteX3" fmla="*/ 0 w 565388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653887" h="6858000">
                <a:moveTo>
                  <a:pt x="0" y="0"/>
                </a:moveTo>
                <a:lnTo>
                  <a:pt x="5653887" y="0"/>
                </a:lnTo>
                <a:lnTo>
                  <a:pt x="2159564" y="6858000"/>
                </a:lnTo>
                <a:lnTo>
                  <a:pt x="0" y="6858000"/>
                </a:lnTo>
                <a:close/>
              </a:path>
            </a:pathLst>
          </a:custGeom>
          <a:gradFill flip="none" rotWithShape="1">
            <a:gsLst>
              <a:gs pos="92000">
                <a:srgbClr val="05A2C6"/>
              </a:gs>
              <a:gs pos="28000">
                <a:srgbClr val="00A88C"/>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A7D1AF72-5E7A-4B28-9BD9-32D8C64CD2C3}"/>
              </a:ext>
            </a:extLst>
          </p:cNvPr>
          <p:cNvSpPr>
            <a:spLocks noGrp="1"/>
          </p:cNvSpPr>
          <p:nvPr>
            <p:ph type="title"/>
          </p:nvPr>
        </p:nvSpPr>
        <p:spPr>
          <a:xfrm>
            <a:off x="950976" y="1752600"/>
            <a:ext cx="3021282" cy="1090165"/>
          </a:xfrm>
        </p:spPr>
        <p:txBody>
          <a:bodyPr/>
          <a:lstStyle>
            <a:lvl1pPr>
              <a:defRPr>
                <a:solidFill>
                  <a:schemeClr val="bg1"/>
                </a:solidFill>
              </a:defRPr>
            </a:lvl1pPr>
          </a:lstStyle>
          <a:p>
            <a:r>
              <a:rPr lang="en-US"/>
              <a:t>Click to edit Master title style</a:t>
            </a:r>
            <a:endParaRPr/>
          </a:p>
        </p:txBody>
      </p:sp>
      <p:sp>
        <p:nvSpPr>
          <p:cNvPr id="11" name="Text Placeholder 10">
            <a:extLst>
              <a:ext uri="{FF2B5EF4-FFF2-40B4-BE49-F238E27FC236}">
                <a16:creationId xmlns:a16="http://schemas.microsoft.com/office/drawing/2014/main" id="{D0800E8E-A517-4082-8748-95F6CDF9A6A2}"/>
              </a:ext>
            </a:extLst>
          </p:cNvPr>
          <p:cNvSpPr>
            <a:spLocks noGrp="1"/>
          </p:cNvSpPr>
          <p:nvPr>
            <p:ph type="body" sz="quarter" idx="10"/>
          </p:nvPr>
        </p:nvSpPr>
        <p:spPr>
          <a:xfrm>
            <a:off x="950976" y="3144409"/>
            <a:ext cx="2057400" cy="1275190"/>
          </a:xfrm>
        </p:spPr>
        <p:txBody>
          <a:bodyPr/>
          <a:lstStyle>
            <a:lvl1pPr marL="0" indent="0">
              <a:lnSpc>
                <a:spcPct val="130000"/>
              </a:lnSpc>
              <a:spcBef>
                <a:spcPts val="0"/>
              </a:spcBef>
              <a:buNone/>
              <a:defRPr sz="1600">
                <a:solidFill>
                  <a:schemeClr val="bg1"/>
                </a:solidFill>
              </a:defRPr>
            </a:lvl1pPr>
            <a:lvl2pPr marL="0" indent="0">
              <a:lnSpc>
                <a:spcPct val="130000"/>
              </a:lnSpc>
              <a:spcBef>
                <a:spcPts val="0"/>
              </a:spcBef>
              <a:buNone/>
              <a:defRPr sz="1600">
                <a:solidFill>
                  <a:schemeClr val="bg1"/>
                </a:solidFill>
              </a:defRPr>
            </a:lvl2pPr>
            <a:lvl3pPr marL="0" indent="0">
              <a:lnSpc>
                <a:spcPct val="130000"/>
              </a:lnSpc>
              <a:spcBef>
                <a:spcPts val="0"/>
              </a:spcBef>
              <a:buNone/>
              <a:defRPr sz="1600">
                <a:solidFill>
                  <a:schemeClr val="bg1"/>
                </a:solidFill>
              </a:defRPr>
            </a:lvl3pPr>
            <a:lvl4pPr marL="0" indent="0">
              <a:lnSpc>
                <a:spcPct val="130000"/>
              </a:lnSpc>
              <a:spcBef>
                <a:spcPts val="0"/>
              </a:spcBef>
              <a:buNone/>
              <a:defRPr sz="1600">
                <a:solidFill>
                  <a:schemeClr val="bg1"/>
                </a:solidFill>
              </a:defRPr>
            </a:lvl4pPr>
            <a:lvl5pPr marL="0" indent="0">
              <a:lnSpc>
                <a:spcPct val="130000"/>
              </a:lnSpc>
              <a:spcBef>
                <a:spcPts val="0"/>
              </a:spcBef>
              <a:buNone/>
              <a:defRPr sz="1600">
                <a:solidFill>
                  <a:schemeClr val="bg1"/>
                </a:solidFill>
              </a:defRPr>
            </a:lvl5pPr>
            <a:lvl6pPr marL="0" indent="0">
              <a:lnSpc>
                <a:spcPct val="130000"/>
              </a:lnSpc>
              <a:spcBef>
                <a:spcPts val="0"/>
              </a:spcBef>
              <a:buNone/>
              <a:defRPr sz="1600">
                <a:solidFill>
                  <a:schemeClr val="bg1"/>
                </a:solidFill>
              </a:defRPr>
            </a:lvl6pPr>
            <a:lvl7pPr marL="0" indent="0">
              <a:lnSpc>
                <a:spcPct val="130000"/>
              </a:lnSpc>
              <a:spcBef>
                <a:spcPts val="0"/>
              </a:spcBef>
              <a:buNone/>
              <a:defRPr sz="1600">
                <a:solidFill>
                  <a:schemeClr val="bg1"/>
                </a:solidFill>
              </a:defRPr>
            </a:lvl7pPr>
            <a:lvl8pPr marL="0" indent="0">
              <a:lnSpc>
                <a:spcPct val="130000"/>
              </a:lnSpc>
              <a:spcBef>
                <a:spcPts val="0"/>
              </a:spcBef>
              <a:buNone/>
              <a:defRPr sz="1600">
                <a:solidFill>
                  <a:schemeClr val="bg1"/>
                </a:solidFill>
              </a:defRPr>
            </a:lvl8pPr>
            <a:lvl9pPr marL="0" indent="0">
              <a:lnSpc>
                <a:spcPct val="130000"/>
              </a:lnSpc>
              <a:spcBef>
                <a:spcPts val="0"/>
              </a:spcBef>
              <a:buNone/>
              <a:defRPr sz="1600">
                <a:solidFill>
                  <a:schemeClr val="bg1"/>
                </a:solidFill>
              </a:defRPr>
            </a:lvl9pPr>
          </a:lstStyle>
          <a:p>
            <a:pPr lvl="0"/>
            <a:r>
              <a:rPr lang="en-US"/>
              <a:t>Click to edit Master text styles</a:t>
            </a:r>
          </a:p>
        </p:txBody>
      </p:sp>
      <p:sp>
        <p:nvSpPr>
          <p:cNvPr id="15" name="Text Placeholder 13">
            <a:extLst>
              <a:ext uri="{FF2B5EF4-FFF2-40B4-BE49-F238E27FC236}">
                <a16:creationId xmlns:a16="http://schemas.microsoft.com/office/drawing/2014/main" id="{88256F5A-0840-4D0A-9735-6C135C3D1BCB}"/>
              </a:ext>
            </a:extLst>
          </p:cNvPr>
          <p:cNvSpPr>
            <a:spLocks noGrp="1"/>
          </p:cNvSpPr>
          <p:nvPr>
            <p:ph type="body" sz="quarter" idx="12" hasCustomPrompt="1"/>
          </p:nvPr>
        </p:nvSpPr>
        <p:spPr>
          <a:xfrm>
            <a:off x="5717218" y="157741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16" name="Text Placeholder 13">
            <a:extLst>
              <a:ext uri="{FF2B5EF4-FFF2-40B4-BE49-F238E27FC236}">
                <a16:creationId xmlns:a16="http://schemas.microsoft.com/office/drawing/2014/main" id="{6D05ED8F-D666-4B88-A7A1-7B7E8D824F5B}"/>
              </a:ext>
            </a:extLst>
          </p:cNvPr>
          <p:cNvSpPr>
            <a:spLocks noGrp="1"/>
          </p:cNvSpPr>
          <p:nvPr>
            <p:ph type="body" sz="quarter" idx="13"/>
          </p:nvPr>
        </p:nvSpPr>
        <p:spPr>
          <a:xfrm>
            <a:off x="6305894" y="173557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19" name="Text Placeholder 13">
            <a:extLst>
              <a:ext uri="{FF2B5EF4-FFF2-40B4-BE49-F238E27FC236}">
                <a16:creationId xmlns:a16="http://schemas.microsoft.com/office/drawing/2014/main" id="{57ACFF91-DB57-4346-A3FB-AE438EEF8E01}"/>
              </a:ext>
            </a:extLst>
          </p:cNvPr>
          <p:cNvSpPr>
            <a:spLocks noGrp="1"/>
          </p:cNvSpPr>
          <p:nvPr>
            <p:ph type="body" sz="quarter" idx="14" hasCustomPrompt="1"/>
          </p:nvPr>
        </p:nvSpPr>
        <p:spPr>
          <a:xfrm>
            <a:off x="5717218" y="266985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2" name="Text Placeholder 13">
            <a:extLst>
              <a:ext uri="{FF2B5EF4-FFF2-40B4-BE49-F238E27FC236}">
                <a16:creationId xmlns:a16="http://schemas.microsoft.com/office/drawing/2014/main" id="{148BB727-68D1-474D-87D5-BDB11CFB6088}"/>
              </a:ext>
            </a:extLst>
          </p:cNvPr>
          <p:cNvSpPr>
            <a:spLocks noGrp="1"/>
          </p:cNvSpPr>
          <p:nvPr>
            <p:ph type="body" sz="quarter" idx="17" hasCustomPrompt="1"/>
          </p:nvPr>
        </p:nvSpPr>
        <p:spPr>
          <a:xfrm>
            <a:off x="5717218" y="376228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3" name="Text Placeholder 13">
            <a:extLst>
              <a:ext uri="{FF2B5EF4-FFF2-40B4-BE49-F238E27FC236}">
                <a16:creationId xmlns:a16="http://schemas.microsoft.com/office/drawing/2014/main" id="{1B4F6836-1963-4344-99F1-90D9AC322197}"/>
              </a:ext>
            </a:extLst>
          </p:cNvPr>
          <p:cNvSpPr>
            <a:spLocks noGrp="1"/>
          </p:cNvSpPr>
          <p:nvPr>
            <p:ph type="body" sz="quarter" idx="18"/>
          </p:nvPr>
        </p:nvSpPr>
        <p:spPr>
          <a:xfrm>
            <a:off x="6305894" y="392044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4" name="Text Placeholder 13">
            <a:extLst>
              <a:ext uri="{FF2B5EF4-FFF2-40B4-BE49-F238E27FC236}">
                <a16:creationId xmlns:a16="http://schemas.microsoft.com/office/drawing/2014/main" id="{14220391-7FA8-4230-A26B-200CEFBB154E}"/>
              </a:ext>
            </a:extLst>
          </p:cNvPr>
          <p:cNvSpPr>
            <a:spLocks noGrp="1"/>
          </p:cNvSpPr>
          <p:nvPr>
            <p:ph type="body" sz="quarter" idx="19" hasCustomPrompt="1"/>
          </p:nvPr>
        </p:nvSpPr>
        <p:spPr>
          <a:xfrm>
            <a:off x="5717218" y="485472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5" name="Text Placeholder 13">
            <a:extLst>
              <a:ext uri="{FF2B5EF4-FFF2-40B4-BE49-F238E27FC236}">
                <a16:creationId xmlns:a16="http://schemas.microsoft.com/office/drawing/2014/main" id="{F79842D0-FA80-46A5-8D28-C7DB6BF5A530}"/>
              </a:ext>
            </a:extLst>
          </p:cNvPr>
          <p:cNvSpPr>
            <a:spLocks noGrp="1"/>
          </p:cNvSpPr>
          <p:nvPr>
            <p:ph type="body" sz="quarter" idx="20"/>
          </p:nvPr>
        </p:nvSpPr>
        <p:spPr>
          <a:xfrm>
            <a:off x="6305894" y="501287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0" name="Text Placeholder 13">
            <a:extLst>
              <a:ext uri="{FF2B5EF4-FFF2-40B4-BE49-F238E27FC236}">
                <a16:creationId xmlns:a16="http://schemas.microsoft.com/office/drawing/2014/main" id="{E3880355-33B4-4D27-AF67-82F4EEC64CC8}"/>
              </a:ext>
            </a:extLst>
          </p:cNvPr>
          <p:cNvSpPr>
            <a:spLocks noGrp="1"/>
          </p:cNvSpPr>
          <p:nvPr>
            <p:ph type="body" sz="quarter" idx="15"/>
          </p:nvPr>
        </p:nvSpPr>
        <p:spPr>
          <a:xfrm>
            <a:off x="6305894" y="282800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6" name="Text Placeholder 13">
            <a:extLst>
              <a:ext uri="{FF2B5EF4-FFF2-40B4-BE49-F238E27FC236}">
                <a16:creationId xmlns:a16="http://schemas.microsoft.com/office/drawing/2014/main" id="{46CEF91E-EEEE-4341-A57F-F66DECB54330}"/>
              </a:ext>
            </a:extLst>
          </p:cNvPr>
          <p:cNvSpPr>
            <a:spLocks noGrp="1"/>
          </p:cNvSpPr>
          <p:nvPr>
            <p:ph type="body" sz="quarter" idx="21" hasCustomPrompt="1"/>
          </p:nvPr>
        </p:nvSpPr>
        <p:spPr>
          <a:xfrm>
            <a:off x="8595479" y="157741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7" name="Text Placeholder 13">
            <a:extLst>
              <a:ext uri="{FF2B5EF4-FFF2-40B4-BE49-F238E27FC236}">
                <a16:creationId xmlns:a16="http://schemas.microsoft.com/office/drawing/2014/main" id="{A3C272E2-71D0-4279-8082-47B126613A2E}"/>
              </a:ext>
            </a:extLst>
          </p:cNvPr>
          <p:cNvSpPr>
            <a:spLocks noGrp="1"/>
          </p:cNvSpPr>
          <p:nvPr>
            <p:ph type="body" sz="quarter" idx="22"/>
          </p:nvPr>
        </p:nvSpPr>
        <p:spPr>
          <a:xfrm>
            <a:off x="9184155" y="173557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4" name="Text Placeholder 13">
            <a:extLst>
              <a:ext uri="{FF2B5EF4-FFF2-40B4-BE49-F238E27FC236}">
                <a16:creationId xmlns:a16="http://schemas.microsoft.com/office/drawing/2014/main" id="{D00C3FD6-9676-40A4-90CC-19BA867D2201}"/>
              </a:ext>
            </a:extLst>
          </p:cNvPr>
          <p:cNvSpPr>
            <a:spLocks noGrp="1"/>
          </p:cNvSpPr>
          <p:nvPr>
            <p:ph type="body" sz="quarter" idx="23" hasCustomPrompt="1"/>
          </p:nvPr>
        </p:nvSpPr>
        <p:spPr>
          <a:xfrm>
            <a:off x="8582202" y="266985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5" name="Text Placeholder 13">
            <a:extLst>
              <a:ext uri="{FF2B5EF4-FFF2-40B4-BE49-F238E27FC236}">
                <a16:creationId xmlns:a16="http://schemas.microsoft.com/office/drawing/2014/main" id="{09E19707-8129-4DB3-B1A9-8ACC5FA14D1F}"/>
              </a:ext>
            </a:extLst>
          </p:cNvPr>
          <p:cNvSpPr>
            <a:spLocks noGrp="1"/>
          </p:cNvSpPr>
          <p:nvPr>
            <p:ph type="body" sz="quarter" idx="24"/>
          </p:nvPr>
        </p:nvSpPr>
        <p:spPr>
          <a:xfrm>
            <a:off x="9170878" y="282800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6" name="Text Placeholder 13">
            <a:extLst>
              <a:ext uri="{FF2B5EF4-FFF2-40B4-BE49-F238E27FC236}">
                <a16:creationId xmlns:a16="http://schemas.microsoft.com/office/drawing/2014/main" id="{617072CC-B330-445F-B959-F8F4DD752F33}"/>
              </a:ext>
            </a:extLst>
          </p:cNvPr>
          <p:cNvSpPr>
            <a:spLocks noGrp="1"/>
          </p:cNvSpPr>
          <p:nvPr>
            <p:ph type="body" sz="quarter" idx="25" hasCustomPrompt="1"/>
          </p:nvPr>
        </p:nvSpPr>
        <p:spPr>
          <a:xfrm>
            <a:off x="8582202" y="376228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7" name="Text Placeholder 13">
            <a:extLst>
              <a:ext uri="{FF2B5EF4-FFF2-40B4-BE49-F238E27FC236}">
                <a16:creationId xmlns:a16="http://schemas.microsoft.com/office/drawing/2014/main" id="{90A0186D-6CEC-4DCB-89B9-5E9017B721A8}"/>
              </a:ext>
            </a:extLst>
          </p:cNvPr>
          <p:cNvSpPr>
            <a:spLocks noGrp="1"/>
          </p:cNvSpPr>
          <p:nvPr>
            <p:ph type="body" sz="quarter" idx="26"/>
          </p:nvPr>
        </p:nvSpPr>
        <p:spPr>
          <a:xfrm>
            <a:off x="9170878" y="392044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8" name="Text Placeholder 13">
            <a:extLst>
              <a:ext uri="{FF2B5EF4-FFF2-40B4-BE49-F238E27FC236}">
                <a16:creationId xmlns:a16="http://schemas.microsoft.com/office/drawing/2014/main" id="{D92E8A59-EFDB-4947-A57F-C0B1E8026940}"/>
              </a:ext>
            </a:extLst>
          </p:cNvPr>
          <p:cNvSpPr>
            <a:spLocks noGrp="1"/>
          </p:cNvSpPr>
          <p:nvPr>
            <p:ph type="body" sz="quarter" idx="27" hasCustomPrompt="1"/>
          </p:nvPr>
        </p:nvSpPr>
        <p:spPr>
          <a:xfrm>
            <a:off x="8582202" y="485472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9" name="Text Placeholder 13">
            <a:extLst>
              <a:ext uri="{FF2B5EF4-FFF2-40B4-BE49-F238E27FC236}">
                <a16:creationId xmlns:a16="http://schemas.microsoft.com/office/drawing/2014/main" id="{E73B9993-A2C0-4E16-A8F7-3A5BB96CE0FB}"/>
              </a:ext>
            </a:extLst>
          </p:cNvPr>
          <p:cNvSpPr>
            <a:spLocks noGrp="1"/>
          </p:cNvSpPr>
          <p:nvPr>
            <p:ph type="body" sz="quarter" idx="28"/>
          </p:nvPr>
        </p:nvSpPr>
        <p:spPr>
          <a:xfrm>
            <a:off x="9170878" y="501287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Tree>
    <p:extLst>
      <p:ext uri="{BB962C8B-B14F-4D97-AF65-F5344CB8AC3E}">
        <p14:creationId xmlns:p14="http://schemas.microsoft.com/office/powerpoint/2010/main" val="197774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00">
          <p15:clr>
            <a:srgbClr val="FBAE40"/>
          </p15:clr>
        </p15:guide>
        <p15:guide id="2" pos="5664">
          <p15:clr>
            <a:srgbClr val="A4A3A4"/>
          </p15:clr>
        </p15:guide>
        <p15:guide id="3" pos="3960">
          <p15:clr>
            <a:srgbClr val="A4A3A4"/>
          </p15:clr>
        </p15:guide>
        <p15:guide id="4" pos="578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Full-Frame Image with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8050AE7-ECC0-4BD9-9D50-7417D8DD6F31}"/>
              </a:ext>
            </a:extLst>
          </p:cNvPr>
          <p:cNvSpPr>
            <a:spLocks noGrp="1"/>
          </p:cNvSpPr>
          <p:nvPr>
            <p:ph type="pic" sz="quarter" idx="10" hasCustomPrompt="1"/>
          </p:nvPr>
        </p:nvSpPr>
        <p:spPr>
          <a:xfrm>
            <a:off x="1524" y="0"/>
            <a:ext cx="12188952" cy="6858000"/>
          </a:xfrm>
          <a:solidFill>
            <a:srgbClr val="D9D9D9"/>
          </a:solidFill>
        </p:spPr>
        <p:txBody>
          <a:bodyPr lIns="6675120" rIns="0" bIns="0" anchor="ctr" anchorCtr="0"/>
          <a:lstStyle>
            <a:lvl1pPr marL="0" indent="0" algn="l">
              <a:lnSpc>
                <a:spcPct val="100000"/>
              </a:lnSpc>
              <a:spcBef>
                <a:spcPts val="0"/>
              </a:spcBef>
              <a:buNone/>
              <a:defRPr>
                <a:solidFill>
                  <a:schemeClr val="accent5"/>
                </a:solidFill>
              </a:defRPr>
            </a:lvl1pPr>
          </a:lstStyle>
          <a:p>
            <a:r>
              <a:rPr dirty="0"/>
              <a:t>Click icon to add a picture; </a:t>
            </a:r>
            <a:br>
              <a:rPr dirty="0"/>
            </a:br>
            <a:r>
              <a:rPr dirty="0"/>
              <a:t>send to back if necessary</a:t>
            </a:r>
          </a:p>
        </p:txBody>
      </p:sp>
      <p:sp>
        <p:nvSpPr>
          <p:cNvPr id="9" name="Text Placeholder 8">
            <a:extLst>
              <a:ext uri="{FF2B5EF4-FFF2-40B4-BE49-F238E27FC236}">
                <a16:creationId xmlns:a16="http://schemas.microsoft.com/office/drawing/2014/main" id="{75E81AFA-02B9-4AF4-8C41-5717D2146C04}"/>
              </a:ext>
            </a:extLst>
          </p:cNvPr>
          <p:cNvSpPr>
            <a:spLocks noGrp="1"/>
          </p:cNvSpPr>
          <p:nvPr>
            <p:ph type="body" sz="quarter" idx="11" hasCustomPrompt="1"/>
          </p:nvPr>
        </p:nvSpPr>
        <p:spPr>
          <a:xfrm>
            <a:off x="510208" y="2305050"/>
            <a:ext cx="3860800" cy="3860800"/>
          </a:xfrm>
          <a:solidFill>
            <a:srgbClr val="FFFFFF"/>
          </a:solidFill>
        </p:spPr>
        <p:txBody>
          <a:bodyPr lIns="411480" tIns="365760" rIns="411480" bIns="91440"/>
          <a:lstStyle>
            <a:lvl1pPr marL="0" indent="0">
              <a:spcBef>
                <a:spcPts val="0"/>
              </a:spcBef>
              <a:buNone/>
              <a:defRPr sz="1600" b="1" cap="all" spc="100" baseline="0">
                <a:solidFill>
                  <a:schemeClr val="tx1">
                    <a:lumMod val="50000"/>
                    <a:lumOff val="50000"/>
                  </a:schemeClr>
                </a:solidFill>
              </a:defRPr>
            </a:lvl1pPr>
            <a:lvl2pPr marL="0" indent="0">
              <a:spcBef>
                <a:spcPts val="0"/>
              </a:spcBef>
              <a:buNone/>
              <a:defRPr sz="1600" b="1" cap="all" spc="100" baseline="0">
                <a:solidFill>
                  <a:schemeClr val="tx1">
                    <a:lumMod val="50000"/>
                    <a:lumOff val="50000"/>
                  </a:schemeClr>
                </a:solidFill>
              </a:defRPr>
            </a:lvl2pPr>
            <a:lvl3pPr marL="0" indent="0">
              <a:spcBef>
                <a:spcPts val="0"/>
              </a:spcBef>
              <a:buNone/>
              <a:defRPr sz="1600" b="1" cap="all" spc="100" baseline="0">
                <a:solidFill>
                  <a:schemeClr val="tx1">
                    <a:lumMod val="50000"/>
                    <a:lumOff val="50000"/>
                  </a:schemeClr>
                </a:solidFill>
              </a:defRPr>
            </a:lvl3pPr>
            <a:lvl4pPr marL="0" indent="0">
              <a:spcBef>
                <a:spcPts val="0"/>
              </a:spcBef>
              <a:buNone/>
              <a:defRPr sz="1600" b="1" cap="all" spc="100" baseline="0">
                <a:solidFill>
                  <a:schemeClr val="tx1">
                    <a:lumMod val="50000"/>
                    <a:lumOff val="50000"/>
                  </a:schemeClr>
                </a:solidFill>
              </a:defRPr>
            </a:lvl4pPr>
            <a:lvl5pPr marL="0" indent="0">
              <a:spcBef>
                <a:spcPts val="0"/>
              </a:spcBef>
              <a:buNone/>
              <a:defRPr sz="1600" b="1" cap="all" spc="100" baseline="0">
                <a:solidFill>
                  <a:schemeClr val="tx1">
                    <a:lumMod val="50000"/>
                    <a:lumOff val="50000"/>
                  </a:schemeClr>
                </a:solidFill>
              </a:defRPr>
            </a:lvl5pPr>
            <a:lvl6pPr marL="0" indent="0">
              <a:spcBef>
                <a:spcPts val="0"/>
              </a:spcBef>
              <a:buNone/>
              <a:defRPr sz="1600" b="1" cap="all" spc="100" baseline="0">
                <a:solidFill>
                  <a:schemeClr val="tx1">
                    <a:lumMod val="50000"/>
                    <a:lumOff val="50000"/>
                  </a:schemeClr>
                </a:solidFill>
              </a:defRPr>
            </a:lvl6pPr>
            <a:lvl7pPr marL="0" indent="0">
              <a:spcBef>
                <a:spcPts val="0"/>
              </a:spcBef>
              <a:buNone/>
              <a:defRPr sz="1600" b="1" cap="all" spc="100" baseline="0">
                <a:solidFill>
                  <a:schemeClr val="tx1">
                    <a:lumMod val="50000"/>
                    <a:lumOff val="50000"/>
                  </a:schemeClr>
                </a:solidFill>
              </a:defRPr>
            </a:lvl7pPr>
            <a:lvl8pPr marL="0" indent="0">
              <a:spcBef>
                <a:spcPts val="0"/>
              </a:spcBef>
              <a:buNone/>
              <a:defRPr sz="1600" b="1" cap="all" spc="100" baseline="0">
                <a:solidFill>
                  <a:schemeClr val="tx1">
                    <a:lumMod val="50000"/>
                    <a:lumOff val="50000"/>
                  </a:schemeClr>
                </a:solidFill>
              </a:defRPr>
            </a:lvl8pPr>
            <a:lvl9pPr marL="0" indent="0">
              <a:spcBef>
                <a:spcPts val="0"/>
              </a:spcBef>
              <a:buNone/>
              <a:defRPr sz="1600" b="1" cap="all" spc="100" baseline="0">
                <a:solidFill>
                  <a:schemeClr val="tx1">
                    <a:lumMod val="50000"/>
                    <a:lumOff val="50000"/>
                  </a:schemeClr>
                </a:solidFill>
              </a:defRPr>
            </a:lvl9pPr>
          </a:lstStyle>
          <a:p>
            <a:pPr lvl="0"/>
            <a:r>
              <a:t>superheader</a:t>
            </a:r>
          </a:p>
        </p:txBody>
      </p:sp>
      <p:sp>
        <p:nvSpPr>
          <p:cNvPr id="10" name="Text Placeholder 8">
            <a:extLst>
              <a:ext uri="{FF2B5EF4-FFF2-40B4-BE49-F238E27FC236}">
                <a16:creationId xmlns:a16="http://schemas.microsoft.com/office/drawing/2014/main" id="{B63E85EB-57F2-40AC-94CE-540C22ADD9BB}"/>
              </a:ext>
            </a:extLst>
          </p:cNvPr>
          <p:cNvSpPr>
            <a:spLocks noGrp="1"/>
          </p:cNvSpPr>
          <p:nvPr>
            <p:ph type="body" sz="quarter" idx="12"/>
          </p:nvPr>
        </p:nvSpPr>
        <p:spPr>
          <a:xfrm>
            <a:off x="929308" y="3151117"/>
            <a:ext cx="3095199" cy="2703773"/>
          </a:xfrm>
        </p:spPr>
        <p:txBody>
          <a:bodyPr/>
          <a:lstStyle>
            <a:lvl1pPr marL="0" indent="0">
              <a:lnSpc>
                <a:spcPct val="100000"/>
              </a:lnSpc>
              <a:spcBef>
                <a:spcPts val="0"/>
              </a:spcBef>
              <a:buNone/>
              <a:defRPr sz="2800">
                <a:solidFill>
                  <a:schemeClr val="accent1"/>
                </a:solidFill>
              </a:defRPr>
            </a:lvl1pPr>
            <a:lvl2pPr marL="0" indent="0">
              <a:lnSpc>
                <a:spcPct val="100000"/>
              </a:lnSpc>
              <a:spcBef>
                <a:spcPts val="0"/>
              </a:spcBef>
              <a:buNone/>
              <a:defRPr sz="2800">
                <a:solidFill>
                  <a:schemeClr val="accent1"/>
                </a:solidFill>
              </a:defRPr>
            </a:lvl2pPr>
            <a:lvl3pPr marL="0" indent="0">
              <a:lnSpc>
                <a:spcPct val="100000"/>
              </a:lnSpc>
              <a:spcBef>
                <a:spcPts val="0"/>
              </a:spcBef>
              <a:buNone/>
              <a:defRPr sz="2800">
                <a:solidFill>
                  <a:schemeClr val="accent1"/>
                </a:solidFill>
              </a:defRPr>
            </a:lvl3pPr>
            <a:lvl4pPr marL="0" indent="0">
              <a:lnSpc>
                <a:spcPct val="100000"/>
              </a:lnSpc>
              <a:spcBef>
                <a:spcPts val="0"/>
              </a:spcBef>
              <a:buNone/>
              <a:defRPr sz="2800">
                <a:solidFill>
                  <a:schemeClr val="accent1"/>
                </a:solidFill>
              </a:defRPr>
            </a:lvl4pPr>
            <a:lvl5pPr marL="0" indent="0">
              <a:lnSpc>
                <a:spcPct val="100000"/>
              </a:lnSpc>
              <a:spcBef>
                <a:spcPts val="0"/>
              </a:spcBef>
              <a:buNone/>
              <a:defRPr sz="2800">
                <a:solidFill>
                  <a:schemeClr val="accent1"/>
                </a:solidFill>
              </a:defRPr>
            </a:lvl5pPr>
            <a:lvl6pPr marL="0" indent="0">
              <a:lnSpc>
                <a:spcPct val="100000"/>
              </a:lnSpc>
              <a:spcBef>
                <a:spcPts val="0"/>
              </a:spcBef>
              <a:buNone/>
              <a:defRPr sz="2800">
                <a:solidFill>
                  <a:schemeClr val="accent1"/>
                </a:solidFill>
              </a:defRPr>
            </a:lvl6pPr>
            <a:lvl7pPr marL="0" indent="0">
              <a:lnSpc>
                <a:spcPct val="100000"/>
              </a:lnSpc>
              <a:spcBef>
                <a:spcPts val="0"/>
              </a:spcBef>
              <a:buNone/>
              <a:defRPr sz="2800">
                <a:solidFill>
                  <a:schemeClr val="accent1"/>
                </a:solidFill>
              </a:defRPr>
            </a:lvl7pPr>
            <a:lvl8pPr marL="0" indent="0">
              <a:lnSpc>
                <a:spcPct val="100000"/>
              </a:lnSpc>
              <a:spcBef>
                <a:spcPts val="0"/>
              </a:spcBef>
              <a:buNone/>
              <a:defRPr sz="2800">
                <a:solidFill>
                  <a:schemeClr val="accent1"/>
                </a:solidFill>
              </a:defRPr>
            </a:lvl8pPr>
            <a:lvl9pPr marL="0" indent="0">
              <a:lnSpc>
                <a:spcPct val="100000"/>
              </a:lnSpc>
              <a:spcBef>
                <a:spcPts val="0"/>
              </a:spcBef>
              <a:buNone/>
              <a:defRPr sz="2800">
                <a:solidFill>
                  <a:schemeClr val="accent1"/>
                </a:solidFill>
              </a:defRPr>
            </a:lvl9pPr>
          </a:lstStyle>
          <a:p>
            <a:pPr lvl="0"/>
            <a:r>
              <a:rPr lang="en-US"/>
              <a:t>Click to edit Master text styles</a:t>
            </a:r>
          </a:p>
          <a:p>
            <a:pPr lvl="1"/>
            <a:r>
              <a:rPr lang="en-US"/>
              <a:t>Second level</a:t>
            </a:r>
          </a:p>
        </p:txBody>
      </p:sp>
      <p:sp>
        <p:nvSpPr>
          <p:cNvPr id="6" name="overlay Media Placeholder 9">
            <a:extLst>
              <a:ext uri="{FF2B5EF4-FFF2-40B4-BE49-F238E27FC236}">
                <a16:creationId xmlns:a16="http://schemas.microsoft.com/office/drawing/2014/main" id="{D4726E37-C351-4973-A41B-A104F72157C1}"/>
              </a:ext>
            </a:extLst>
          </p:cNvPr>
          <p:cNvSpPr>
            <a:spLocks noGrp="1"/>
          </p:cNvSpPr>
          <p:nvPr>
            <p:ph type="media" sz="quarter" idx="16" hasCustomPrompt="1"/>
          </p:nvPr>
        </p:nvSpPr>
        <p:spPr>
          <a:xfrm>
            <a:off x="-1" y="0"/>
            <a:ext cx="1118870" cy="2195195"/>
          </a:xfrm>
          <a:blipFill>
            <a:blip r:embed="rId2"/>
            <a:stretch>
              <a:fillRect/>
            </a:stretch>
          </a:blipFill>
        </p:spPr>
        <p:txBody>
          <a:bodyPr lIns="91440" tIns="91440" rIns="91440" bIns="91440" anchor="ctr" anchorCtr="0"/>
          <a:lstStyle>
            <a:lvl1pPr marL="0" indent="0" algn="l">
              <a:spcBef>
                <a:spcPts val="0"/>
              </a:spcBef>
              <a:buNone/>
              <a:defRPr sz="1400">
                <a:solidFill>
                  <a:schemeClr val="accent5"/>
                </a:solidFill>
              </a:defRPr>
            </a:lvl1pPr>
          </a:lstStyle>
          <a:p>
            <a:r>
              <a:rPr dirty="0"/>
              <a:t>This gradient should be on top of the picture. This text and the mediicon will not  appear. </a:t>
            </a:r>
          </a:p>
        </p:txBody>
      </p:sp>
    </p:spTree>
    <p:extLst>
      <p:ext uri="{BB962C8B-B14F-4D97-AF65-F5344CB8AC3E}">
        <p14:creationId xmlns:p14="http://schemas.microsoft.com/office/powerpoint/2010/main" val="382008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and Picture Righ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03766903-5371-44D8-BC6C-FBCDCE12D31F}"/>
              </a:ext>
            </a:extLst>
          </p:cNvPr>
          <p:cNvSpPr>
            <a:spLocks noGrp="1"/>
          </p:cNvSpPr>
          <p:nvPr>
            <p:ph type="pic" sz="quarter" idx="12" hasCustomPrompt="1"/>
          </p:nvPr>
        </p:nvSpPr>
        <p:spPr>
          <a:xfrm>
            <a:off x="4419600" y="0"/>
            <a:ext cx="7772400" cy="6857988"/>
          </a:xfrm>
          <a:solidFill>
            <a:srgbClr val="D9D9D9"/>
          </a:solidFill>
        </p:spPr>
        <p:txBody>
          <a:bodyPr lIns="0" rIns="0" bIns="2103120" anchor="ctr" anchorCtr="0"/>
          <a:lstStyle>
            <a:lvl1pPr marL="0" indent="0" algn="ctr">
              <a:lnSpc>
                <a:spcPct val="100000"/>
              </a:lnSpc>
              <a:spcBef>
                <a:spcPts val="0"/>
              </a:spcBef>
              <a:buNone/>
              <a:defRPr sz="2000">
                <a:solidFill>
                  <a:schemeClr val="accent5"/>
                </a:solidFill>
              </a:defRPr>
            </a:lvl1pPr>
          </a:lstStyle>
          <a:p>
            <a:r>
              <a:rPr dirty="0"/>
              <a:t>Click icon to add a picture; </a:t>
            </a:r>
            <a:br>
              <a:rPr dirty="0"/>
            </a:br>
            <a:r>
              <a:rPr dirty="0"/>
              <a:t>send to back if necessary</a:t>
            </a:r>
          </a:p>
        </p:txBody>
      </p:sp>
      <p:sp>
        <p:nvSpPr>
          <p:cNvPr id="12" name="object 5">
            <a:extLst>
              <a:ext uri="{FF2B5EF4-FFF2-40B4-BE49-F238E27FC236}">
                <a16:creationId xmlns:a16="http://schemas.microsoft.com/office/drawing/2014/main" id="{D99716ED-1EB0-4613-8440-B79A4C8A79E4}"/>
              </a:ext>
            </a:extLst>
          </p:cNvPr>
          <p:cNvSpPr/>
          <p:nvPr/>
        </p:nvSpPr>
        <p:spPr>
          <a:xfrm>
            <a:off x="3786514" y="5615500"/>
            <a:ext cx="633095" cy="1242695"/>
          </a:xfrm>
          <a:custGeom>
            <a:avLst/>
            <a:gdLst/>
            <a:ahLst/>
            <a:cxnLst/>
            <a:rect l="l" t="t" r="r" b="b"/>
            <a:pathLst>
              <a:path w="633095" h="1242695">
                <a:moveTo>
                  <a:pt x="633082" y="0"/>
                </a:moveTo>
                <a:lnTo>
                  <a:pt x="0" y="1242491"/>
                </a:lnTo>
                <a:lnTo>
                  <a:pt x="633082" y="1242491"/>
                </a:lnTo>
                <a:lnTo>
                  <a:pt x="633082" y="0"/>
                </a:lnTo>
                <a:close/>
              </a:path>
            </a:pathLst>
          </a:custGeom>
          <a:solidFill>
            <a:srgbClr val="000000">
              <a:alpha val="9999"/>
            </a:srgbClr>
          </a:solidFill>
        </p:spPr>
        <p:txBody>
          <a:bodyPr wrap="square" lIns="0" tIns="0" rIns="0" bIns="0" rtlCol="0"/>
          <a:lstStyle/>
          <a:p>
            <a:endParaRPr dirty="0"/>
          </a:p>
        </p:txBody>
      </p:sp>
      <p:sp>
        <p:nvSpPr>
          <p:cNvPr id="14" name="object 5">
            <a:extLst>
              <a:ext uri="{FF2B5EF4-FFF2-40B4-BE49-F238E27FC236}">
                <a16:creationId xmlns:a16="http://schemas.microsoft.com/office/drawing/2014/main" id="{CE88491E-626D-4C26-8FB5-3BC81BD3B00F}"/>
              </a:ext>
            </a:extLst>
          </p:cNvPr>
          <p:cNvSpPr/>
          <p:nvPr/>
        </p:nvSpPr>
        <p:spPr>
          <a:xfrm>
            <a:off x="0" y="0"/>
            <a:ext cx="1118870" cy="2195195"/>
          </a:xfrm>
          <a:custGeom>
            <a:avLst/>
            <a:gdLst/>
            <a:ahLst/>
            <a:cxnLst/>
            <a:rect l="l" t="t" r="r" b="b"/>
            <a:pathLst>
              <a:path w="1118870" h="2195195">
                <a:moveTo>
                  <a:pt x="1118450" y="0"/>
                </a:moveTo>
                <a:lnTo>
                  <a:pt x="0" y="0"/>
                </a:lnTo>
                <a:lnTo>
                  <a:pt x="0" y="2195093"/>
                </a:lnTo>
                <a:lnTo>
                  <a:pt x="1118450" y="0"/>
                </a:lnTo>
                <a:close/>
              </a:path>
            </a:pathLst>
          </a:custGeom>
          <a:gradFill flip="none" rotWithShape="1">
            <a:gsLst>
              <a:gs pos="0">
                <a:srgbClr val="EBEBEB">
                  <a:lumMod val="89000"/>
                </a:srgbClr>
              </a:gs>
              <a:gs pos="100000">
                <a:srgbClr val="FFFFFF"/>
              </a:gs>
            </a:gsLst>
            <a:lin ang="5400000" scaled="1"/>
            <a:tileRect/>
          </a:gradFill>
        </p:spPr>
        <p:txBody>
          <a:bodyPr wrap="square" lIns="0" tIns="0" rIns="0" bIns="0" rtlCol="0"/>
          <a:lstStyle/>
          <a:p>
            <a:endParaRPr dirty="0"/>
          </a:p>
        </p:txBody>
      </p:sp>
      <p:sp>
        <p:nvSpPr>
          <p:cNvPr id="20" name="overlay Media Placeholder 19">
            <a:extLst>
              <a:ext uri="{FF2B5EF4-FFF2-40B4-BE49-F238E27FC236}">
                <a16:creationId xmlns:a16="http://schemas.microsoft.com/office/drawing/2014/main" id="{4BD43BB0-D81B-42FA-B095-A3AF75CDE5A8}"/>
              </a:ext>
            </a:extLst>
          </p:cNvPr>
          <p:cNvSpPr>
            <a:spLocks noGrp="1"/>
          </p:cNvSpPr>
          <p:nvPr>
            <p:ph type="media" sz="quarter" idx="15" hasCustomPrompt="1"/>
          </p:nvPr>
        </p:nvSpPr>
        <p:spPr>
          <a:xfrm>
            <a:off x="4419600" y="5"/>
            <a:ext cx="2861945" cy="5615288"/>
          </a:xfrm>
          <a:blipFill>
            <a:blip r:embed="rId2"/>
            <a:stretch>
              <a:fillRect/>
            </a:stretch>
          </a:blipFill>
        </p:spPr>
        <p:txBody>
          <a:bodyPr lIns="182880" tIns="822960"/>
          <a:lstStyle>
            <a:lvl1pPr marL="0" indent="0" algn="l">
              <a:lnSpc>
                <a:spcPct val="100000"/>
              </a:lnSpc>
              <a:spcBef>
                <a:spcPts val="0"/>
              </a:spcBef>
              <a:buNone/>
              <a:defRPr sz="1600">
                <a:solidFill>
                  <a:schemeClr val="accent5"/>
                </a:solidFill>
              </a:defRPr>
            </a:lvl1pPr>
          </a:lstStyle>
          <a:p>
            <a:r>
              <a:rPr dirty="0"/>
              <a:t>This gradient should </a:t>
            </a:r>
            <a:br>
              <a:rPr dirty="0"/>
            </a:br>
            <a:r>
              <a:rPr dirty="0"/>
              <a:t>be on top of the </a:t>
            </a:r>
            <a:br>
              <a:rPr dirty="0"/>
            </a:br>
            <a:r>
              <a:rPr dirty="0"/>
              <a:t>picture. This text </a:t>
            </a:r>
            <a:br>
              <a:rPr dirty="0"/>
            </a:br>
            <a:r>
              <a:rPr dirty="0"/>
              <a:t>and the media </a:t>
            </a:r>
            <a:br>
              <a:rPr dirty="0"/>
            </a:br>
            <a:r>
              <a:rPr dirty="0"/>
              <a:t>icon will not </a:t>
            </a:r>
            <a:br>
              <a:rPr dirty="0"/>
            </a:br>
            <a:r>
              <a:rPr dirty="0"/>
              <a:t>appear.</a:t>
            </a:r>
          </a:p>
        </p:txBody>
      </p:sp>
      <p:sp>
        <p:nvSpPr>
          <p:cNvPr id="13" name="Text Placeholder 2">
            <a:extLst>
              <a:ext uri="{FF2B5EF4-FFF2-40B4-BE49-F238E27FC236}">
                <a16:creationId xmlns:a16="http://schemas.microsoft.com/office/drawing/2014/main" id="{0C5A29CE-29AE-442F-839E-E3EA0E4C8A29}"/>
              </a:ext>
            </a:extLst>
          </p:cNvPr>
          <p:cNvSpPr>
            <a:spLocks noGrp="1"/>
          </p:cNvSpPr>
          <p:nvPr>
            <p:ph type="body" sz="quarter" idx="38" hasCustomPrompt="1"/>
          </p:nvPr>
        </p:nvSpPr>
        <p:spPr>
          <a:xfrm>
            <a:off x="914400" y="1399371"/>
            <a:ext cx="2674938" cy="365125"/>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5" name="Text Placeholder 25">
            <a:extLst>
              <a:ext uri="{FF2B5EF4-FFF2-40B4-BE49-F238E27FC236}">
                <a16:creationId xmlns:a16="http://schemas.microsoft.com/office/drawing/2014/main" id="{BE61D7D6-55EA-4883-81AB-3FE0C7506A39}"/>
              </a:ext>
            </a:extLst>
          </p:cNvPr>
          <p:cNvSpPr>
            <a:spLocks noGrp="1"/>
          </p:cNvSpPr>
          <p:nvPr>
            <p:ph type="body" sz="quarter" idx="40"/>
          </p:nvPr>
        </p:nvSpPr>
        <p:spPr>
          <a:xfrm>
            <a:off x="914400" y="1775609"/>
            <a:ext cx="2674938" cy="858837"/>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
        <p:nvSpPr>
          <p:cNvPr id="16" name="Text Placeholder 2">
            <a:extLst>
              <a:ext uri="{FF2B5EF4-FFF2-40B4-BE49-F238E27FC236}">
                <a16:creationId xmlns:a16="http://schemas.microsoft.com/office/drawing/2014/main" id="{52918F52-A169-4BB9-83A5-E8C5159C83B7}"/>
              </a:ext>
            </a:extLst>
          </p:cNvPr>
          <p:cNvSpPr>
            <a:spLocks noGrp="1"/>
          </p:cNvSpPr>
          <p:nvPr>
            <p:ph type="body" sz="quarter" idx="41" hasCustomPrompt="1"/>
          </p:nvPr>
        </p:nvSpPr>
        <p:spPr>
          <a:xfrm>
            <a:off x="914400" y="2857500"/>
            <a:ext cx="2674938" cy="366713"/>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7" name="Text Placeholder 25">
            <a:extLst>
              <a:ext uri="{FF2B5EF4-FFF2-40B4-BE49-F238E27FC236}">
                <a16:creationId xmlns:a16="http://schemas.microsoft.com/office/drawing/2014/main" id="{DE1CAC78-4CB9-4EE2-B112-049510FD66F7}"/>
              </a:ext>
            </a:extLst>
          </p:cNvPr>
          <p:cNvSpPr>
            <a:spLocks noGrp="1"/>
          </p:cNvSpPr>
          <p:nvPr>
            <p:ph type="body" sz="quarter" idx="42"/>
          </p:nvPr>
        </p:nvSpPr>
        <p:spPr>
          <a:xfrm>
            <a:off x="914400" y="3235325"/>
            <a:ext cx="2674938" cy="858838"/>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
        <p:nvSpPr>
          <p:cNvPr id="18" name="Text Placeholder 2">
            <a:extLst>
              <a:ext uri="{FF2B5EF4-FFF2-40B4-BE49-F238E27FC236}">
                <a16:creationId xmlns:a16="http://schemas.microsoft.com/office/drawing/2014/main" id="{A91A2D50-DA76-4E23-9D5D-433D3FDCB87F}"/>
              </a:ext>
            </a:extLst>
          </p:cNvPr>
          <p:cNvSpPr>
            <a:spLocks noGrp="1"/>
          </p:cNvSpPr>
          <p:nvPr>
            <p:ph type="body" sz="quarter" idx="43" hasCustomPrompt="1"/>
          </p:nvPr>
        </p:nvSpPr>
        <p:spPr>
          <a:xfrm>
            <a:off x="914400" y="4221967"/>
            <a:ext cx="2674938" cy="366712"/>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9" name="Text Placeholder 25">
            <a:extLst>
              <a:ext uri="{FF2B5EF4-FFF2-40B4-BE49-F238E27FC236}">
                <a16:creationId xmlns:a16="http://schemas.microsoft.com/office/drawing/2014/main" id="{BA2C127E-2141-4E8D-81C0-CA981EE0E896}"/>
              </a:ext>
            </a:extLst>
          </p:cNvPr>
          <p:cNvSpPr>
            <a:spLocks noGrp="1"/>
          </p:cNvSpPr>
          <p:nvPr>
            <p:ph type="body" sz="quarter" idx="44"/>
          </p:nvPr>
        </p:nvSpPr>
        <p:spPr>
          <a:xfrm>
            <a:off x="914400" y="4599971"/>
            <a:ext cx="2674553" cy="858658"/>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8966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Content Right">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BD1A737-E4A3-4C9E-9A7E-F3F00AFAE67F}"/>
              </a:ext>
            </a:extLst>
          </p:cNvPr>
          <p:cNvSpPr/>
          <p:nvPr/>
        </p:nvSpPr>
        <p:spPr>
          <a:xfrm>
            <a:off x="0" y="0"/>
            <a:ext cx="441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000" dirty="0"/>
          </a:p>
        </p:txBody>
      </p:sp>
      <p:sp>
        <p:nvSpPr>
          <p:cNvPr id="14" name="object 5">
            <a:extLst>
              <a:ext uri="{FF2B5EF4-FFF2-40B4-BE49-F238E27FC236}">
                <a16:creationId xmlns:a16="http://schemas.microsoft.com/office/drawing/2014/main" id="{CE88491E-626D-4C26-8FB5-3BC81BD3B00F}"/>
              </a:ext>
            </a:extLst>
          </p:cNvPr>
          <p:cNvSpPr/>
          <p:nvPr/>
        </p:nvSpPr>
        <p:spPr>
          <a:xfrm>
            <a:off x="0" y="0"/>
            <a:ext cx="1118870" cy="2195195"/>
          </a:xfrm>
          <a:custGeom>
            <a:avLst/>
            <a:gdLst/>
            <a:ahLst/>
            <a:cxnLst/>
            <a:rect l="l" t="t" r="r" b="b"/>
            <a:pathLst>
              <a:path w="1118870" h="2195195">
                <a:moveTo>
                  <a:pt x="1118450" y="0"/>
                </a:moveTo>
                <a:lnTo>
                  <a:pt x="0" y="0"/>
                </a:lnTo>
                <a:lnTo>
                  <a:pt x="0" y="2195093"/>
                </a:lnTo>
                <a:lnTo>
                  <a:pt x="1118450" y="0"/>
                </a:lnTo>
                <a:close/>
              </a:path>
            </a:pathLst>
          </a:custGeom>
          <a:gradFill flip="none" rotWithShape="1">
            <a:gsLst>
              <a:gs pos="0">
                <a:srgbClr val="EBEBEB">
                  <a:lumMod val="89000"/>
                </a:srgbClr>
              </a:gs>
              <a:gs pos="100000">
                <a:srgbClr val="FFFFFF"/>
              </a:gs>
            </a:gsLst>
            <a:lin ang="5400000" scaled="1"/>
            <a:tileRect/>
          </a:gra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lstStyle>
            <a:lvl1pPr marL="0" indent="0">
              <a:lnSpc>
                <a:spcPct val="100000"/>
              </a:lnSpc>
              <a:spcBef>
                <a:spcPts val="0"/>
              </a:spcBef>
              <a:buNone/>
              <a:defRPr sz="1600" b="1" cap="all" spc="100" baseline="0">
                <a:solidFill>
                  <a:schemeClr val="accent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8" name="Text Placeholder 6">
            <a:extLst>
              <a:ext uri="{FF2B5EF4-FFF2-40B4-BE49-F238E27FC236}">
                <a16:creationId xmlns:a16="http://schemas.microsoft.com/office/drawing/2014/main" id="{D32942ED-FA74-4864-A1F3-00E46F37C090}"/>
              </a:ext>
            </a:extLst>
          </p:cNvPr>
          <p:cNvSpPr>
            <a:spLocks noGrp="1"/>
          </p:cNvSpPr>
          <p:nvPr>
            <p:ph type="body" sz="quarter" idx="11"/>
          </p:nvPr>
        </p:nvSpPr>
        <p:spPr>
          <a:xfrm>
            <a:off x="914400" y="2990774"/>
            <a:ext cx="2590800" cy="2254326"/>
          </a:xfrm>
        </p:spPr>
        <p:txBody>
          <a:bodyPr/>
          <a:lstStyle>
            <a:lvl1pPr marL="0" indent="0">
              <a:lnSpc>
                <a:spcPct val="100000"/>
              </a:lnSpc>
              <a:spcBef>
                <a:spcPts val="0"/>
              </a:spcBef>
              <a:buNone/>
              <a:defRPr sz="2800">
                <a:solidFill>
                  <a:schemeClr val="bg2"/>
                </a:solidFill>
              </a:defRPr>
            </a:lvl1pPr>
            <a:lvl2pPr marL="0" indent="0">
              <a:lnSpc>
                <a:spcPct val="100000"/>
              </a:lnSpc>
              <a:spcBef>
                <a:spcPts val="0"/>
              </a:spcBef>
              <a:buNone/>
              <a:defRPr sz="2800">
                <a:solidFill>
                  <a:schemeClr val="bg2"/>
                </a:solidFill>
              </a:defRPr>
            </a:lvl2pPr>
            <a:lvl3pPr marL="0" indent="0">
              <a:lnSpc>
                <a:spcPct val="100000"/>
              </a:lnSpc>
              <a:spcBef>
                <a:spcPts val="0"/>
              </a:spcBef>
              <a:buNone/>
              <a:defRPr sz="2800">
                <a:solidFill>
                  <a:schemeClr val="tx2"/>
                </a:solidFill>
              </a:defRPr>
            </a:lvl3pPr>
            <a:lvl4pPr marL="0" indent="0">
              <a:lnSpc>
                <a:spcPct val="100000"/>
              </a:lnSpc>
              <a:spcBef>
                <a:spcPts val="0"/>
              </a:spcBef>
              <a:buNone/>
              <a:defRPr sz="2800">
                <a:solidFill>
                  <a:schemeClr val="tx2"/>
                </a:solidFill>
              </a:defRPr>
            </a:lvl4pPr>
            <a:lvl5pPr marL="0" indent="0">
              <a:lnSpc>
                <a:spcPct val="100000"/>
              </a:lnSpc>
              <a:spcBef>
                <a:spcPts val="0"/>
              </a:spcBef>
              <a:buNone/>
              <a:defRPr sz="2800">
                <a:solidFill>
                  <a:schemeClr val="tx2"/>
                </a:solidFill>
              </a:defRPr>
            </a:lvl5pPr>
            <a:lvl6pPr marL="0" indent="0">
              <a:lnSpc>
                <a:spcPct val="100000"/>
              </a:lnSpc>
              <a:spcBef>
                <a:spcPts val="0"/>
              </a:spcBef>
              <a:buNone/>
              <a:defRPr sz="2800">
                <a:solidFill>
                  <a:schemeClr val="tx2"/>
                </a:solidFill>
              </a:defRPr>
            </a:lvl6pPr>
            <a:lvl7pPr marL="0" indent="0">
              <a:lnSpc>
                <a:spcPct val="100000"/>
              </a:lnSpc>
              <a:spcBef>
                <a:spcPts val="0"/>
              </a:spcBef>
              <a:buNone/>
              <a:defRPr sz="2800">
                <a:solidFill>
                  <a:schemeClr val="tx2"/>
                </a:solidFill>
              </a:defRPr>
            </a:lvl7pPr>
            <a:lvl8pPr marL="0" indent="0">
              <a:lnSpc>
                <a:spcPct val="100000"/>
              </a:lnSpc>
              <a:spcBef>
                <a:spcPts val="0"/>
              </a:spcBef>
              <a:buNone/>
              <a:defRPr sz="2800">
                <a:solidFill>
                  <a:schemeClr val="tx2"/>
                </a:solidFill>
              </a:defRPr>
            </a:lvl8pPr>
            <a:lvl9pPr marL="0" indent="0">
              <a:lnSpc>
                <a:spcPct val="100000"/>
              </a:lnSpc>
              <a:spcBef>
                <a:spcPts val="0"/>
              </a:spcBef>
              <a:buNone/>
              <a:defRPr sz="2800">
                <a:solidFill>
                  <a:schemeClr val="tx2"/>
                </a:solidFill>
              </a:defRPr>
            </a:lvl9pPr>
          </a:lstStyle>
          <a:p>
            <a:pPr lvl="0"/>
            <a:r>
              <a:rPr lang="en-US"/>
              <a:t>Click to edit Master text styles</a:t>
            </a:r>
          </a:p>
          <a:p>
            <a:pPr lvl="1"/>
            <a:r>
              <a:rPr lang="en-US"/>
              <a:t>Second level</a:t>
            </a:r>
          </a:p>
        </p:txBody>
      </p:sp>
      <p:sp>
        <p:nvSpPr>
          <p:cNvPr id="2" name="Freeform: Shape 1">
            <a:extLst>
              <a:ext uri="{FF2B5EF4-FFF2-40B4-BE49-F238E27FC236}">
                <a16:creationId xmlns:a16="http://schemas.microsoft.com/office/drawing/2014/main" id="{45E616A5-F0C1-4FEF-AB6E-3FADF13ADBD9}"/>
              </a:ext>
            </a:extLst>
          </p:cNvPr>
          <p:cNvSpPr/>
          <p:nvPr/>
        </p:nvSpPr>
        <p:spPr>
          <a:xfrm>
            <a:off x="4419600" y="0"/>
            <a:ext cx="2860827" cy="5614718"/>
          </a:xfrm>
          <a:custGeom>
            <a:avLst/>
            <a:gdLst>
              <a:gd name="connsiteX0" fmla="*/ 0 w 2860827"/>
              <a:gd name="connsiteY0" fmla="*/ 0 h 5614718"/>
              <a:gd name="connsiteX1" fmla="*/ 2860827 w 2860827"/>
              <a:gd name="connsiteY1" fmla="*/ 0 h 5614718"/>
              <a:gd name="connsiteX2" fmla="*/ 0 w 2860827"/>
              <a:gd name="connsiteY2" fmla="*/ 5614718 h 5614718"/>
            </a:gdLst>
            <a:ahLst/>
            <a:cxnLst>
              <a:cxn ang="0">
                <a:pos x="connsiteX0" y="connsiteY0"/>
              </a:cxn>
              <a:cxn ang="0">
                <a:pos x="connsiteX1" y="connsiteY1"/>
              </a:cxn>
              <a:cxn ang="0">
                <a:pos x="connsiteX2" y="connsiteY2"/>
              </a:cxn>
            </a:cxnLst>
            <a:rect l="l" t="t" r="r" b="b"/>
            <a:pathLst>
              <a:path w="2860827" h="5614718">
                <a:moveTo>
                  <a:pt x="0" y="0"/>
                </a:moveTo>
                <a:lnTo>
                  <a:pt x="2860827" y="0"/>
                </a:lnTo>
                <a:lnTo>
                  <a:pt x="0" y="5614718"/>
                </a:lnTo>
                <a:close/>
              </a:path>
            </a:pathLst>
          </a:custGeom>
          <a:gradFill>
            <a:gsLst>
              <a:gs pos="0">
                <a:srgbClr val="000000">
                  <a:alpha val="15000"/>
                </a:srgbClr>
              </a:gs>
              <a:gs pos="99000">
                <a:srgbClr val="000000">
                  <a:alpha val="2000"/>
                </a:srgbClr>
              </a:gs>
            </a:gsLst>
            <a:lin ang="5400000" scaled="1"/>
          </a:gradFill>
        </p:spPr>
        <p:txBody>
          <a:bodyPr wrap="square" lIns="0" tIns="0" rIns="0" bIns="0" rtlCol="0"/>
          <a:lstStyle/>
          <a:p>
            <a:pPr lvl="0"/>
            <a:endParaRPr dirty="0"/>
          </a:p>
        </p:txBody>
      </p:sp>
      <p:sp>
        <p:nvSpPr>
          <p:cNvPr id="3" name="object 5">
            <a:extLst>
              <a:ext uri="{FF2B5EF4-FFF2-40B4-BE49-F238E27FC236}">
                <a16:creationId xmlns:a16="http://schemas.microsoft.com/office/drawing/2014/main" id="{D36655CA-CC44-4D12-A555-131026F74BC6}"/>
              </a:ext>
            </a:extLst>
          </p:cNvPr>
          <p:cNvSpPr/>
          <p:nvPr/>
        </p:nvSpPr>
        <p:spPr>
          <a:xfrm>
            <a:off x="3786514" y="5615500"/>
            <a:ext cx="633095" cy="1242695"/>
          </a:xfrm>
          <a:custGeom>
            <a:avLst/>
            <a:gdLst/>
            <a:ahLst/>
            <a:cxnLst/>
            <a:rect l="l" t="t" r="r" b="b"/>
            <a:pathLst>
              <a:path w="633095" h="1242695">
                <a:moveTo>
                  <a:pt x="633082" y="0"/>
                </a:moveTo>
                <a:lnTo>
                  <a:pt x="0" y="1242491"/>
                </a:lnTo>
                <a:lnTo>
                  <a:pt x="633082" y="1242491"/>
                </a:lnTo>
                <a:lnTo>
                  <a:pt x="633082" y="0"/>
                </a:lnTo>
                <a:close/>
              </a:path>
            </a:pathLst>
          </a:custGeom>
          <a:solidFill>
            <a:srgbClr val="000000">
              <a:alpha val="9999"/>
            </a:srgbClr>
          </a:solidFill>
        </p:spPr>
        <p:txBody>
          <a:bodyPr wrap="square" lIns="0" tIns="0" rIns="0" bIns="0" rtlCol="0"/>
          <a:lstStyle/>
          <a:p>
            <a:endParaRPr dirty="0"/>
          </a:p>
        </p:txBody>
      </p:sp>
      <p:sp>
        <p:nvSpPr>
          <p:cNvPr id="9" name="Content Placeholder 8">
            <a:extLst>
              <a:ext uri="{FF2B5EF4-FFF2-40B4-BE49-F238E27FC236}">
                <a16:creationId xmlns:a16="http://schemas.microsoft.com/office/drawing/2014/main" id="{9503E6D4-6646-4C03-92D6-D777BE693456}"/>
              </a:ext>
            </a:extLst>
          </p:cNvPr>
          <p:cNvSpPr>
            <a:spLocks noGrp="1"/>
          </p:cNvSpPr>
          <p:nvPr>
            <p:ph sz="quarter" idx="12" hasCustomPrompt="1"/>
          </p:nvPr>
        </p:nvSpPr>
        <p:spPr>
          <a:xfrm>
            <a:off x="4940300" y="419100"/>
            <a:ext cx="6761163" cy="5753100"/>
          </a:xfrm>
        </p:spPr>
        <p:txBody>
          <a:bodyPr anchor="ct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167CDF9-2777-46D6-9462-0AD13DB03D20}"/>
              </a:ext>
            </a:extLst>
          </p:cNvPr>
          <p:cNvSpPr>
            <a:spLocks noGrp="1"/>
          </p:cNvSpPr>
          <p:nvPr>
            <p:ph type="dt" sz="half" idx="13"/>
          </p:nvPr>
        </p:nvSpPr>
        <p:spPr/>
        <p:txBody>
          <a:bodyPr/>
          <a:lstStyle/>
          <a:p>
            <a:endParaRPr dirty="0"/>
          </a:p>
        </p:txBody>
      </p:sp>
      <p:sp>
        <p:nvSpPr>
          <p:cNvPr id="5" name="Footer Placeholder 4">
            <a:extLst>
              <a:ext uri="{FF2B5EF4-FFF2-40B4-BE49-F238E27FC236}">
                <a16:creationId xmlns:a16="http://schemas.microsoft.com/office/drawing/2014/main" id="{E7D284DB-7BC1-4293-9E85-968F11219EAC}"/>
              </a:ext>
            </a:extLst>
          </p:cNvPr>
          <p:cNvSpPr>
            <a:spLocks noGrp="1"/>
          </p:cNvSpPr>
          <p:nvPr>
            <p:ph type="ftr" sz="quarter" idx="14"/>
          </p:nvPr>
        </p:nvSpPr>
        <p:spPr/>
        <p:txBody>
          <a:bodyPr/>
          <a:lstStyle>
            <a:lvl1pPr>
              <a:defRPr>
                <a:solidFill>
                  <a:schemeClr val="bg1">
                    <a:lumMod val="50000"/>
                    <a:lumOff val="50000"/>
                  </a:schemeClr>
                </a:solidFill>
              </a:defRPr>
            </a:lvl1pPr>
          </a:lstStyle>
          <a:p>
            <a:r>
              <a:rPr dirty="0"/>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7087E2E8-EFC9-4F7D-87F8-31082656B34B}"/>
              </a:ext>
            </a:extLst>
          </p:cNvPr>
          <p:cNvSpPr>
            <a:spLocks noGrp="1"/>
          </p:cNvSpPr>
          <p:nvPr>
            <p:ph type="sldNum" sz="quarter" idx="15"/>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9903195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aptop">
    <p:spTree>
      <p:nvGrpSpPr>
        <p:cNvPr id="1" name=""/>
        <p:cNvGrpSpPr/>
        <p:nvPr/>
      </p:nvGrpSpPr>
      <p:grpSpPr>
        <a:xfrm>
          <a:off x="0" y="0"/>
          <a:ext cx="0" cy="0"/>
          <a:chOff x="0" y="0"/>
          <a:chExt cx="0" cy="0"/>
        </a:xfrm>
      </p:grpSpPr>
      <p:sp>
        <p:nvSpPr>
          <p:cNvPr id="14" name="object 3">
            <a:extLst>
              <a:ext uri="{FF2B5EF4-FFF2-40B4-BE49-F238E27FC236}">
                <a16:creationId xmlns:a16="http://schemas.microsoft.com/office/drawing/2014/main" id="{A322F6C5-D1C1-4440-90EE-80EED548DD5A}"/>
              </a:ext>
            </a:extLst>
          </p:cNvPr>
          <p:cNvSpPr/>
          <p:nvPr/>
        </p:nvSpPr>
        <p:spPr>
          <a:xfrm>
            <a:off x="0" y="5302872"/>
            <a:ext cx="12192000" cy="1555750"/>
          </a:xfrm>
          <a:custGeom>
            <a:avLst/>
            <a:gdLst/>
            <a:ahLst/>
            <a:cxnLst/>
            <a:rect l="l" t="t" r="r" b="b"/>
            <a:pathLst>
              <a:path w="12192000" h="1555750">
                <a:moveTo>
                  <a:pt x="12192000" y="0"/>
                </a:moveTo>
                <a:lnTo>
                  <a:pt x="0" y="0"/>
                </a:lnTo>
                <a:lnTo>
                  <a:pt x="0" y="1555127"/>
                </a:lnTo>
                <a:lnTo>
                  <a:pt x="12192000" y="1555127"/>
                </a:lnTo>
                <a:lnTo>
                  <a:pt x="12192000" y="0"/>
                </a:lnTo>
                <a:close/>
              </a:path>
            </a:pathLst>
          </a:custGeom>
          <a:solidFill>
            <a:srgbClr val="EBEBEB"/>
          </a:solidFill>
        </p:spPr>
        <p:txBody>
          <a:bodyPr wrap="square" lIns="0" tIns="0" rIns="0" bIns="0" rtlCol="0"/>
          <a:lstStyle/>
          <a:p>
            <a:endParaRPr dirty="0"/>
          </a:p>
        </p:txBody>
      </p:sp>
      <p:pic>
        <p:nvPicPr>
          <p:cNvPr id="20" name="laptop" descr="A screen shot of a computer&#10;&#10;Description automatically generated">
            <a:extLst>
              <a:ext uri="{FF2B5EF4-FFF2-40B4-BE49-F238E27FC236}">
                <a16:creationId xmlns:a16="http://schemas.microsoft.com/office/drawing/2014/main" id="{599C4678-4403-4E2D-A2C6-2902D180C16A}"/>
              </a:ext>
            </a:extLst>
          </p:cNvPr>
          <p:cNvPicPr>
            <a:picLocks noChangeAspect="1"/>
          </p:cNvPicPr>
          <p:nvPr/>
        </p:nvPicPr>
        <p:blipFill rotWithShape="1">
          <a:blip r:embed="rId2">
            <a:extLst>
              <a:ext uri="{28A0092B-C50C-407E-A947-70E740481C1C}">
                <a14:useLocalDpi xmlns:a14="http://schemas.microsoft.com/office/drawing/2010/main" val="0"/>
              </a:ext>
            </a:extLst>
          </a:blip>
          <a:srcRect l="11955"/>
          <a:stretch/>
        </p:blipFill>
        <p:spPr>
          <a:xfrm>
            <a:off x="0" y="1524000"/>
            <a:ext cx="8641180" cy="5248656"/>
          </a:xfrm>
          <a:prstGeom prst="rect">
            <a:avLst/>
          </a:prstGeom>
        </p:spPr>
      </p:pic>
      <p:sp>
        <p:nvSpPr>
          <p:cNvPr id="6" name="superhead">
            <a:extLst>
              <a:ext uri="{FF2B5EF4-FFF2-40B4-BE49-F238E27FC236}">
                <a16:creationId xmlns:a16="http://schemas.microsoft.com/office/drawing/2014/main" id="{82CA1540-530A-4EED-B576-85E7DDA292A4}"/>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2" name="Title 1">
            <a:extLst>
              <a:ext uri="{FF2B5EF4-FFF2-40B4-BE49-F238E27FC236}">
                <a16:creationId xmlns:a16="http://schemas.microsoft.com/office/drawing/2014/main" id="{0E3D1ED6-642B-4CFF-ADFA-E11F6C34143A}"/>
              </a:ext>
            </a:extLst>
          </p:cNvPr>
          <p:cNvSpPr>
            <a:spLocks noGrp="1"/>
          </p:cNvSpPr>
          <p:nvPr>
            <p:ph type="title"/>
          </p:nvPr>
        </p:nvSpPr>
        <p:spPr/>
        <p:txBody>
          <a:bodyPr/>
          <a:lstStyle/>
          <a:p>
            <a:r>
              <a:rPr lang="en-US"/>
              <a:t>Click to edit Master title style</a:t>
            </a:r>
            <a:endParaRPr/>
          </a:p>
        </p:txBody>
      </p:sp>
      <p:sp>
        <p:nvSpPr>
          <p:cNvPr id="18" name="Picture Placeholder 17">
            <a:extLst>
              <a:ext uri="{FF2B5EF4-FFF2-40B4-BE49-F238E27FC236}">
                <a16:creationId xmlns:a16="http://schemas.microsoft.com/office/drawing/2014/main" id="{9DC295DF-1552-4ED8-8D9F-8A95B180692B}"/>
              </a:ext>
            </a:extLst>
          </p:cNvPr>
          <p:cNvSpPr>
            <a:spLocks noGrp="1"/>
          </p:cNvSpPr>
          <p:nvPr>
            <p:ph type="pic" sz="quarter" idx="15"/>
          </p:nvPr>
        </p:nvSpPr>
        <p:spPr>
          <a:xfrm>
            <a:off x="676275" y="2026490"/>
            <a:ext cx="6084094" cy="3798048"/>
          </a:xfrm>
          <a:solidFill>
            <a:srgbClr val="D9D9D9"/>
          </a:solidFill>
        </p:spPr>
        <p:txBody>
          <a:bodyPr bIns="822960" anchor="ctr" anchorCtr="0"/>
          <a:lstStyle>
            <a:lvl1pPr marL="0" indent="0" algn="ctr">
              <a:spcBef>
                <a:spcPts val="0"/>
              </a:spcBef>
              <a:buNone/>
              <a:defRPr sz="1400"/>
            </a:lvl1pPr>
          </a:lstStyle>
          <a:p>
            <a:r>
              <a:rPr lang="en-US" dirty="0"/>
              <a:t>Click icon to add picture</a:t>
            </a:r>
            <a:endParaRPr dirty="0"/>
          </a:p>
        </p:txBody>
      </p:sp>
      <p:sp>
        <p:nvSpPr>
          <p:cNvPr id="3" name="Date Placeholder 2">
            <a:extLst>
              <a:ext uri="{FF2B5EF4-FFF2-40B4-BE49-F238E27FC236}">
                <a16:creationId xmlns:a16="http://schemas.microsoft.com/office/drawing/2014/main" id="{0BB2FFC6-A2AF-4B79-9F9C-760B08533B53}"/>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559203AE-6D05-4C7F-9FBA-51A75A48782E}"/>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FCE4F9A6-4E8D-4798-805E-DDAC6709E2B2}"/>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403482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ell Phon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44F8D3-22D3-4281-9F95-A9C4009DBFD6}"/>
              </a:ext>
            </a:extLst>
          </p:cNvPr>
          <p:cNvSpPr/>
          <p:nvPr/>
        </p:nvSpPr>
        <p:spPr>
          <a:xfrm>
            <a:off x="0" y="0"/>
            <a:ext cx="6088380" cy="6858000"/>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20" name="phone" descr="A picture containing text&#10;&#10;Description automatically generated">
            <a:extLst>
              <a:ext uri="{FF2B5EF4-FFF2-40B4-BE49-F238E27FC236}">
                <a16:creationId xmlns:a16="http://schemas.microsoft.com/office/drawing/2014/main" id="{2FFD03C8-433D-4B74-AA58-8FD0CD064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8996" y="535825"/>
            <a:ext cx="3874008" cy="5998464"/>
          </a:xfrm>
          <a:prstGeom prst="rect">
            <a:avLst/>
          </a:prstGeom>
        </p:spPr>
      </p:pic>
      <p:sp>
        <p:nvSpPr>
          <p:cNvPr id="10" name="Freeform: Shape 9">
            <a:extLst>
              <a:ext uri="{FF2B5EF4-FFF2-40B4-BE49-F238E27FC236}">
                <a16:creationId xmlns:a16="http://schemas.microsoft.com/office/drawing/2014/main" id="{1BFAD0D8-0946-483A-82AF-38C18D24DC93}"/>
              </a:ext>
            </a:extLst>
          </p:cNvPr>
          <p:cNvSpPr/>
          <p:nvPr/>
        </p:nvSpPr>
        <p:spPr>
          <a:xfrm>
            <a:off x="5391152" y="904875"/>
            <a:ext cx="1381125" cy="195264"/>
          </a:xfrm>
          <a:custGeom>
            <a:avLst/>
            <a:gdLst>
              <a:gd name="connsiteX0" fmla="*/ 0 w 1381125"/>
              <a:gd name="connsiteY0" fmla="*/ 56864 h 195264"/>
              <a:gd name="connsiteX1" fmla="*/ 0 w 1381125"/>
              <a:gd name="connsiteY1" fmla="*/ 56865 h 195264"/>
              <a:gd name="connsiteX2" fmla="*/ 0 w 1381125"/>
              <a:gd name="connsiteY2" fmla="*/ 56865 h 195264"/>
              <a:gd name="connsiteX3" fmla="*/ 12895 w 1381125"/>
              <a:gd name="connsiteY3" fmla="*/ 0 h 195264"/>
              <a:gd name="connsiteX4" fmla="*/ 1368231 w 1381125"/>
              <a:gd name="connsiteY4" fmla="*/ 0 h 195264"/>
              <a:gd name="connsiteX5" fmla="*/ 1370249 w 1381125"/>
              <a:gd name="connsiteY5" fmla="*/ 2994 h 195264"/>
              <a:gd name="connsiteX6" fmla="*/ 1381125 w 1381125"/>
              <a:gd name="connsiteY6" fmla="*/ 56865 h 195264"/>
              <a:gd name="connsiteX7" fmla="*/ 1381124 w 1381125"/>
              <a:gd name="connsiteY7" fmla="*/ 56865 h 195264"/>
              <a:gd name="connsiteX8" fmla="*/ 1242725 w 1381125"/>
              <a:gd name="connsiteY8" fmla="*/ 195264 h 195264"/>
              <a:gd name="connsiteX9" fmla="*/ 138399 w 1381125"/>
              <a:gd name="connsiteY9" fmla="*/ 195263 h 195264"/>
              <a:gd name="connsiteX10" fmla="*/ 10876 w 1381125"/>
              <a:gd name="connsiteY10" fmla="*/ 110735 h 195264"/>
              <a:gd name="connsiteX11" fmla="*/ 0 w 1381125"/>
              <a:gd name="connsiteY11" fmla="*/ 56865 h 195264"/>
              <a:gd name="connsiteX12" fmla="*/ 10876 w 1381125"/>
              <a:gd name="connsiteY12" fmla="*/ 2994 h 19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1125" h="195264">
                <a:moveTo>
                  <a:pt x="0" y="56864"/>
                </a:moveTo>
                <a:lnTo>
                  <a:pt x="0" y="56865"/>
                </a:lnTo>
                <a:lnTo>
                  <a:pt x="0" y="56865"/>
                </a:lnTo>
                <a:close/>
                <a:moveTo>
                  <a:pt x="12895" y="0"/>
                </a:moveTo>
                <a:lnTo>
                  <a:pt x="1368231" y="0"/>
                </a:lnTo>
                <a:lnTo>
                  <a:pt x="1370249" y="2994"/>
                </a:lnTo>
                <a:cubicBezTo>
                  <a:pt x="1377253" y="19552"/>
                  <a:pt x="1381125" y="37756"/>
                  <a:pt x="1381125" y="56865"/>
                </a:cubicBezTo>
                <a:lnTo>
                  <a:pt x="1381124" y="56865"/>
                </a:lnTo>
                <a:cubicBezTo>
                  <a:pt x="1381124" y="133301"/>
                  <a:pt x="1319161" y="195264"/>
                  <a:pt x="1242725" y="195264"/>
                </a:cubicBezTo>
                <a:lnTo>
                  <a:pt x="138399" y="195263"/>
                </a:lnTo>
                <a:cubicBezTo>
                  <a:pt x="81072" y="195263"/>
                  <a:pt x="31886" y="160409"/>
                  <a:pt x="10876" y="110735"/>
                </a:cubicBezTo>
                <a:lnTo>
                  <a:pt x="0" y="56865"/>
                </a:lnTo>
                <a:lnTo>
                  <a:pt x="10876" y="2994"/>
                </a:lnTo>
                <a:close/>
              </a:path>
            </a:pathLst>
          </a:custGeom>
          <a:solidFill>
            <a:schemeClr val="tx2">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6" name="Rectangle 15">
            <a:extLst>
              <a:ext uri="{FF2B5EF4-FFF2-40B4-BE49-F238E27FC236}">
                <a16:creationId xmlns:a16="http://schemas.microsoft.com/office/drawing/2014/main" id="{149BF53E-50A2-4D0E-9ACF-FD7C38B4459B}"/>
              </a:ext>
            </a:extLst>
          </p:cNvPr>
          <p:cNvSpPr/>
          <p:nvPr/>
        </p:nvSpPr>
        <p:spPr>
          <a:xfrm>
            <a:off x="5003005" y="884932"/>
            <a:ext cx="2119033" cy="2402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8" name="Rectangle: Rounded Corners 27">
            <a:extLst>
              <a:ext uri="{FF2B5EF4-FFF2-40B4-BE49-F238E27FC236}">
                <a16:creationId xmlns:a16="http://schemas.microsoft.com/office/drawing/2014/main" id="{7D59C77B-DB63-4ED1-B4B1-9687F8FF9930}"/>
              </a:ext>
            </a:extLst>
          </p:cNvPr>
          <p:cNvSpPr/>
          <p:nvPr/>
        </p:nvSpPr>
        <p:spPr>
          <a:xfrm>
            <a:off x="4898231" y="884932"/>
            <a:ext cx="2386102" cy="5189613"/>
          </a:xfrm>
          <a:custGeom>
            <a:avLst/>
            <a:gdLst>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6102" h="5189613">
                <a:moveTo>
                  <a:pt x="0" y="192463"/>
                </a:moveTo>
                <a:cubicBezTo>
                  <a:pt x="0" y="86169"/>
                  <a:pt x="86169" y="0"/>
                  <a:pt x="192463" y="0"/>
                </a:cubicBezTo>
                <a:lnTo>
                  <a:pt x="2193639" y="0"/>
                </a:lnTo>
                <a:cubicBezTo>
                  <a:pt x="2299933" y="0"/>
                  <a:pt x="2386102" y="86169"/>
                  <a:pt x="2386102" y="192463"/>
                </a:cubicBezTo>
                <a:lnTo>
                  <a:pt x="2386102" y="4997150"/>
                </a:lnTo>
                <a:cubicBezTo>
                  <a:pt x="2343239" y="5091538"/>
                  <a:pt x="2290408" y="5151513"/>
                  <a:pt x="2193639" y="5189613"/>
                </a:cubicBezTo>
                <a:lnTo>
                  <a:pt x="192463" y="5189613"/>
                </a:lnTo>
                <a:cubicBezTo>
                  <a:pt x="86169" y="5189613"/>
                  <a:pt x="0" y="5103444"/>
                  <a:pt x="0" y="4997150"/>
                </a:cubicBezTo>
                <a:lnTo>
                  <a:pt x="0" y="19246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6" name="superhead">
            <a:extLst>
              <a:ext uri="{FF2B5EF4-FFF2-40B4-BE49-F238E27FC236}">
                <a16:creationId xmlns:a16="http://schemas.microsoft.com/office/drawing/2014/main" id="{D223D701-74F7-4E60-B3CD-A76F24CCA68A}"/>
              </a:ext>
            </a:extLst>
          </p:cNvPr>
          <p:cNvSpPr>
            <a:spLocks noGrp="1"/>
          </p:cNvSpPr>
          <p:nvPr>
            <p:ph type="body" sz="quarter" idx="14" hasCustomPrompt="1"/>
          </p:nvPr>
        </p:nvSpPr>
        <p:spPr>
          <a:xfrm>
            <a:off x="914400" y="2640221"/>
            <a:ext cx="2587752" cy="269240"/>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a:t>
            </a:r>
          </a:p>
        </p:txBody>
      </p:sp>
      <p:sp>
        <p:nvSpPr>
          <p:cNvPr id="7" name="Text Placeholder 7">
            <a:extLst>
              <a:ext uri="{FF2B5EF4-FFF2-40B4-BE49-F238E27FC236}">
                <a16:creationId xmlns:a16="http://schemas.microsoft.com/office/drawing/2014/main" id="{3678FDF2-CF3B-4D5C-A3CF-2EE5482DFC0D}"/>
              </a:ext>
            </a:extLst>
          </p:cNvPr>
          <p:cNvSpPr>
            <a:spLocks noGrp="1"/>
          </p:cNvSpPr>
          <p:nvPr>
            <p:ph type="body" sz="quarter" idx="15" hasCustomPrompt="1"/>
          </p:nvPr>
        </p:nvSpPr>
        <p:spPr>
          <a:xfrm>
            <a:off x="914400" y="2990773"/>
            <a:ext cx="2590800" cy="2030931"/>
          </a:xfrm>
        </p:spPr>
        <p:txBody>
          <a:bodyPr anchor="t"/>
          <a:lstStyle>
            <a:lvl1pPr marL="0" indent="0">
              <a:lnSpc>
                <a:spcPct val="100000"/>
              </a:lnSpc>
              <a:spcBef>
                <a:spcPts val="0"/>
              </a:spcBef>
              <a:buFont typeface="Arial" panose="020B0604020202020204" pitchFamily="34" charset="0"/>
              <a:buNone/>
              <a:defRPr sz="2800">
                <a:solidFill>
                  <a:schemeClr val="tx2"/>
                </a:solidFill>
              </a:defRPr>
            </a:lvl1pPr>
            <a:lvl2pPr marL="0" indent="0">
              <a:lnSpc>
                <a:spcPct val="100000"/>
              </a:lnSpc>
              <a:spcBef>
                <a:spcPts val="0"/>
              </a:spcBef>
              <a:buFont typeface="Arial" panose="020B0604020202020204" pitchFamily="34" charset="0"/>
              <a:buNone/>
              <a:defRPr sz="2800">
                <a:solidFill>
                  <a:schemeClr val="tx2"/>
                </a:solidFill>
              </a:defRPr>
            </a:lvl2pPr>
            <a:lvl3pPr marL="0" indent="0">
              <a:lnSpc>
                <a:spcPct val="100000"/>
              </a:lnSpc>
              <a:spcBef>
                <a:spcPts val="0"/>
              </a:spcBef>
              <a:buFont typeface="Arial" panose="020B0604020202020204" pitchFamily="34" charset="0"/>
              <a:buNone/>
              <a:defRPr sz="2800">
                <a:solidFill>
                  <a:schemeClr val="tx2"/>
                </a:solidFill>
              </a:defRPr>
            </a:lvl3pPr>
            <a:lvl4pPr marL="0" indent="0">
              <a:lnSpc>
                <a:spcPct val="100000"/>
              </a:lnSpc>
              <a:spcBef>
                <a:spcPts val="0"/>
              </a:spcBef>
              <a:buFont typeface="Arial" panose="020B0604020202020204" pitchFamily="34" charset="0"/>
              <a:buNone/>
              <a:defRPr sz="2800">
                <a:solidFill>
                  <a:schemeClr val="tx2"/>
                </a:solidFill>
              </a:defRPr>
            </a:lvl4pPr>
            <a:lvl5pPr marL="0" indent="0">
              <a:lnSpc>
                <a:spcPct val="100000"/>
              </a:lnSpc>
              <a:spcBef>
                <a:spcPts val="0"/>
              </a:spcBef>
              <a:buFont typeface="Arial" panose="020B0604020202020204" pitchFamily="34" charset="0"/>
              <a:buNone/>
              <a:defRPr sz="2800">
                <a:solidFill>
                  <a:schemeClr val="tx2"/>
                </a:solidFill>
              </a:defRPr>
            </a:lvl5pPr>
            <a:lvl6pPr marL="0" indent="0">
              <a:lnSpc>
                <a:spcPct val="100000"/>
              </a:lnSpc>
              <a:spcBef>
                <a:spcPts val="0"/>
              </a:spcBef>
              <a:buFont typeface="Arial" panose="020B0604020202020204" pitchFamily="34" charset="0"/>
              <a:buNone/>
              <a:defRPr sz="2800">
                <a:solidFill>
                  <a:schemeClr val="tx2"/>
                </a:solidFill>
              </a:defRPr>
            </a:lvl6pPr>
            <a:lvl7pPr marL="0" indent="0">
              <a:lnSpc>
                <a:spcPct val="100000"/>
              </a:lnSpc>
              <a:spcBef>
                <a:spcPts val="0"/>
              </a:spcBef>
              <a:buFont typeface="Arial" panose="020B0604020202020204" pitchFamily="34" charset="0"/>
              <a:buNone/>
              <a:defRPr sz="2800">
                <a:solidFill>
                  <a:schemeClr val="tx2"/>
                </a:solidFill>
              </a:defRPr>
            </a:lvl7pPr>
            <a:lvl8pPr marL="0" indent="0">
              <a:lnSpc>
                <a:spcPct val="100000"/>
              </a:lnSpc>
              <a:spcBef>
                <a:spcPts val="0"/>
              </a:spcBef>
              <a:buFont typeface="Arial" panose="020B0604020202020204" pitchFamily="34" charset="0"/>
              <a:buNone/>
              <a:defRPr sz="2800">
                <a:solidFill>
                  <a:schemeClr val="tx2"/>
                </a:solidFill>
              </a:defRPr>
            </a:lvl8pPr>
            <a:lvl9pPr marL="0" indent="0">
              <a:lnSpc>
                <a:spcPct val="100000"/>
              </a:lnSpc>
              <a:spcBef>
                <a:spcPts val="0"/>
              </a:spcBef>
              <a:buFont typeface="Arial" panose="020B0604020202020204" pitchFamily="34" charset="0"/>
              <a:buNone/>
              <a:defRPr sz="2800">
                <a:solidFill>
                  <a:schemeClr val="tx2"/>
                </a:solidFill>
              </a:defRPr>
            </a:lvl9pPr>
          </a:lstStyle>
          <a:p>
            <a:pPr lvl="0"/>
            <a:r>
              <a:t>Click to add text</a:t>
            </a:r>
          </a:p>
        </p:txBody>
      </p:sp>
      <p:sp>
        <p:nvSpPr>
          <p:cNvPr id="8" name="Content Placeholder 27">
            <a:extLst>
              <a:ext uri="{FF2B5EF4-FFF2-40B4-BE49-F238E27FC236}">
                <a16:creationId xmlns:a16="http://schemas.microsoft.com/office/drawing/2014/main" id="{46F8C620-0981-450C-85FA-B25417911760}"/>
              </a:ext>
            </a:extLst>
          </p:cNvPr>
          <p:cNvSpPr>
            <a:spLocks noGrp="1"/>
          </p:cNvSpPr>
          <p:nvPr>
            <p:ph sz="quarter" idx="23"/>
          </p:nvPr>
        </p:nvSpPr>
        <p:spPr>
          <a:xfrm>
            <a:off x="8280716" y="3643517"/>
            <a:ext cx="2930770" cy="2395910"/>
          </a:xfrm>
        </p:spPr>
        <p:txBody>
          <a:bodyPr/>
          <a:lstStyle>
            <a:lvl1pPr marL="0" indent="0">
              <a:lnSpc>
                <a:spcPct val="90000"/>
              </a:lnSpc>
              <a:spcBef>
                <a:spcPts val="600"/>
              </a:spcBef>
              <a:buFont typeface="Arial" panose="020B0604020202020204" pitchFamily="34" charset="0"/>
              <a:buChar char="​"/>
              <a:defRPr sz="1400">
                <a:solidFill>
                  <a:schemeClr val="tx1"/>
                </a:solidFill>
              </a:defRPr>
            </a:lvl1pPr>
            <a:lvl2pPr marL="1371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2pPr>
            <a:lvl3pPr marL="3657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3pPr>
            <a:lvl4pPr marL="365760" indent="-137160">
              <a:lnSpc>
                <a:spcPct val="90000"/>
              </a:lnSpc>
              <a:spcBef>
                <a:spcPts val="0"/>
              </a:spcBef>
              <a:buClr>
                <a:schemeClr val="tx1">
                  <a:lumMod val="50000"/>
                  <a:lumOff val="50000"/>
                </a:schemeClr>
              </a:buClr>
              <a:defRPr sz="1200">
                <a:solidFill>
                  <a:schemeClr val="tx1"/>
                </a:solidFill>
              </a:defRPr>
            </a:lvl4pPr>
            <a:lvl5pPr marL="365760" indent="-137160">
              <a:lnSpc>
                <a:spcPct val="90000"/>
              </a:lnSpc>
              <a:spcBef>
                <a:spcPts val="0"/>
              </a:spcBef>
              <a:buClr>
                <a:schemeClr val="tx1">
                  <a:lumMod val="50000"/>
                  <a:lumOff val="50000"/>
                </a:schemeClr>
              </a:buClr>
              <a:defRPr sz="1200">
                <a:solidFill>
                  <a:schemeClr val="tx1"/>
                </a:solidFill>
              </a:defRPr>
            </a:lvl5pPr>
            <a:lvl6pPr marL="365760" indent="-137160">
              <a:lnSpc>
                <a:spcPct val="90000"/>
              </a:lnSpc>
              <a:spcBef>
                <a:spcPts val="0"/>
              </a:spcBef>
              <a:buClr>
                <a:schemeClr val="tx1">
                  <a:lumMod val="50000"/>
                  <a:lumOff val="50000"/>
                </a:schemeClr>
              </a:buClr>
              <a:defRPr sz="1200">
                <a:solidFill>
                  <a:schemeClr val="tx1"/>
                </a:solidFill>
              </a:defRPr>
            </a:lvl6pPr>
            <a:lvl7pPr marL="365760" indent="-137160">
              <a:lnSpc>
                <a:spcPct val="90000"/>
              </a:lnSpc>
              <a:spcBef>
                <a:spcPts val="0"/>
              </a:spcBef>
              <a:buClr>
                <a:schemeClr val="tx1">
                  <a:lumMod val="50000"/>
                  <a:lumOff val="50000"/>
                </a:schemeClr>
              </a:buClr>
              <a:defRPr sz="1200">
                <a:solidFill>
                  <a:schemeClr val="tx1"/>
                </a:solidFill>
              </a:defRPr>
            </a:lvl7pPr>
            <a:lvl8pPr marL="365760" indent="-137160">
              <a:lnSpc>
                <a:spcPct val="90000"/>
              </a:lnSpc>
              <a:spcBef>
                <a:spcPts val="0"/>
              </a:spcBef>
              <a:buClr>
                <a:schemeClr val="tx1">
                  <a:lumMod val="50000"/>
                  <a:lumOff val="50000"/>
                </a:schemeClr>
              </a:buClr>
              <a:defRPr sz="1200">
                <a:solidFill>
                  <a:schemeClr val="tx1"/>
                </a:solidFill>
              </a:defRPr>
            </a:lvl8pPr>
            <a:lvl9pPr marL="365760" indent="-137160">
              <a:lnSpc>
                <a:spcPct val="90000"/>
              </a:lnSpc>
              <a:spcBef>
                <a:spcPts val="0"/>
              </a:spcBef>
              <a:buClr>
                <a:schemeClr val="tx1">
                  <a:lumMod val="50000"/>
                  <a:lumOff val="50000"/>
                </a:schemeClr>
              </a:buClr>
              <a:defRPr sz="12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27">
            <a:extLst>
              <a:ext uri="{FF2B5EF4-FFF2-40B4-BE49-F238E27FC236}">
                <a16:creationId xmlns:a16="http://schemas.microsoft.com/office/drawing/2014/main" id="{14756BD6-ED0D-452B-886B-9D442BD0B2CC}"/>
              </a:ext>
            </a:extLst>
          </p:cNvPr>
          <p:cNvSpPr>
            <a:spLocks noGrp="1"/>
          </p:cNvSpPr>
          <p:nvPr>
            <p:ph sz="quarter" idx="24"/>
          </p:nvPr>
        </p:nvSpPr>
        <p:spPr>
          <a:xfrm>
            <a:off x="8280716" y="1007698"/>
            <a:ext cx="2930770" cy="2395910"/>
          </a:xfrm>
        </p:spPr>
        <p:txBody>
          <a:bodyPr/>
          <a:lstStyle>
            <a:lvl1pPr marL="0" indent="0">
              <a:lnSpc>
                <a:spcPct val="90000"/>
              </a:lnSpc>
              <a:spcBef>
                <a:spcPts val="600"/>
              </a:spcBef>
              <a:buFont typeface="Arial" panose="020B0604020202020204" pitchFamily="34" charset="0"/>
              <a:buChar char="​"/>
              <a:defRPr sz="1400">
                <a:solidFill>
                  <a:schemeClr val="tx1"/>
                </a:solidFill>
              </a:defRPr>
            </a:lvl1pPr>
            <a:lvl2pPr marL="1371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2pPr>
            <a:lvl3pPr marL="3657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3pPr>
            <a:lvl4pPr marL="365760" indent="-137160">
              <a:lnSpc>
                <a:spcPct val="90000"/>
              </a:lnSpc>
              <a:spcBef>
                <a:spcPts val="0"/>
              </a:spcBef>
              <a:buClr>
                <a:schemeClr val="tx1">
                  <a:lumMod val="50000"/>
                  <a:lumOff val="50000"/>
                </a:schemeClr>
              </a:buClr>
              <a:defRPr sz="1200">
                <a:solidFill>
                  <a:schemeClr val="tx1"/>
                </a:solidFill>
              </a:defRPr>
            </a:lvl4pPr>
            <a:lvl5pPr marL="365760" indent="-137160">
              <a:lnSpc>
                <a:spcPct val="90000"/>
              </a:lnSpc>
              <a:spcBef>
                <a:spcPts val="0"/>
              </a:spcBef>
              <a:buClr>
                <a:schemeClr val="tx1">
                  <a:lumMod val="50000"/>
                  <a:lumOff val="50000"/>
                </a:schemeClr>
              </a:buClr>
              <a:defRPr sz="1200">
                <a:solidFill>
                  <a:schemeClr val="tx1"/>
                </a:solidFill>
              </a:defRPr>
            </a:lvl5pPr>
            <a:lvl6pPr marL="365760" indent="-137160">
              <a:lnSpc>
                <a:spcPct val="90000"/>
              </a:lnSpc>
              <a:spcBef>
                <a:spcPts val="0"/>
              </a:spcBef>
              <a:buClr>
                <a:schemeClr val="tx1">
                  <a:lumMod val="50000"/>
                  <a:lumOff val="50000"/>
                </a:schemeClr>
              </a:buClr>
              <a:defRPr sz="1200">
                <a:solidFill>
                  <a:schemeClr val="tx1"/>
                </a:solidFill>
              </a:defRPr>
            </a:lvl6pPr>
            <a:lvl7pPr marL="365760" indent="-137160">
              <a:lnSpc>
                <a:spcPct val="90000"/>
              </a:lnSpc>
              <a:spcBef>
                <a:spcPts val="0"/>
              </a:spcBef>
              <a:buClr>
                <a:schemeClr val="tx1">
                  <a:lumMod val="50000"/>
                  <a:lumOff val="50000"/>
                </a:schemeClr>
              </a:buClr>
              <a:defRPr sz="1200">
                <a:solidFill>
                  <a:schemeClr val="tx1"/>
                </a:solidFill>
              </a:defRPr>
            </a:lvl7pPr>
            <a:lvl8pPr marL="365760" indent="-137160">
              <a:lnSpc>
                <a:spcPct val="90000"/>
              </a:lnSpc>
              <a:spcBef>
                <a:spcPts val="0"/>
              </a:spcBef>
              <a:buClr>
                <a:schemeClr val="tx1">
                  <a:lumMod val="50000"/>
                  <a:lumOff val="50000"/>
                </a:schemeClr>
              </a:buClr>
              <a:defRPr sz="1200">
                <a:solidFill>
                  <a:schemeClr val="tx1"/>
                </a:solidFill>
              </a:defRPr>
            </a:lvl8pPr>
            <a:lvl9pPr marL="365760" indent="-137160">
              <a:lnSpc>
                <a:spcPct val="90000"/>
              </a:lnSpc>
              <a:spcBef>
                <a:spcPts val="0"/>
              </a:spcBef>
              <a:buClr>
                <a:schemeClr val="tx1">
                  <a:lumMod val="50000"/>
                  <a:lumOff val="50000"/>
                </a:schemeClr>
              </a:buClr>
              <a:defRPr sz="12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Picture Placeholder 26">
            <a:extLst>
              <a:ext uri="{FF2B5EF4-FFF2-40B4-BE49-F238E27FC236}">
                <a16:creationId xmlns:a16="http://schemas.microsoft.com/office/drawing/2014/main" id="{98D22E5B-E150-4127-A093-370CFA47251A}"/>
              </a:ext>
            </a:extLst>
          </p:cNvPr>
          <p:cNvSpPr>
            <a:spLocks noGrp="1"/>
          </p:cNvSpPr>
          <p:nvPr>
            <p:ph type="pic" sz="quarter" idx="25"/>
          </p:nvPr>
        </p:nvSpPr>
        <p:spPr>
          <a:xfrm>
            <a:off x="4898231" y="904875"/>
            <a:ext cx="2368296" cy="5129784"/>
          </a:xfrm>
          <a:custGeom>
            <a:avLst/>
            <a:gdLst>
              <a:gd name="connsiteX0" fmla="*/ 240287 w 2368296"/>
              <a:gd name="connsiteY0" fmla="*/ 0 h 5129784"/>
              <a:gd name="connsiteX1" fmla="*/ 514652 w 2368296"/>
              <a:gd name="connsiteY1" fmla="*/ 0 h 5129784"/>
              <a:gd name="connsiteX2" fmla="*/ 523535 w 2368296"/>
              <a:gd name="connsiteY2" fmla="*/ 72974 h 5129784"/>
              <a:gd name="connsiteX3" fmla="*/ 712182 w 2368296"/>
              <a:gd name="connsiteY3" fmla="*/ 190500 h 5129784"/>
              <a:gd name="connsiteX4" fmla="*/ 1177622 w 2368296"/>
              <a:gd name="connsiteY4" fmla="*/ 190500 h 5129784"/>
              <a:gd name="connsiteX5" fmla="*/ 1187816 w 2368296"/>
              <a:gd name="connsiteY5" fmla="*/ 190500 h 5129784"/>
              <a:gd name="connsiteX6" fmla="*/ 1653256 w 2368296"/>
              <a:gd name="connsiteY6" fmla="*/ 190500 h 5129784"/>
              <a:gd name="connsiteX7" fmla="*/ 1841904 w 2368296"/>
              <a:gd name="connsiteY7" fmla="*/ 72974 h 5129784"/>
              <a:gd name="connsiteX8" fmla="*/ 1850787 w 2368296"/>
              <a:gd name="connsiteY8" fmla="*/ 0 h 5129784"/>
              <a:gd name="connsiteX9" fmla="*/ 2128009 w 2368296"/>
              <a:gd name="connsiteY9" fmla="*/ 0 h 5129784"/>
              <a:gd name="connsiteX10" fmla="*/ 2368296 w 2368296"/>
              <a:gd name="connsiteY10" fmla="*/ 240287 h 5129784"/>
              <a:gd name="connsiteX11" fmla="*/ 2368296 w 2368296"/>
              <a:gd name="connsiteY11" fmla="*/ 4889497 h 5129784"/>
              <a:gd name="connsiteX12" fmla="*/ 2128009 w 2368296"/>
              <a:gd name="connsiteY12" fmla="*/ 5129784 h 5129784"/>
              <a:gd name="connsiteX13" fmla="*/ 240287 w 2368296"/>
              <a:gd name="connsiteY13" fmla="*/ 5129784 h 5129784"/>
              <a:gd name="connsiteX14" fmla="*/ 0 w 2368296"/>
              <a:gd name="connsiteY14" fmla="*/ 4889497 h 5129784"/>
              <a:gd name="connsiteX15" fmla="*/ 0 w 2368296"/>
              <a:gd name="connsiteY15" fmla="*/ 240287 h 5129784"/>
              <a:gd name="connsiteX16" fmla="*/ 240287 w 2368296"/>
              <a:gd name="connsiteY16" fmla="*/ 0 h 5129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68296" h="5129784">
                <a:moveTo>
                  <a:pt x="240287" y="0"/>
                </a:moveTo>
                <a:lnTo>
                  <a:pt x="514652" y="0"/>
                </a:lnTo>
                <a:lnTo>
                  <a:pt x="523535" y="72974"/>
                </a:lnTo>
                <a:cubicBezTo>
                  <a:pt x="542963" y="142794"/>
                  <a:pt x="596305" y="192286"/>
                  <a:pt x="712182" y="190500"/>
                </a:cubicBezTo>
                <a:lnTo>
                  <a:pt x="1177622" y="190500"/>
                </a:lnTo>
                <a:lnTo>
                  <a:pt x="1187816" y="190500"/>
                </a:lnTo>
                <a:lnTo>
                  <a:pt x="1653256" y="190500"/>
                </a:lnTo>
                <a:cubicBezTo>
                  <a:pt x="1769134" y="192286"/>
                  <a:pt x="1822475" y="142794"/>
                  <a:pt x="1841904" y="72974"/>
                </a:cubicBezTo>
                <a:lnTo>
                  <a:pt x="1850787" y="0"/>
                </a:lnTo>
                <a:lnTo>
                  <a:pt x="2128009" y="0"/>
                </a:lnTo>
                <a:cubicBezTo>
                  <a:pt x="2260716" y="0"/>
                  <a:pt x="2368296" y="107580"/>
                  <a:pt x="2368296" y="240287"/>
                </a:cubicBezTo>
                <a:lnTo>
                  <a:pt x="2368296" y="4889497"/>
                </a:lnTo>
                <a:cubicBezTo>
                  <a:pt x="2368296" y="5022204"/>
                  <a:pt x="2260716" y="5129784"/>
                  <a:pt x="2128009" y="5129784"/>
                </a:cubicBezTo>
                <a:lnTo>
                  <a:pt x="240287" y="5129784"/>
                </a:lnTo>
                <a:cubicBezTo>
                  <a:pt x="107580" y="5129784"/>
                  <a:pt x="0" y="5022204"/>
                  <a:pt x="0" y="4889497"/>
                </a:cubicBezTo>
                <a:lnTo>
                  <a:pt x="0" y="240287"/>
                </a:lnTo>
                <a:cubicBezTo>
                  <a:pt x="0" y="107580"/>
                  <a:pt x="107580" y="0"/>
                  <a:pt x="240287" y="0"/>
                </a:cubicBezTo>
                <a:close/>
              </a:path>
            </a:pathLst>
          </a:custGeom>
          <a:solidFill>
            <a:srgbClr val="D9D9D9"/>
          </a:solidFill>
        </p:spPr>
        <p:txBody>
          <a:bodyPr wrap="square" bIns="1188720" anchor="ctr" anchorCtr="0">
            <a:noAutofit/>
          </a:bodyPr>
          <a:lstStyle>
            <a:lvl1pPr marL="0" indent="0" algn="ctr">
              <a:spcBef>
                <a:spcPts val="0"/>
              </a:spcBef>
              <a:buNone/>
              <a:defRPr sz="1400"/>
            </a:lvl1pPr>
          </a:lstStyle>
          <a:p>
            <a:r>
              <a:rPr lang="en-US" dirty="0"/>
              <a:t>Click icon to add picture</a:t>
            </a:r>
            <a:endParaRPr dirty="0"/>
          </a:p>
        </p:txBody>
      </p:sp>
      <p:sp>
        <p:nvSpPr>
          <p:cNvPr id="3" name="Date Placeholder 2">
            <a:extLst>
              <a:ext uri="{FF2B5EF4-FFF2-40B4-BE49-F238E27FC236}">
                <a16:creationId xmlns:a16="http://schemas.microsoft.com/office/drawing/2014/main" id="{A14AE608-E54C-442E-8A84-EA7043D78923}"/>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A952E4A9-A5B3-48D4-BA30-E3D80D2A5323}"/>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148B4C0-4733-406E-8101-AFF9A4E0E36E}"/>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153834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 Box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3AD253-1348-4E85-822E-05EC8841C877}"/>
              </a:ext>
            </a:extLst>
          </p:cNvPr>
          <p:cNvSpPr/>
          <p:nvPr/>
        </p:nvSpPr>
        <p:spPr>
          <a:xfrm>
            <a:off x="0" y="0"/>
            <a:ext cx="4682785" cy="6858000"/>
          </a:xfrm>
          <a:prstGeom prst="rect">
            <a:avLst/>
          </a:pr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 name="object 4">
            <a:extLst>
              <a:ext uri="{FF2B5EF4-FFF2-40B4-BE49-F238E27FC236}">
                <a16:creationId xmlns:a16="http://schemas.microsoft.com/office/drawing/2014/main" id="{FB98A8C0-3835-4815-8D22-297A1CB7F1FE}"/>
              </a:ext>
            </a:extLst>
          </p:cNvPr>
          <p:cNvSpPr/>
          <p:nvPr/>
        </p:nvSpPr>
        <p:spPr>
          <a:xfrm>
            <a:off x="-1" y="12301"/>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14999"/>
            </a:srgbClr>
          </a:soli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lstStyle>
            <a:lvl1pPr marL="0" indent="0">
              <a:lnSpc>
                <a:spcPct val="100000"/>
              </a:lnSpc>
              <a:spcBef>
                <a:spcPts val="0"/>
              </a:spcBef>
              <a:buNone/>
              <a:defRPr sz="1600" b="1" cap="all" spc="100" baseline="0">
                <a:solidFill>
                  <a:schemeClr val="bg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10" name="Text Placeholder 6">
            <a:extLst>
              <a:ext uri="{FF2B5EF4-FFF2-40B4-BE49-F238E27FC236}">
                <a16:creationId xmlns:a16="http://schemas.microsoft.com/office/drawing/2014/main" id="{D54810D3-294B-4D80-B73C-B4B1BEF2F356}"/>
              </a:ext>
            </a:extLst>
          </p:cNvPr>
          <p:cNvSpPr>
            <a:spLocks noGrp="1"/>
          </p:cNvSpPr>
          <p:nvPr>
            <p:ph type="body" sz="quarter" idx="13"/>
          </p:nvPr>
        </p:nvSpPr>
        <p:spPr>
          <a:xfrm>
            <a:off x="914400" y="2990774"/>
            <a:ext cx="2590800" cy="2254326"/>
          </a:xfrm>
        </p:spPr>
        <p:txBody>
          <a:bodyPr/>
          <a:lstStyle>
            <a:lvl1pPr marL="0" indent="0">
              <a:lnSpc>
                <a:spcPct val="100000"/>
              </a:lnSpc>
              <a:spcBef>
                <a:spcPts val="0"/>
              </a:spcBef>
              <a:buNone/>
              <a:defRPr sz="2800" b="0" cap="none" spc="0" baseline="0">
                <a:solidFill>
                  <a:schemeClr val="bg1"/>
                </a:solidFill>
              </a:defRPr>
            </a:lvl1pPr>
            <a:lvl2pPr marL="0" indent="0">
              <a:lnSpc>
                <a:spcPct val="100000"/>
              </a:lnSpc>
              <a:spcBef>
                <a:spcPts val="0"/>
              </a:spcBef>
              <a:buNone/>
              <a:defRPr sz="2800" b="0" cap="none" spc="0" baseline="0">
                <a:solidFill>
                  <a:schemeClr val="bg1"/>
                </a:solidFill>
              </a:defRPr>
            </a:lvl2pPr>
            <a:lvl3pPr marL="0" indent="0">
              <a:lnSpc>
                <a:spcPct val="100000"/>
              </a:lnSpc>
              <a:spcBef>
                <a:spcPts val="0"/>
              </a:spcBef>
              <a:buNone/>
              <a:defRPr sz="2800" b="0" cap="none" spc="0" baseline="0">
                <a:solidFill>
                  <a:schemeClr val="bg1"/>
                </a:solidFill>
              </a:defRPr>
            </a:lvl3pPr>
            <a:lvl4pPr marL="0" indent="0">
              <a:lnSpc>
                <a:spcPct val="100000"/>
              </a:lnSpc>
              <a:spcBef>
                <a:spcPts val="0"/>
              </a:spcBef>
              <a:buNone/>
              <a:defRPr sz="2800" b="0" cap="none" spc="0" baseline="0">
                <a:solidFill>
                  <a:schemeClr val="bg1"/>
                </a:solidFill>
              </a:defRPr>
            </a:lvl4pPr>
            <a:lvl5pPr marL="0" indent="0">
              <a:lnSpc>
                <a:spcPct val="100000"/>
              </a:lnSpc>
              <a:spcBef>
                <a:spcPts val="0"/>
              </a:spcBef>
              <a:buNone/>
              <a:defRPr sz="2800" b="0" cap="none" spc="0" baseline="0">
                <a:solidFill>
                  <a:schemeClr val="bg1"/>
                </a:solidFill>
              </a:defRPr>
            </a:lvl5pPr>
            <a:lvl6pPr marL="0" indent="0">
              <a:lnSpc>
                <a:spcPct val="100000"/>
              </a:lnSpc>
              <a:spcBef>
                <a:spcPts val="0"/>
              </a:spcBef>
              <a:buNone/>
              <a:defRPr sz="2800" b="0" cap="none" spc="0" baseline="0">
                <a:solidFill>
                  <a:schemeClr val="bg1"/>
                </a:solidFill>
              </a:defRPr>
            </a:lvl6pPr>
            <a:lvl7pPr marL="0" indent="0">
              <a:lnSpc>
                <a:spcPct val="100000"/>
              </a:lnSpc>
              <a:spcBef>
                <a:spcPts val="0"/>
              </a:spcBef>
              <a:buNone/>
              <a:defRPr sz="2800" b="0" cap="none" spc="0" baseline="0">
                <a:solidFill>
                  <a:schemeClr val="bg1"/>
                </a:solidFill>
              </a:defRPr>
            </a:lvl7pPr>
            <a:lvl8pPr marL="0" indent="0">
              <a:lnSpc>
                <a:spcPct val="100000"/>
              </a:lnSpc>
              <a:spcBef>
                <a:spcPts val="0"/>
              </a:spcBef>
              <a:buNone/>
              <a:defRPr sz="2800" b="0" cap="none" spc="0" baseline="0">
                <a:solidFill>
                  <a:schemeClr val="bg1"/>
                </a:solidFill>
              </a:defRPr>
            </a:lvl8pPr>
            <a:lvl9pPr marL="0" indent="0">
              <a:lnSpc>
                <a:spcPct val="100000"/>
              </a:lnSpc>
              <a:spcBef>
                <a:spcPts val="0"/>
              </a:spcBef>
              <a:buNone/>
              <a:defRPr sz="2800" b="0" cap="none" spc="0" baseline="0">
                <a:solidFill>
                  <a:schemeClr val="bg1"/>
                </a:solidFill>
              </a:defRPr>
            </a:lvl9pPr>
          </a:lstStyle>
          <a:p>
            <a:pPr lvl="0"/>
            <a:r>
              <a:rPr lang="en-US"/>
              <a:t>Click to edit Master text styles</a:t>
            </a:r>
          </a:p>
          <a:p>
            <a:pPr lvl="1"/>
            <a:r>
              <a:rPr lang="en-US"/>
              <a:t>Second level</a:t>
            </a:r>
          </a:p>
        </p:txBody>
      </p:sp>
      <p:sp>
        <p:nvSpPr>
          <p:cNvPr id="18" name="Text Placeholder 2">
            <a:extLst>
              <a:ext uri="{FF2B5EF4-FFF2-40B4-BE49-F238E27FC236}">
                <a16:creationId xmlns:a16="http://schemas.microsoft.com/office/drawing/2014/main" id="{DF1575D2-B0DB-40D5-B171-C645C4E84B41}"/>
              </a:ext>
            </a:extLst>
          </p:cNvPr>
          <p:cNvSpPr>
            <a:spLocks noGrp="1"/>
          </p:cNvSpPr>
          <p:nvPr>
            <p:ph type="body" sz="quarter" idx="36" hasCustomPrompt="1"/>
          </p:nvPr>
        </p:nvSpPr>
        <p:spPr>
          <a:xfrm>
            <a:off x="4059865" y="1298544"/>
            <a:ext cx="2514600" cy="5098626"/>
          </a:xfrm>
          <a:solidFill>
            <a:schemeClr val="tx2"/>
          </a:solidFill>
        </p:spPr>
        <p:txBody>
          <a:bodyPr lIns="274320" tIns="182880" rIns="91440" bIns="182880"/>
          <a:lstStyle>
            <a:lvl1pPr marL="0" indent="0">
              <a:lnSpc>
                <a:spcPct val="100000"/>
              </a:lnSpc>
              <a:spcBef>
                <a:spcPts val="0"/>
              </a:spcBef>
              <a:buNone/>
              <a:defRPr sz="2000" b="1">
                <a:solidFill>
                  <a:schemeClr val="bg1"/>
                </a:solidFill>
              </a:defRPr>
            </a:lvl1pPr>
            <a:lvl2pPr marL="0" indent="0">
              <a:lnSpc>
                <a:spcPct val="100000"/>
              </a:lnSpc>
              <a:spcBef>
                <a:spcPts val="0"/>
              </a:spcBef>
              <a:buNone/>
              <a:defRPr sz="2000" b="1">
                <a:solidFill>
                  <a:schemeClr val="bg1"/>
                </a:solidFill>
              </a:defRPr>
            </a:lvl2pPr>
            <a:lvl3pPr marL="0" indent="0">
              <a:lnSpc>
                <a:spcPct val="100000"/>
              </a:lnSpc>
              <a:spcBef>
                <a:spcPts val="0"/>
              </a:spcBef>
              <a:buNone/>
              <a:defRPr sz="2000" b="1">
                <a:solidFill>
                  <a:schemeClr val="bg1"/>
                </a:solidFill>
              </a:defRPr>
            </a:lvl3pPr>
            <a:lvl4pPr marL="0" indent="0">
              <a:lnSpc>
                <a:spcPct val="100000"/>
              </a:lnSpc>
              <a:spcBef>
                <a:spcPts val="0"/>
              </a:spcBef>
              <a:buNone/>
              <a:defRPr sz="2000" b="1">
                <a:solidFill>
                  <a:schemeClr val="bg1"/>
                </a:solidFill>
              </a:defRPr>
            </a:lvl4pPr>
            <a:lvl5pPr marL="0" indent="0">
              <a:lnSpc>
                <a:spcPct val="100000"/>
              </a:lnSpc>
              <a:spcBef>
                <a:spcPts val="0"/>
              </a:spcBef>
              <a:buNone/>
              <a:defRPr sz="2000" b="1">
                <a:solidFill>
                  <a:schemeClr val="bg1"/>
                </a:solidFill>
              </a:defRPr>
            </a:lvl5pPr>
            <a:lvl6pPr marL="0" indent="0">
              <a:lnSpc>
                <a:spcPct val="100000"/>
              </a:lnSpc>
              <a:spcBef>
                <a:spcPts val="0"/>
              </a:spcBef>
              <a:buNone/>
              <a:defRPr sz="2000" b="1">
                <a:solidFill>
                  <a:schemeClr val="bg1"/>
                </a:solidFill>
              </a:defRPr>
            </a:lvl6pPr>
            <a:lvl7pPr marL="0" indent="0">
              <a:lnSpc>
                <a:spcPct val="100000"/>
              </a:lnSpc>
              <a:spcBef>
                <a:spcPts val="0"/>
              </a:spcBef>
              <a:buNone/>
              <a:defRPr sz="2000" b="1">
                <a:solidFill>
                  <a:schemeClr val="bg1"/>
                </a:solidFill>
              </a:defRPr>
            </a:lvl7pPr>
            <a:lvl8pPr marL="0" indent="0">
              <a:lnSpc>
                <a:spcPct val="100000"/>
              </a:lnSpc>
              <a:spcBef>
                <a:spcPts val="0"/>
              </a:spcBef>
              <a:buNone/>
              <a:defRPr sz="2000" b="1">
                <a:solidFill>
                  <a:schemeClr val="bg1"/>
                </a:solidFill>
              </a:defRPr>
            </a:lvl8pPr>
            <a:lvl9pPr marL="0" indent="0">
              <a:lnSpc>
                <a:spcPct val="100000"/>
              </a:lnSpc>
              <a:spcBef>
                <a:spcPts val="0"/>
              </a:spcBef>
              <a:buNone/>
              <a:defRPr sz="2000" b="1">
                <a:solidFill>
                  <a:schemeClr val="bg1"/>
                </a:solidFill>
              </a:defRPr>
            </a:lvl9pPr>
          </a:lstStyle>
          <a:p>
            <a:pPr lvl="0"/>
            <a:r>
              <a:t>Heading</a:t>
            </a:r>
          </a:p>
        </p:txBody>
      </p:sp>
      <p:sp>
        <p:nvSpPr>
          <p:cNvPr id="25" name="Text Placeholder 25">
            <a:extLst>
              <a:ext uri="{FF2B5EF4-FFF2-40B4-BE49-F238E27FC236}">
                <a16:creationId xmlns:a16="http://schemas.microsoft.com/office/drawing/2014/main" id="{F083876D-F2FE-4B96-BC0B-69F8B11AD949}"/>
              </a:ext>
            </a:extLst>
          </p:cNvPr>
          <p:cNvSpPr>
            <a:spLocks noGrp="1"/>
          </p:cNvSpPr>
          <p:nvPr>
            <p:ph type="body" sz="quarter" idx="33"/>
          </p:nvPr>
        </p:nvSpPr>
        <p:spPr>
          <a:xfrm>
            <a:off x="4337049" y="1893443"/>
            <a:ext cx="2029968" cy="4278756"/>
          </a:xfrm>
        </p:spPr>
        <p:txBody>
          <a:bodyPr/>
          <a:lstStyle>
            <a:lvl1pPr marL="0" indent="0">
              <a:spcBef>
                <a:spcPts val="1200"/>
              </a:spcBef>
              <a:buFont typeface="Arial" panose="020B0604020202020204" pitchFamily="34" charset="0"/>
              <a:buChar char="​"/>
              <a:defRPr sz="1400">
                <a:solidFill>
                  <a:schemeClr val="bg1"/>
                </a:solidFill>
              </a:defRPr>
            </a:lvl1pPr>
            <a:lvl2pPr marL="0" indent="0">
              <a:spcBef>
                <a:spcPts val="1200"/>
              </a:spcBef>
              <a:buClr>
                <a:srgbClr val="FFFFFF"/>
              </a:buClr>
              <a:buFont typeface="Arial" panose="020B0604020202020204" pitchFamily="34" charset="0"/>
              <a:buChar char="​"/>
              <a:defRPr sz="1400">
                <a:solidFill>
                  <a:schemeClr val="bg1"/>
                </a:solidFill>
              </a:defRPr>
            </a:lvl2pPr>
            <a:lvl3pPr marL="0" indent="0">
              <a:spcBef>
                <a:spcPts val="1200"/>
              </a:spcBef>
              <a:buClr>
                <a:srgbClr val="FFFFFF"/>
              </a:buClr>
              <a:buFont typeface="Arial" panose="020B0604020202020204" pitchFamily="34" charset="0"/>
              <a:buChar char="​"/>
              <a:defRPr sz="1400">
                <a:solidFill>
                  <a:schemeClr val="bg1"/>
                </a:solidFill>
              </a:defRPr>
            </a:lvl3pPr>
            <a:lvl4pPr marL="0" indent="0">
              <a:spcBef>
                <a:spcPts val="1200"/>
              </a:spcBef>
              <a:buClr>
                <a:srgbClr val="FFFFFF"/>
              </a:buClr>
              <a:buFont typeface="Arial" panose="020B0604020202020204" pitchFamily="34" charset="0"/>
              <a:buChar char="​"/>
              <a:defRPr sz="1400">
                <a:solidFill>
                  <a:schemeClr val="bg1"/>
                </a:solidFill>
              </a:defRPr>
            </a:lvl4pPr>
            <a:lvl5pPr marL="0" indent="0">
              <a:spcBef>
                <a:spcPts val="1200"/>
              </a:spcBef>
              <a:buClr>
                <a:srgbClr val="FFFFFF"/>
              </a:buClr>
              <a:buFont typeface="Arial" panose="020B0604020202020204" pitchFamily="34" charset="0"/>
              <a:buChar char="​"/>
              <a:defRPr sz="1400">
                <a:solidFill>
                  <a:schemeClr val="bg1"/>
                </a:solidFill>
              </a:defRPr>
            </a:lvl5pPr>
            <a:lvl6pPr marL="0" indent="0">
              <a:spcBef>
                <a:spcPts val="1200"/>
              </a:spcBef>
              <a:buClr>
                <a:srgbClr val="FFFFFF"/>
              </a:buClr>
              <a:buFont typeface="Arial" panose="020B0604020202020204" pitchFamily="34" charset="0"/>
              <a:buChar char="​"/>
              <a:defRPr sz="1400">
                <a:solidFill>
                  <a:schemeClr val="bg1"/>
                </a:solidFill>
              </a:defRPr>
            </a:lvl6pPr>
            <a:lvl7pPr marL="0" indent="0">
              <a:spcBef>
                <a:spcPts val="1200"/>
              </a:spcBef>
              <a:buClr>
                <a:srgbClr val="FFFFFF"/>
              </a:buClr>
              <a:buFont typeface="Arial" panose="020B0604020202020204" pitchFamily="34" charset="0"/>
              <a:buChar char="​"/>
              <a:defRPr sz="1400">
                <a:solidFill>
                  <a:schemeClr val="bg1"/>
                </a:solidFill>
              </a:defRPr>
            </a:lvl7pPr>
            <a:lvl8pPr marL="0" indent="0">
              <a:spcBef>
                <a:spcPts val="1200"/>
              </a:spcBef>
              <a:buClr>
                <a:srgbClr val="FFFFFF"/>
              </a:buClr>
              <a:buFont typeface="Arial" panose="020B0604020202020204" pitchFamily="34" charset="0"/>
              <a:buChar char="​"/>
              <a:defRPr sz="1400">
                <a:solidFill>
                  <a:schemeClr val="bg1"/>
                </a:solidFill>
              </a:defRPr>
            </a:lvl8pPr>
            <a:lvl9pPr marL="0" indent="0">
              <a:spcBef>
                <a:spcPts val="1200"/>
              </a:spcBef>
              <a:buClr>
                <a:srgbClr val="FFFFFF"/>
              </a:buClr>
              <a:buFont typeface="Arial" panose="020B0604020202020204" pitchFamily="34" charset="0"/>
              <a:buChar char="​"/>
              <a:defRPr sz="1400">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9" name="Text Placeholder 2">
            <a:extLst>
              <a:ext uri="{FF2B5EF4-FFF2-40B4-BE49-F238E27FC236}">
                <a16:creationId xmlns:a16="http://schemas.microsoft.com/office/drawing/2014/main" id="{A8B7B8D1-BD98-4464-8C05-F0F64F57F01A}"/>
              </a:ext>
            </a:extLst>
          </p:cNvPr>
          <p:cNvSpPr>
            <a:spLocks noGrp="1"/>
          </p:cNvSpPr>
          <p:nvPr>
            <p:ph type="body" sz="quarter" idx="37" hasCustomPrompt="1"/>
          </p:nvPr>
        </p:nvSpPr>
        <p:spPr>
          <a:xfrm>
            <a:off x="6637965" y="1298544"/>
            <a:ext cx="2514600" cy="5098626"/>
          </a:xfrm>
          <a:solidFill>
            <a:schemeClr val="accent2"/>
          </a:solidFill>
        </p:spPr>
        <p:txBody>
          <a:bodyPr lIns="274320" tIns="182880" rIns="91440" bIns="182880"/>
          <a:lstStyle>
            <a:lvl1pPr marL="0" indent="0">
              <a:lnSpc>
                <a:spcPct val="100000"/>
              </a:lnSpc>
              <a:spcBef>
                <a:spcPts val="0"/>
              </a:spcBef>
              <a:buNone/>
              <a:defRPr sz="2000" b="1">
                <a:solidFill>
                  <a:schemeClr val="bg1"/>
                </a:solidFill>
              </a:defRPr>
            </a:lvl1pPr>
            <a:lvl2pPr marL="0" indent="0">
              <a:lnSpc>
                <a:spcPct val="100000"/>
              </a:lnSpc>
              <a:spcBef>
                <a:spcPts val="0"/>
              </a:spcBef>
              <a:buNone/>
              <a:defRPr sz="2000" b="1">
                <a:solidFill>
                  <a:schemeClr val="bg1"/>
                </a:solidFill>
              </a:defRPr>
            </a:lvl2pPr>
            <a:lvl3pPr marL="0" indent="0">
              <a:lnSpc>
                <a:spcPct val="100000"/>
              </a:lnSpc>
              <a:spcBef>
                <a:spcPts val="0"/>
              </a:spcBef>
              <a:buNone/>
              <a:defRPr sz="2000" b="1">
                <a:solidFill>
                  <a:schemeClr val="bg1"/>
                </a:solidFill>
              </a:defRPr>
            </a:lvl3pPr>
            <a:lvl4pPr marL="0" indent="0">
              <a:lnSpc>
                <a:spcPct val="100000"/>
              </a:lnSpc>
              <a:spcBef>
                <a:spcPts val="0"/>
              </a:spcBef>
              <a:buNone/>
              <a:defRPr sz="2000" b="1">
                <a:solidFill>
                  <a:schemeClr val="bg1"/>
                </a:solidFill>
              </a:defRPr>
            </a:lvl4pPr>
            <a:lvl5pPr marL="0" indent="0">
              <a:lnSpc>
                <a:spcPct val="100000"/>
              </a:lnSpc>
              <a:spcBef>
                <a:spcPts val="0"/>
              </a:spcBef>
              <a:buNone/>
              <a:defRPr sz="2000" b="1">
                <a:solidFill>
                  <a:schemeClr val="bg1"/>
                </a:solidFill>
              </a:defRPr>
            </a:lvl5pPr>
            <a:lvl6pPr marL="0" indent="0">
              <a:lnSpc>
                <a:spcPct val="100000"/>
              </a:lnSpc>
              <a:spcBef>
                <a:spcPts val="0"/>
              </a:spcBef>
              <a:buNone/>
              <a:defRPr sz="2000" b="1">
                <a:solidFill>
                  <a:schemeClr val="bg1"/>
                </a:solidFill>
              </a:defRPr>
            </a:lvl6pPr>
            <a:lvl7pPr marL="0" indent="0">
              <a:lnSpc>
                <a:spcPct val="100000"/>
              </a:lnSpc>
              <a:spcBef>
                <a:spcPts val="0"/>
              </a:spcBef>
              <a:buNone/>
              <a:defRPr sz="2000" b="1">
                <a:solidFill>
                  <a:schemeClr val="bg1"/>
                </a:solidFill>
              </a:defRPr>
            </a:lvl7pPr>
            <a:lvl8pPr marL="0" indent="0">
              <a:lnSpc>
                <a:spcPct val="100000"/>
              </a:lnSpc>
              <a:spcBef>
                <a:spcPts val="0"/>
              </a:spcBef>
              <a:buNone/>
              <a:defRPr sz="2000" b="1">
                <a:solidFill>
                  <a:schemeClr val="bg1"/>
                </a:solidFill>
              </a:defRPr>
            </a:lvl8pPr>
            <a:lvl9pPr marL="0" indent="0">
              <a:lnSpc>
                <a:spcPct val="100000"/>
              </a:lnSpc>
              <a:spcBef>
                <a:spcPts val="0"/>
              </a:spcBef>
              <a:buNone/>
              <a:defRPr sz="2000" b="1">
                <a:solidFill>
                  <a:schemeClr val="bg1"/>
                </a:solidFill>
              </a:defRPr>
            </a:lvl9pPr>
          </a:lstStyle>
          <a:p>
            <a:pPr lvl="0"/>
            <a:r>
              <a:t>Heading</a:t>
            </a:r>
          </a:p>
        </p:txBody>
      </p:sp>
      <p:sp>
        <p:nvSpPr>
          <p:cNvPr id="21" name="Text Placeholder 25">
            <a:extLst>
              <a:ext uri="{FF2B5EF4-FFF2-40B4-BE49-F238E27FC236}">
                <a16:creationId xmlns:a16="http://schemas.microsoft.com/office/drawing/2014/main" id="{D15904A1-F732-43E0-9654-D6F4F6E77F55}"/>
              </a:ext>
            </a:extLst>
          </p:cNvPr>
          <p:cNvSpPr>
            <a:spLocks noGrp="1"/>
          </p:cNvSpPr>
          <p:nvPr>
            <p:ph type="body" sz="quarter" idx="39"/>
          </p:nvPr>
        </p:nvSpPr>
        <p:spPr>
          <a:xfrm>
            <a:off x="6956839" y="1893444"/>
            <a:ext cx="2029968" cy="4278756"/>
          </a:xfrm>
        </p:spPr>
        <p:txBody>
          <a:bodyPr/>
          <a:lstStyle>
            <a:lvl1pPr marL="0" indent="0">
              <a:spcBef>
                <a:spcPts val="1200"/>
              </a:spcBef>
              <a:buFont typeface="Arial" panose="020B0604020202020204" pitchFamily="34" charset="0"/>
              <a:buChar char="​"/>
              <a:defRPr sz="1400">
                <a:solidFill>
                  <a:schemeClr val="bg1"/>
                </a:solidFill>
              </a:defRPr>
            </a:lvl1pPr>
            <a:lvl2pPr marL="0" indent="0">
              <a:spcBef>
                <a:spcPts val="1200"/>
              </a:spcBef>
              <a:buClr>
                <a:srgbClr val="FFFFFF"/>
              </a:buClr>
              <a:buFont typeface="Arial" panose="020B0604020202020204" pitchFamily="34" charset="0"/>
              <a:buChar char="​"/>
              <a:defRPr sz="1400">
                <a:solidFill>
                  <a:schemeClr val="bg1"/>
                </a:solidFill>
              </a:defRPr>
            </a:lvl2pPr>
            <a:lvl3pPr marL="0" indent="0">
              <a:spcBef>
                <a:spcPts val="1200"/>
              </a:spcBef>
              <a:buClr>
                <a:srgbClr val="FFFFFF"/>
              </a:buClr>
              <a:buFont typeface="Arial" panose="020B0604020202020204" pitchFamily="34" charset="0"/>
              <a:buChar char="​"/>
              <a:defRPr sz="1400">
                <a:solidFill>
                  <a:schemeClr val="bg1"/>
                </a:solidFill>
              </a:defRPr>
            </a:lvl3pPr>
            <a:lvl4pPr marL="0" indent="0">
              <a:spcBef>
                <a:spcPts val="1200"/>
              </a:spcBef>
              <a:buClr>
                <a:srgbClr val="FFFFFF"/>
              </a:buClr>
              <a:buFont typeface="Arial" panose="020B0604020202020204" pitchFamily="34" charset="0"/>
              <a:buChar char="​"/>
              <a:defRPr sz="1400">
                <a:solidFill>
                  <a:schemeClr val="bg1"/>
                </a:solidFill>
              </a:defRPr>
            </a:lvl4pPr>
            <a:lvl5pPr marL="0" indent="0">
              <a:spcBef>
                <a:spcPts val="1200"/>
              </a:spcBef>
              <a:buClr>
                <a:srgbClr val="FFFFFF"/>
              </a:buClr>
              <a:buFont typeface="Arial" panose="020B0604020202020204" pitchFamily="34" charset="0"/>
              <a:buChar char="​"/>
              <a:defRPr sz="1400">
                <a:solidFill>
                  <a:schemeClr val="bg1"/>
                </a:solidFill>
              </a:defRPr>
            </a:lvl5pPr>
            <a:lvl6pPr marL="0" indent="0">
              <a:spcBef>
                <a:spcPts val="1200"/>
              </a:spcBef>
              <a:buClr>
                <a:srgbClr val="FFFFFF"/>
              </a:buClr>
              <a:buFont typeface="Arial" panose="020B0604020202020204" pitchFamily="34" charset="0"/>
              <a:buChar char="​"/>
              <a:defRPr sz="1400">
                <a:solidFill>
                  <a:schemeClr val="bg1"/>
                </a:solidFill>
              </a:defRPr>
            </a:lvl6pPr>
            <a:lvl7pPr marL="0" indent="0">
              <a:spcBef>
                <a:spcPts val="1200"/>
              </a:spcBef>
              <a:buClr>
                <a:srgbClr val="FFFFFF"/>
              </a:buClr>
              <a:buFont typeface="Arial" panose="020B0604020202020204" pitchFamily="34" charset="0"/>
              <a:buChar char="​"/>
              <a:defRPr sz="1400">
                <a:solidFill>
                  <a:schemeClr val="bg1"/>
                </a:solidFill>
              </a:defRPr>
            </a:lvl7pPr>
            <a:lvl8pPr marL="0" indent="0">
              <a:spcBef>
                <a:spcPts val="1200"/>
              </a:spcBef>
              <a:buClr>
                <a:srgbClr val="FFFFFF"/>
              </a:buClr>
              <a:buFont typeface="Arial" panose="020B0604020202020204" pitchFamily="34" charset="0"/>
              <a:buChar char="​"/>
              <a:defRPr sz="1400">
                <a:solidFill>
                  <a:schemeClr val="bg1"/>
                </a:solidFill>
              </a:defRPr>
            </a:lvl8pPr>
            <a:lvl9pPr marL="0" indent="0">
              <a:spcBef>
                <a:spcPts val="1200"/>
              </a:spcBef>
              <a:buClr>
                <a:srgbClr val="FFFFFF"/>
              </a:buClr>
              <a:buFont typeface="Arial" panose="020B0604020202020204" pitchFamily="34" charset="0"/>
              <a:buChar char="​"/>
              <a:defRPr sz="1400">
                <a:solidFill>
                  <a:schemeClr val="bg1"/>
                </a:solidFill>
              </a:defRPr>
            </a:lvl9pPr>
          </a:lstStyle>
          <a:p>
            <a:pPr lvl="0"/>
            <a:r>
              <a:rPr lang="en-US"/>
              <a:t>Click to edit Master text styles</a:t>
            </a:r>
          </a:p>
          <a:p>
            <a:pPr lvl="1"/>
            <a:r>
              <a:rPr lang="en-US"/>
              <a:t>Second level</a:t>
            </a:r>
          </a:p>
          <a:p>
            <a:pPr lvl="2"/>
            <a:r>
              <a:rPr lang="en-US"/>
              <a:t>Third level</a:t>
            </a:r>
          </a:p>
        </p:txBody>
      </p:sp>
      <p:sp>
        <p:nvSpPr>
          <p:cNvPr id="20" name="Text Placeholder 2">
            <a:extLst>
              <a:ext uri="{FF2B5EF4-FFF2-40B4-BE49-F238E27FC236}">
                <a16:creationId xmlns:a16="http://schemas.microsoft.com/office/drawing/2014/main" id="{45617CC5-0EE5-4A69-B912-E14494288648}"/>
              </a:ext>
            </a:extLst>
          </p:cNvPr>
          <p:cNvSpPr>
            <a:spLocks noGrp="1"/>
          </p:cNvSpPr>
          <p:nvPr>
            <p:ph type="body" sz="quarter" idx="38" hasCustomPrompt="1"/>
          </p:nvPr>
        </p:nvSpPr>
        <p:spPr>
          <a:xfrm>
            <a:off x="9216065" y="1298544"/>
            <a:ext cx="2514600" cy="5098624"/>
          </a:xfrm>
          <a:solidFill>
            <a:srgbClr val="EBEBEB"/>
          </a:solidFill>
        </p:spPr>
        <p:txBody>
          <a:bodyPr lIns="274320" tIns="182880" rIns="91440" bIns="182880"/>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27" name="Text Placeholder 25">
            <a:extLst>
              <a:ext uri="{FF2B5EF4-FFF2-40B4-BE49-F238E27FC236}">
                <a16:creationId xmlns:a16="http://schemas.microsoft.com/office/drawing/2014/main" id="{25A81234-475B-47E3-8893-F676E7CA6533}"/>
              </a:ext>
            </a:extLst>
          </p:cNvPr>
          <p:cNvSpPr>
            <a:spLocks noGrp="1"/>
          </p:cNvSpPr>
          <p:nvPr>
            <p:ph type="body" sz="quarter" idx="40"/>
          </p:nvPr>
        </p:nvSpPr>
        <p:spPr>
          <a:xfrm>
            <a:off x="9534939" y="1893444"/>
            <a:ext cx="2029968" cy="4278756"/>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433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Left Blank R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F7A6764-C382-4726-8094-52340B55C64C}"/>
              </a:ext>
            </a:extLst>
          </p:cNvPr>
          <p:cNvSpPr/>
          <p:nvPr/>
        </p:nvSpPr>
        <p:spPr>
          <a:xfrm>
            <a:off x="0" y="0"/>
            <a:ext cx="4682785" cy="6858000"/>
          </a:xfrm>
          <a:prstGeom prst="rect">
            <a:avLst/>
          </a:pr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30" name="object 4">
            <a:extLst>
              <a:ext uri="{FF2B5EF4-FFF2-40B4-BE49-F238E27FC236}">
                <a16:creationId xmlns:a16="http://schemas.microsoft.com/office/drawing/2014/main" id="{710BB1A9-FA83-44AB-94A4-E7E0C0FBAD69}"/>
              </a:ext>
            </a:extLst>
          </p:cNvPr>
          <p:cNvSpPr/>
          <p:nvPr/>
        </p:nvSpPr>
        <p:spPr>
          <a:xfrm>
            <a:off x="-1" y="12301"/>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14999"/>
            </a:srgbClr>
          </a:soli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noAutofit/>
          </a:bodyPr>
          <a:lstStyle>
            <a:lvl1pPr marL="0" indent="0">
              <a:lnSpc>
                <a:spcPct val="100000"/>
              </a:lnSpc>
              <a:spcBef>
                <a:spcPts val="0"/>
              </a:spcBef>
              <a:buNone/>
              <a:defRPr sz="1600" b="1" cap="all" spc="100" baseline="0">
                <a:solidFill>
                  <a:schemeClr val="bg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10" name="Text Placeholder 6">
            <a:extLst>
              <a:ext uri="{FF2B5EF4-FFF2-40B4-BE49-F238E27FC236}">
                <a16:creationId xmlns:a16="http://schemas.microsoft.com/office/drawing/2014/main" id="{D54810D3-294B-4D80-B73C-B4B1BEF2F356}"/>
              </a:ext>
            </a:extLst>
          </p:cNvPr>
          <p:cNvSpPr>
            <a:spLocks noGrp="1"/>
          </p:cNvSpPr>
          <p:nvPr>
            <p:ph type="body" sz="quarter" idx="13"/>
          </p:nvPr>
        </p:nvSpPr>
        <p:spPr>
          <a:xfrm>
            <a:off x="914400" y="2990774"/>
            <a:ext cx="2590800" cy="2254326"/>
          </a:xfrm>
        </p:spPr>
        <p:txBody>
          <a:bodyPr>
            <a:noAutofit/>
          </a:bodyPr>
          <a:lstStyle>
            <a:lvl1pPr marL="0" indent="0">
              <a:lnSpc>
                <a:spcPct val="100000"/>
              </a:lnSpc>
              <a:spcBef>
                <a:spcPts val="0"/>
              </a:spcBef>
              <a:buNone/>
              <a:defRPr sz="2800" b="0" cap="none" spc="0" baseline="0">
                <a:solidFill>
                  <a:schemeClr val="bg1"/>
                </a:solidFill>
              </a:defRPr>
            </a:lvl1pPr>
            <a:lvl2pPr marL="0" indent="0">
              <a:lnSpc>
                <a:spcPct val="100000"/>
              </a:lnSpc>
              <a:spcBef>
                <a:spcPts val="0"/>
              </a:spcBef>
              <a:buNone/>
              <a:defRPr sz="2800" b="0" cap="none" spc="0" baseline="0">
                <a:solidFill>
                  <a:schemeClr val="bg1"/>
                </a:solidFill>
              </a:defRPr>
            </a:lvl2pPr>
            <a:lvl3pPr marL="0" indent="0">
              <a:lnSpc>
                <a:spcPct val="100000"/>
              </a:lnSpc>
              <a:spcBef>
                <a:spcPts val="0"/>
              </a:spcBef>
              <a:buNone/>
              <a:defRPr sz="2800" b="0" cap="none" spc="0" baseline="0">
                <a:solidFill>
                  <a:schemeClr val="bg1"/>
                </a:solidFill>
              </a:defRPr>
            </a:lvl3pPr>
            <a:lvl4pPr marL="0" indent="0">
              <a:lnSpc>
                <a:spcPct val="100000"/>
              </a:lnSpc>
              <a:spcBef>
                <a:spcPts val="0"/>
              </a:spcBef>
              <a:buNone/>
              <a:defRPr sz="2800" b="0" cap="none" spc="0" baseline="0">
                <a:solidFill>
                  <a:schemeClr val="bg1"/>
                </a:solidFill>
              </a:defRPr>
            </a:lvl4pPr>
            <a:lvl5pPr marL="0" indent="0">
              <a:lnSpc>
                <a:spcPct val="100000"/>
              </a:lnSpc>
              <a:spcBef>
                <a:spcPts val="0"/>
              </a:spcBef>
              <a:buNone/>
              <a:defRPr sz="2800" b="0" cap="none" spc="0" baseline="0">
                <a:solidFill>
                  <a:schemeClr val="bg1"/>
                </a:solidFill>
              </a:defRPr>
            </a:lvl5pPr>
            <a:lvl6pPr marL="0" indent="0">
              <a:lnSpc>
                <a:spcPct val="100000"/>
              </a:lnSpc>
              <a:spcBef>
                <a:spcPts val="0"/>
              </a:spcBef>
              <a:buNone/>
              <a:defRPr sz="2800" b="0" cap="none" spc="0" baseline="0">
                <a:solidFill>
                  <a:schemeClr val="bg1"/>
                </a:solidFill>
              </a:defRPr>
            </a:lvl6pPr>
            <a:lvl7pPr marL="0" indent="0">
              <a:lnSpc>
                <a:spcPct val="100000"/>
              </a:lnSpc>
              <a:spcBef>
                <a:spcPts val="0"/>
              </a:spcBef>
              <a:buNone/>
              <a:defRPr sz="2800" b="0" cap="none" spc="0" baseline="0">
                <a:solidFill>
                  <a:schemeClr val="bg1"/>
                </a:solidFill>
              </a:defRPr>
            </a:lvl7pPr>
            <a:lvl8pPr marL="0" indent="0">
              <a:lnSpc>
                <a:spcPct val="100000"/>
              </a:lnSpc>
              <a:spcBef>
                <a:spcPts val="0"/>
              </a:spcBef>
              <a:buNone/>
              <a:defRPr sz="2800" b="0" cap="none" spc="0" baseline="0">
                <a:solidFill>
                  <a:schemeClr val="bg1"/>
                </a:solidFill>
              </a:defRPr>
            </a:lvl8pPr>
            <a:lvl9pPr marL="0" indent="0">
              <a:lnSpc>
                <a:spcPct val="100000"/>
              </a:lnSpc>
              <a:spcBef>
                <a:spcPts val="0"/>
              </a:spcBef>
              <a:buNone/>
              <a:defRPr sz="2800" b="0" cap="none" spc="0" baseline="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5665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Quotation">
    <p:bg>
      <p:bgRef idx="1001">
        <a:schemeClr val="bg2"/>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9764853-C9FB-4C5E-AC2A-72B2DCB8497A}"/>
              </a:ext>
            </a:extLst>
          </p:cNvPr>
          <p:cNvSpPr/>
          <p:nvPr/>
        </p:nvSpPr>
        <p:spPr>
          <a:xfrm>
            <a:off x="9880874" y="2324099"/>
            <a:ext cx="2310138" cy="4533901"/>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gradFill flip="none" rotWithShape="1">
            <a:gsLst>
              <a:gs pos="50000">
                <a:srgbClr val="018E89"/>
              </a:gs>
              <a:gs pos="0">
                <a:srgbClr val="00A88C"/>
              </a:gs>
              <a:gs pos="100000">
                <a:srgbClr val="026B84">
                  <a:alpha val="85882"/>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9" name="Freeform: Shape 8">
            <a:extLst>
              <a:ext uri="{FF2B5EF4-FFF2-40B4-BE49-F238E27FC236}">
                <a16:creationId xmlns:a16="http://schemas.microsoft.com/office/drawing/2014/main" id="{47F62E1E-67AF-4EAE-A37A-ECB5A264F016}"/>
              </a:ext>
            </a:extLst>
          </p:cNvPr>
          <p:cNvSpPr/>
          <p:nvPr/>
        </p:nvSpPr>
        <p:spPr>
          <a:xfrm flipH="1" flipV="1">
            <a:off x="9542237" y="1657548"/>
            <a:ext cx="2649763" cy="5200452"/>
          </a:xfrm>
          <a:custGeom>
            <a:avLst/>
            <a:gdLst>
              <a:gd name="connsiteX0" fmla="*/ 0 w 2649763"/>
              <a:gd name="connsiteY0" fmla="*/ 5200452 h 5200452"/>
              <a:gd name="connsiteX1" fmla="*/ 0 w 2649763"/>
              <a:gd name="connsiteY1" fmla="*/ 3492100 h 5200452"/>
              <a:gd name="connsiteX2" fmla="*/ 1779314 w 2649763"/>
              <a:gd name="connsiteY2" fmla="*/ 0 h 5200452"/>
              <a:gd name="connsiteX3" fmla="*/ 2649763 w 2649763"/>
              <a:gd name="connsiteY3" fmla="*/ 0 h 5200452"/>
            </a:gdLst>
            <a:ahLst/>
            <a:cxnLst>
              <a:cxn ang="0">
                <a:pos x="connsiteX0" y="connsiteY0"/>
              </a:cxn>
              <a:cxn ang="0">
                <a:pos x="connsiteX1" y="connsiteY1"/>
              </a:cxn>
              <a:cxn ang="0">
                <a:pos x="connsiteX2" y="connsiteY2"/>
              </a:cxn>
              <a:cxn ang="0">
                <a:pos x="connsiteX3" y="connsiteY3"/>
              </a:cxn>
            </a:cxnLst>
            <a:rect l="l" t="t" r="r" b="b"/>
            <a:pathLst>
              <a:path w="2649763" h="5200452">
                <a:moveTo>
                  <a:pt x="0" y="5200452"/>
                </a:moveTo>
                <a:lnTo>
                  <a:pt x="0" y="3492100"/>
                </a:lnTo>
                <a:lnTo>
                  <a:pt x="1779314" y="0"/>
                </a:lnTo>
                <a:lnTo>
                  <a:pt x="2649763" y="0"/>
                </a:lnTo>
                <a:close/>
              </a:path>
            </a:pathLst>
          </a:custGeom>
          <a:gradFill flip="none" rotWithShape="1">
            <a:gsLst>
              <a:gs pos="0">
                <a:srgbClr val="00A88C"/>
              </a:gs>
              <a:gs pos="100000">
                <a:srgbClr val="05A2C6"/>
              </a:gs>
              <a:gs pos="67000">
                <a:srgbClr val="05A2C6">
                  <a:alpha val="60784"/>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5903870F-45FC-4AD5-A7C7-B6C152A06D97}"/>
              </a:ext>
            </a:extLst>
          </p:cNvPr>
          <p:cNvSpPr>
            <a:spLocks noGrp="1"/>
          </p:cNvSpPr>
          <p:nvPr>
            <p:ph type="title" hasCustomPrompt="1"/>
          </p:nvPr>
        </p:nvSpPr>
        <p:spPr>
          <a:xfrm>
            <a:off x="3022599" y="2032362"/>
            <a:ext cx="6931480" cy="2046514"/>
          </a:xfrm>
        </p:spPr>
        <p:txBody>
          <a:bodyPr anchor="t"/>
          <a:lstStyle>
            <a:lvl1pPr marL="254000" indent="-254000">
              <a:defRPr sz="4000">
                <a:solidFill>
                  <a:schemeClr val="tx1"/>
                </a:solidFill>
              </a:defRPr>
            </a:lvl1pPr>
          </a:lstStyle>
          <a:p>
            <a:r>
              <a:t>“Type quotation text here.” Delete photo placeholder if not needed.</a:t>
            </a:r>
          </a:p>
        </p:txBody>
      </p:sp>
      <p:sp>
        <p:nvSpPr>
          <p:cNvPr id="12" name="Text Placeholder 13">
            <a:extLst>
              <a:ext uri="{FF2B5EF4-FFF2-40B4-BE49-F238E27FC236}">
                <a16:creationId xmlns:a16="http://schemas.microsoft.com/office/drawing/2014/main" id="{29B8B72D-2388-443D-9ED9-92D2DC3331B6}"/>
              </a:ext>
            </a:extLst>
          </p:cNvPr>
          <p:cNvSpPr>
            <a:spLocks noGrp="1"/>
          </p:cNvSpPr>
          <p:nvPr>
            <p:ph type="body" sz="quarter" idx="13" hasCustomPrompt="1"/>
          </p:nvPr>
        </p:nvSpPr>
        <p:spPr>
          <a:xfrm>
            <a:off x="3276600" y="4174125"/>
            <a:ext cx="4027715" cy="666750"/>
          </a:xfrm>
        </p:spPr>
        <p:txBody>
          <a:bodyPr/>
          <a:lstStyle>
            <a:lvl1pPr marL="0" indent="0">
              <a:lnSpc>
                <a:spcPct val="100000"/>
              </a:lnSpc>
              <a:spcBef>
                <a:spcPts val="0"/>
              </a:spcBef>
              <a:buNone/>
              <a:defRPr sz="1800">
                <a:solidFill>
                  <a:schemeClr val="accent3"/>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Firstname Lastname (bold) </a:t>
            </a:r>
            <a:br>
              <a:rPr/>
            </a:br>
            <a:r>
              <a:t>title, affiliations (not bold)</a:t>
            </a:r>
          </a:p>
        </p:txBody>
      </p:sp>
      <p:sp>
        <p:nvSpPr>
          <p:cNvPr id="11" name="Picture Placeholder 10">
            <a:extLst>
              <a:ext uri="{FF2B5EF4-FFF2-40B4-BE49-F238E27FC236}">
                <a16:creationId xmlns:a16="http://schemas.microsoft.com/office/drawing/2014/main" id="{03E1B464-558F-4F66-963B-73E760825238}"/>
              </a:ext>
            </a:extLst>
          </p:cNvPr>
          <p:cNvSpPr>
            <a:spLocks noGrp="1"/>
          </p:cNvSpPr>
          <p:nvPr>
            <p:ph type="pic" sz="quarter" idx="10" hasCustomPrompt="1"/>
          </p:nvPr>
        </p:nvSpPr>
        <p:spPr>
          <a:xfrm>
            <a:off x="1135380" y="1592579"/>
            <a:ext cx="1463040" cy="1463040"/>
          </a:xfrm>
          <a:solidFill>
            <a:srgbClr val="7F7F7F"/>
          </a:solidFill>
        </p:spPr>
        <p:txBody>
          <a:bodyPr tIns="0" anchor="ctr"/>
          <a:lstStyle>
            <a:lvl1pPr marL="0" indent="0" algn="ctr">
              <a:spcBef>
                <a:spcPts val="0"/>
              </a:spcBef>
              <a:buNone/>
              <a:defRPr sz="1400"/>
            </a:lvl1pPr>
          </a:lstStyle>
          <a:p>
            <a:r>
              <a:rPr dirty="0"/>
              <a:t>Click icon to add picture. Delete this placeholder if not used.</a:t>
            </a:r>
          </a:p>
        </p:txBody>
      </p:sp>
    </p:spTree>
    <p:extLst>
      <p:ext uri="{BB962C8B-B14F-4D97-AF65-F5344CB8AC3E}">
        <p14:creationId xmlns:p14="http://schemas.microsoft.com/office/powerpoint/2010/main" val="28166749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Bio">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DE8B1984-B363-472F-967D-DEE53FFB1266}"/>
              </a:ext>
            </a:extLst>
          </p:cNvPr>
          <p:cNvSpPr/>
          <p:nvPr/>
        </p:nvSpPr>
        <p:spPr>
          <a:xfrm>
            <a:off x="11758860" y="0"/>
            <a:ext cx="442587" cy="6858000"/>
          </a:xfrm>
          <a:custGeom>
            <a:avLst/>
            <a:gdLst>
              <a:gd name="connsiteX0" fmla="*/ 0 w 442587"/>
              <a:gd name="connsiteY0" fmla="*/ 0 h 6858000"/>
              <a:gd name="connsiteX1" fmla="*/ 442587 w 442587"/>
              <a:gd name="connsiteY1" fmla="*/ 0 h 6858000"/>
              <a:gd name="connsiteX2" fmla="*/ 442587 w 442587"/>
              <a:gd name="connsiteY2" fmla="*/ 6858000 h 6858000"/>
              <a:gd name="connsiteX3" fmla="*/ 0 w 44258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2587" h="6858000">
                <a:moveTo>
                  <a:pt x="0" y="0"/>
                </a:moveTo>
                <a:lnTo>
                  <a:pt x="442587" y="0"/>
                </a:lnTo>
                <a:lnTo>
                  <a:pt x="442587" y="6858000"/>
                </a:lnTo>
                <a:lnTo>
                  <a:pt x="0" y="6858000"/>
                </a:lnTo>
                <a:close/>
              </a:path>
            </a:pathLst>
          </a:cu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0" name="object 3">
            <a:extLst>
              <a:ext uri="{FF2B5EF4-FFF2-40B4-BE49-F238E27FC236}">
                <a16:creationId xmlns:a16="http://schemas.microsoft.com/office/drawing/2014/main" id="{5B9823D0-6655-4C9C-8331-F23618B820A4}"/>
              </a:ext>
            </a:extLst>
          </p:cNvPr>
          <p:cNvSpPr/>
          <p:nvPr/>
        </p:nvSpPr>
        <p:spPr>
          <a:xfrm>
            <a:off x="7487560" y="4205241"/>
            <a:ext cx="4270819" cy="2652835"/>
          </a:xfrm>
          <a:custGeom>
            <a:avLst/>
            <a:gdLst/>
            <a:ahLst/>
            <a:cxnLst/>
            <a:rect l="l" t="t" r="r" b="b"/>
            <a:pathLst>
              <a:path w="4206240" h="2652395">
                <a:moveTo>
                  <a:pt x="4205681" y="0"/>
                </a:moveTo>
                <a:lnTo>
                  <a:pt x="0" y="0"/>
                </a:lnTo>
                <a:lnTo>
                  <a:pt x="0" y="2652318"/>
                </a:lnTo>
                <a:lnTo>
                  <a:pt x="4205681" y="2652318"/>
                </a:lnTo>
                <a:lnTo>
                  <a:pt x="4205681" y="0"/>
                </a:lnTo>
                <a:close/>
              </a:path>
            </a:pathLst>
          </a:custGeom>
          <a:solidFill>
            <a:srgbClr val="EBEBEB"/>
          </a:solidFill>
        </p:spPr>
        <p:txBody>
          <a:bodyPr wrap="square" lIns="0" tIns="0" rIns="0" bIns="0" rtlCol="0"/>
          <a:lstStyle/>
          <a:p>
            <a:endParaRPr dirty="0"/>
          </a:p>
        </p:txBody>
      </p:sp>
      <p:sp>
        <p:nvSpPr>
          <p:cNvPr id="23" name="Freeform: Shape 22">
            <a:extLst>
              <a:ext uri="{FF2B5EF4-FFF2-40B4-BE49-F238E27FC236}">
                <a16:creationId xmlns:a16="http://schemas.microsoft.com/office/drawing/2014/main" id="{798DE113-3CD2-4C9A-B3B4-DE26CBF151F1}"/>
              </a:ext>
            </a:extLst>
          </p:cNvPr>
          <p:cNvSpPr/>
          <p:nvPr/>
        </p:nvSpPr>
        <p:spPr>
          <a:xfrm>
            <a:off x="11209780" y="5349026"/>
            <a:ext cx="991667" cy="1508970"/>
          </a:xfrm>
          <a:custGeom>
            <a:avLst/>
            <a:gdLst>
              <a:gd name="connsiteX0" fmla="*/ 991667 w 991667"/>
              <a:gd name="connsiteY0" fmla="*/ 0 h 1508970"/>
              <a:gd name="connsiteX1" fmla="*/ 991667 w 991667"/>
              <a:gd name="connsiteY1" fmla="*/ 1508970 h 1508970"/>
              <a:gd name="connsiteX2" fmla="*/ 0 w 991667"/>
              <a:gd name="connsiteY2" fmla="*/ 1508970 h 1508970"/>
            </a:gdLst>
            <a:ahLst/>
            <a:cxnLst>
              <a:cxn ang="0">
                <a:pos x="connsiteX0" y="connsiteY0"/>
              </a:cxn>
              <a:cxn ang="0">
                <a:pos x="connsiteX1" y="connsiteY1"/>
              </a:cxn>
              <a:cxn ang="0">
                <a:pos x="connsiteX2" y="connsiteY2"/>
              </a:cxn>
            </a:cxnLst>
            <a:rect l="l" t="t" r="r" b="b"/>
            <a:pathLst>
              <a:path w="991667" h="1508970">
                <a:moveTo>
                  <a:pt x="991667" y="0"/>
                </a:moveTo>
                <a:lnTo>
                  <a:pt x="991667" y="1508970"/>
                </a:lnTo>
                <a:lnTo>
                  <a:pt x="0" y="1508970"/>
                </a:lnTo>
                <a:close/>
              </a:path>
            </a:pathLst>
          </a:custGeom>
          <a:solidFill>
            <a:srgbClr val="026B84">
              <a:alpha val="14999"/>
            </a:srgbClr>
          </a:solidFill>
        </p:spPr>
        <p:txBody>
          <a:bodyPr wrap="square" lIns="0" tIns="0" rIns="0" bIns="0" rtlCol="0">
            <a:noAutofit/>
          </a:bodyPr>
          <a:lstStyle/>
          <a:p>
            <a:endParaRPr dirty="0"/>
          </a:p>
        </p:txBody>
      </p:sp>
      <p:sp>
        <p:nvSpPr>
          <p:cNvPr id="6" name="Text Placeholder 12">
            <a:extLst>
              <a:ext uri="{FF2B5EF4-FFF2-40B4-BE49-F238E27FC236}">
                <a16:creationId xmlns:a16="http://schemas.microsoft.com/office/drawing/2014/main" id="{400EF39D-9DDC-4276-9B33-2B5C91D82454}"/>
              </a:ext>
            </a:extLst>
          </p:cNvPr>
          <p:cNvSpPr>
            <a:spLocks noGrp="1"/>
          </p:cNvSpPr>
          <p:nvPr>
            <p:ph type="body" sz="quarter" idx="14" hasCustomPrompt="1"/>
          </p:nvPr>
        </p:nvSpPr>
        <p:spPr>
          <a:xfrm>
            <a:off x="457200" y="419101"/>
            <a:ext cx="56388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Text Placeholder 7">
            <a:extLst>
              <a:ext uri="{FF2B5EF4-FFF2-40B4-BE49-F238E27FC236}">
                <a16:creationId xmlns:a16="http://schemas.microsoft.com/office/drawing/2014/main" id="{783F47DB-0539-414F-BE40-90B516F26836}"/>
              </a:ext>
            </a:extLst>
          </p:cNvPr>
          <p:cNvSpPr>
            <a:spLocks noGrp="1"/>
          </p:cNvSpPr>
          <p:nvPr>
            <p:ph type="body" sz="quarter" idx="15" hasCustomPrompt="1"/>
          </p:nvPr>
        </p:nvSpPr>
        <p:spPr>
          <a:xfrm>
            <a:off x="914400" y="2341308"/>
            <a:ext cx="4876800" cy="513080"/>
          </a:xfrm>
        </p:spPr>
        <p:txBody>
          <a:bodyPr anchor="b"/>
          <a:lstStyle>
            <a:lvl1pPr marL="0" indent="0">
              <a:lnSpc>
                <a:spcPct val="100000"/>
              </a:lnSpc>
              <a:spcBef>
                <a:spcPts val="0"/>
              </a:spcBef>
              <a:buNone/>
              <a:defRPr sz="3200">
                <a:solidFill>
                  <a:schemeClr val="tx2"/>
                </a:solidFill>
              </a:defRPr>
            </a:lvl1pPr>
            <a:lvl2pPr marL="0" indent="0">
              <a:lnSpc>
                <a:spcPct val="100000"/>
              </a:lnSpc>
              <a:spcBef>
                <a:spcPts val="0"/>
              </a:spcBef>
              <a:buNone/>
              <a:defRPr sz="3200"/>
            </a:lvl2pPr>
            <a:lvl3pPr marL="0" indent="0">
              <a:lnSpc>
                <a:spcPct val="100000"/>
              </a:lnSpc>
              <a:spcBef>
                <a:spcPts val="0"/>
              </a:spcBef>
              <a:buNone/>
              <a:defRPr sz="3200"/>
            </a:lvl3pPr>
            <a:lvl4pPr marL="0" indent="0">
              <a:lnSpc>
                <a:spcPct val="100000"/>
              </a:lnSpc>
              <a:spcBef>
                <a:spcPts val="0"/>
              </a:spcBef>
              <a:buNone/>
              <a:defRPr sz="3200"/>
            </a:lvl4pPr>
            <a:lvl5pPr marL="0" indent="0">
              <a:lnSpc>
                <a:spcPct val="100000"/>
              </a:lnSpc>
              <a:spcBef>
                <a:spcPts val="0"/>
              </a:spcBef>
              <a:buNone/>
              <a:defRPr sz="3200"/>
            </a:lvl5pPr>
            <a:lvl6pPr marL="0" indent="0">
              <a:lnSpc>
                <a:spcPct val="100000"/>
              </a:lnSpc>
              <a:spcBef>
                <a:spcPts val="0"/>
              </a:spcBef>
              <a:buNone/>
              <a:defRPr sz="3200"/>
            </a:lvl6pPr>
            <a:lvl7pPr marL="0" indent="0">
              <a:lnSpc>
                <a:spcPct val="100000"/>
              </a:lnSpc>
              <a:spcBef>
                <a:spcPts val="0"/>
              </a:spcBef>
              <a:buNone/>
              <a:defRPr sz="3200"/>
            </a:lvl7pPr>
            <a:lvl8pPr marL="0" indent="0">
              <a:lnSpc>
                <a:spcPct val="100000"/>
              </a:lnSpc>
              <a:spcBef>
                <a:spcPts val="0"/>
              </a:spcBef>
              <a:buNone/>
              <a:defRPr sz="3200"/>
            </a:lvl8pPr>
            <a:lvl9pPr marL="0" indent="0">
              <a:lnSpc>
                <a:spcPct val="100000"/>
              </a:lnSpc>
              <a:spcBef>
                <a:spcPts val="0"/>
              </a:spcBef>
              <a:buNone/>
              <a:defRPr sz="3200"/>
            </a:lvl9pPr>
          </a:lstStyle>
          <a:p>
            <a:pPr lvl="0"/>
            <a:r>
              <a:t>Firstname Lastname</a:t>
            </a:r>
          </a:p>
        </p:txBody>
      </p:sp>
      <p:sp>
        <p:nvSpPr>
          <p:cNvPr id="26" name="Text Placeholder 25">
            <a:extLst>
              <a:ext uri="{FF2B5EF4-FFF2-40B4-BE49-F238E27FC236}">
                <a16:creationId xmlns:a16="http://schemas.microsoft.com/office/drawing/2014/main" id="{AC332C48-0190-4F22-A662-A9E0B9421072}"/>
              </a:ext>
            </a:extLst>
          </p:cNvPr>
          <p:cNvSpPr>
            <a:spLocks noGrp="1"/>
          </p:cNvSpPr>
          <p:nvPr>
            <p:ph type="body" sz="quarter" idx="28"/>
          </p:nvPr>
        </p:nvSpPr>
        <p:spPr>
          <a:xfrm>
            <a:off x="914400" y="2935745"/>
            <a:ext cx="4876800" cy="2395910"/>
          </a:xfrm>
        </p:spPr>
        <p:txBody>
          <a:bodyPr/>
          <a:lstStyle>
            <a:lvl1pPr marL="0" indent="0">
              <a:lnSpc>
                <a:spcPct val="130000"/>
              </a:lnSpc>
              <a:spcBef>
                <a:spcPts val="0"/>
              </a:spcBef>
              <a:buFont typeface="Arial" panose="020B0604020202020204" pitchFamily="34" charset="0"/>
              <a:buChar char="​"/>
              <a:defRPr sz="1400">
                <a:solidFill>
                  <a:schemeClr val="tx1"/>
                </a:solidFill>
              </a:defRPr>
            </a:lvl1pPr>
            <a:lvl2pPr marL="0" indent="0">
              <a:lnSpc>
                <a:spcPct val="130000"/>
              </a:lnSpc>
              <a:spcBef>
                <a:spcPts val="0"/>
              </a:spcBef>
              <a:buFont typeface="Arial" panose="020B0604020202020204" pitchFamily="34" charset="0"/>
              <a:buChar char="​"/>
              <a:defRPr sz="1400">
                <a:solidFill>
                  <a:schemeClr val="tx1"/>
                </a:solidFill>
              </a:defRPr>
            </a:lvl2pPr>
            <a:lvl3pPr marL="0" indent="0">
              <a:lnSpc>
                <a:spcPct val="130000"/>
              </a:lnSpc>
              <a:spcBef>
                <a:spcPts val="0"/>
              </a:spcBef>
              <a:buFont typeface="Arial" panose="020B0604020202020204" pitchFamily="34" charset="0"/>
              <a:buChar char="​"/>
              <a:defRPr sz="1400">
                <a:solidFill>
                  <a:schemeClr val="tx1"/>
                </a:solidFill>
              </a:defRPr>
            </a:lvl3pPr>
            <a:lvl4pPr marL="0" indent="0">
              <a:lnSpc>
                <a:spcPct val="130000"/>
              </a:lnSpc>
              <a:spcBef>
                <a:spcPts val="0"/>
              </a:spcBef>
              <a:buFont typeface="Arial" panose="020B0604020202020204" pitchFamily="34" charset="0"/>
              <a:buChar char="​"/>
              <a:defRPr sz="1400">
                <a:solidFill>
                  <a:schemeClr val="tx1"/>
                </a:solidFill>
              </a:defRPr>
            </a:lvl4pPr>
            <a:lvl5pPr marL="0" indent="0">
              <a:lnSpc>
                <a:spcPct val="130000"/>
              </a:lnSpc>
              <a:spcBef>
                <a:spcPts val="0"/>
              </a:spcBef>
              <a:buFont typeface="Arial" panose="020B0604020202020204" pitchFamily="34" charset="0"/>
              <a:buChar char="​"/>
              <a:defRPr sz="1400">
                <a:solidFill>
                  <a:schemeClr val="tx1"/>
                </a:solidFill>
              </a:defRPr>
            </a:lvl5pPr>
            <a:lvl6pPr marL="0" indent="0">
              <a:lnSpc>
                <a:spcPct val="130000"/>
              </a:lnSpc>
              <a:spcBef>
                <a:spcPts val="0"/>
              </a:spcBef>
              <a:buFont typeface="Arial" panose="020B0604020202020204" pitchFamily="34" charset="0"/>
              <a:buChar char="​"/>
              <a:defRPr sz="1400">
                <a:solidFill>
                  <a:schemeClr val="tx1"/>
                </a:solidFill>
              </a:defRPr>
            </a:lvl6pPr>
            <a:lvl7pPr marL="0" indent="0">
              <a:lnSpc>
                <a:spcPct val="130000"/>
              </a:lnSpc>
              <a:spcBef>
                <a:spcPts val="0"/>
              </a:spcBef>
              <a:buFont typeface="Arial" panose="020B0604020202020204" pitchFamily="34" charset="0"/>
              <a:buChar char="​"/>
              <a:defRPr sz="1400">
                <a:solidFill>
                  <a:schemeClr val="tx1"/>
                </a:solidFill>
              </a:defRPr>
            </a:lvl7pPr>
            <a:lvl8pPr marL="0" indent="0">
              <a:lnSpc>
                <a:spcPct val="130000"/>
              </a:lnSpc>
              <a:spcBef>
                <a:spcPts val="0"/>
              </a:spcBef>
              <a:buFont typeface="Arial" panose="020B0604020202020204" pitchFamily="34" charset="0"/>
              <a:buChar char="​"/>
              <a:defRPr sz="1400">
                <a:solidFill>
                  <a:schemeClr val="tx1"/>
                </a:solidFill>
              </a:defRPr>
            </a:lvl8pPr>
            <a:lvl9pPr marL="0" indent="0">
              <a:lnSpc>
                <a:spcPct val="130000"/>
              </a:lnSpc>
              <a:spcBef>
                <a:spcPts val="0"/>
              </a:spcBef>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a:p>
            <a:pPr lvl="2"/>
            <a:r>
              <a:rPr lang="en-US"/>
              <a:t>Third level</a:t>
            </a:r>
          </a:p>
        </p:txBody>
      </p:sp>
      <p:sp>
        <p:nvSpPr>
          <p:cNvPr id="22" name="Freeform: Shape 21">
            <a:extLst>
              <a:ext uri="{FF2B5EF4-FFF2-40B4-BE49-F238E27FC236}">
                <a16:creationId xmlns:a16="http://schemas.microsoft.com/office/drawing/2014/main" id="{673971D4-2E53-4A84-8E81-9F8C1ECAD73B}"/>
              </a:ext>
            </a:extLst>
          </p:cNvPr>
          <p:cNvSpPr/>
          <p:nvPr/>
        </p:nvSpPr>
        <p:spPr>
          <a:xfrm>
            <a:off x="7475415" y="0"/>
            <a:ext cx="4726032" cy="6858000"/>
          </a:xfrm>
          <a:custGeom>
            <a:avLst/>
            <a:gdLst>
              <a:gd name="connsiteX0" fmla="*/ 0 w 4726032"/>
              <a:gd name="connsiteY0" fmla="*/ 0 h 6858000"/>
              <a:gd name="connsiteX1" fmla="*/ 4726032 w 4726032"/>
              <a:gd name="connsiteY1" fmla="*/ 0 h 6858000"/>
              <a:gd name="connsiteX2" fmla="*/ 4726032 w 4726032"/>
              <a:gd name="connsiteY2" fmla="*/ 425131 h 6858000"/>
              <a:gd name="connsiteX3" fmla="*/ 505056 w 4726032"/>
              <a:gd name="connsiteY3" fmla="*/ 6858000 h 6858000"/>
              <a:gd name="connsiteX4" fmla="*/ 0 w 472603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6032" h="6858000">
                <a:moveTo>
                  <a:pt x="0" y="0"/>
                </a:moveTo>
                <a:lnTo>
                  <a:pt x="4726032" y="0"/>
                </a:lnTo>
                <a:lnTo>
                  <a:pt x="4726032" y="425131"/>
                </a:lnTo>
                <a:lnTo>
                  <a:pt x="505056" y="6858000"/>
                </a:lnTo>
                <a:lnTo>
                  <a:pt x="0" y="6858000"/>
                </a:lnTo>
                <a:close/>
              </a:path>
            </a:pathLst>
          </a:custGeom>
          <a:solidFill>
            <a:srgbClr val="FFFFFF">
              <a:alpha val="14999"/>
            </a:srgbClr>
          </a:solidFill>
        </p:spPr>
        <p:txBody>
          <a:bodyPr wrap="square" lIns="0" tIns="0" rIns="0" bIns="0" rtlCol="0">
            <a:noAutofit/>
          </a:bodyPr>
          <a:lstStyle/>
          <a:p>
            <a:endParaRPr dirty="0"/>
          </a:p>
        </p:txBody>
      </p:sp>
      <p:sp>
        <p:nvSpPr>
          <p:cNvPr id="11" name="Picture Placeholder 10">
            <a:extLst>
              <a:ext uri="{FF2B5EF4-FFF2-40B4-BE49-F238E27FC236}">
                <a16:creationId xmlns:a16="http://schemas.microsoft.com/office/drawing/2014/main" id="{D8758817-3B07-4BCB-838E-6419D9FFA4F6}"/>
              </a:ext>
            </a:extLst>
          </p:cNvPr>
          <p:cNvSpPr>
            <a:spLocks noGrp="1"/>
          </p:cNvSpPr>
          <p:nvPr>
            <p:ph type="pic" sz="quarter" idx="24"/>
          </p:nvPr>
        </p:nvSpPr>
        <p:spPr>
          <a:xfrm>
            <a:off x="7487561" y="0"/>
            <a:ext cx="4270820" cy="4205241"/>
          </a:xfrm>
          <a:solidFill>
            <a:srgbClr val="C3C3C3"/>
          </a:solidFill>
        </p:spPr>
        <p:txBody>
          <a:bodyPr tIns="1280160"/>
          <a:lstStyle>
            <a:lvl1pPr marL="0" indent="0" algn="ctr">
              <a:spcBef>
                <a:spcPts val="0"/>
              </a:spcBef>
              <a:buNone/>
              <a:defRPr/>
            </a:lvl1pPr>
          </a:lstStyle>
          <a:p>
            <a:r>
              <a:rPr lang="en-US" dirty="0"/>
              <a:t>Click icon to add picture</a:t>
            </a:r>
            <a:endParaRPr dirty="0"/>
          </a:p>
        </p:txBody>
      </p:sp>
      <p:sp>
        <p:nvSpPr>
          <p:cNvPr id="18" name="Text Placeholder 7">
            <a:extLst>
              <a:ext uri="{FF2B5EF4-FFF2-40B4-BE49-F238E27FC236}">
                <a16:creationId xmlns:a16="http://schemas.microsoft.com/office/drawing/2014/main" id="{F6321BC2-82B7-4C7B-8C52-03524769DE64}"/>
              </a:ext>
            </a:extLst>
          </p:cNvPr>
          <p:cNvSpPr>
            <a:spLocks noGrp="1"/>
          </p:cNvSpPr>
          <p:nvPr>
            <p:ph type="body" sz="quarter" idx="25" hasCustomPrompt="1"/>
          </p:nvPr>
        </p:nvSpPr>
        <p:spPr>
          <a:xfrm>
            <a:off x="8263894" y="4867982"/>
            <a:ext cx="2594610" cy="632066"/>
          </a:xfrm>
        </p:spPr>
        <p:txBody>
          <a:bodyPr anchor="b"/>
          <a:lstStyle>
            <a:lvl1pPr marL="0" indent="0">
              <a:lnSpc>
                <a:spcPct val="100000"/>
              </a:lnSpc>
              <a:spcBef>
                <a:spcPts val="0"/>
              </a:spcBef>
              <a:buNone/>
              <a:defRPr sz="2000" b="1"/>
            </a:lvl1pPr>
            <a:lvl2pPr marL="0" indent="0">
              <a:lnSpc>
                <a:spcPct val="100000"/>
              </a:lnSpc>
              <a:spcBef>
                <a:spcPts val="0"/>
              </a:spcBef>
              <a:buNone/>
              <a:defRPr sz="3200"/>
            </a:lvl2pPr>
            <a:lvl3pPr marL="0" indent="0">
              <a:lnSpc>
                <a:spcPct val="100000"/>
              </a:lnSpc>
              <a:spcBef>
                <a:spcPts val="0"/>
              </a:spcBef>
              <a:buNone/>
              <a:defRPr sz="3200"/>
            </a:lvl3pPr>
            <a:lvl4pPr marL="0" indent="0">
              <a:lnSpc>
                <a:spcPct val="100000"/>
              </a:lnSpc>
              <a:spcBef>
                <a:spcPts val="0"/>
              </a:spcBef>
              <a:buNone/>
              <a:defRPr sz="3200"/>
            </a:lvl4pPr>
            <a:lvl5pPr marL="0" indent="0">
              <a:lnSpc>
                <a:spcPct val="100000"/>
              </a:lnSpc>
              <a:spcBef>
                <a:spcPts val="0"/>
              </a:spcBef>
              <a:buNone/>
              <a:defRPr sz="3200"/>
            </a:lvl5pPr>
            <a:lvl6pPr marL="0" indent="0">
              <a:lnSpc>
                <a:spcPct val="100000"/>
              </a:lnSpc>
              <a:spcBef>
                <a:spcPts val="0"/>
              </a:spcBef>
              <a:buNone/>
              <a:defRPr sz="3200"/>
            </a:lvl6pPr>
            <a:lvl7pPr marL="0" indent="0">
              <a:lnSpc>
                <a:spcPct val="100000"/>
              </a:lnSpc>
              <a:spcBef>
                <a:spcPts val="0"/>
              </a:spcBef>
              <a:buNone/>
              <a:defRPr sz="3200"/>
            </a:lvl7pPr>
            <a:lvl8pPr marL="0" indent="0">
              <a:lnSpc>
                <a:spcPct val="100000"/>
              </a:lnSpc>
              <a:spcBef>
                <a:spcPts val="0"/>
              </a:spcBef>
              <a:buNone/>
              <a:defRPr sz="3200"/>
            </a:lvl8pPr>
            <a:lvl9pPr marL="0" indent="0">
              <a:lnSpc>
                <a:spcPct val="100000"/>
              </a:lnSpc>
              <a:spcBef>
                <a:spcPts val="0"/>
              </a:spcBef>
              <a:buNone/>
              <a:defRPr sz="3200"/>
            </a:lvl9pPr>
          </a:lstStyle>
          <a:p>
            <a:pPr lvl="0"/>
            <a:r>
              <a:t>Title</a:t>
            </a:r>
          </a:p>
        </p:txBody>
      </p:sp>
      <p:sp>
        <p:nvSpPr>
          <p:cNvPr id="21" name="Text Placeholder 20">
            <a:extLst>
              <a:ext uri="{FF2B5EF4-FFF2-40B4-BE49-F238E27FC236}">
                <a16:creationId xmlns:a16="http://schemas.microsoft.com/office/drawing/2014/main" id="{97ABF8E2-9023-42B4-8195-CD0D7D7F7C2C}"/>
              </a:ext>
            </a:extLst>
          </p:cNvPr>
          <p:cNvSpPr>
            <a:spLocks noGrp="1"/>
          </p:cNvSpPr>
          <p:nvPr>
            <p:ph type="body" sz="quarter" idx="27"/>
          </p:nvPr>
        </p:nvSpPr>
        <p:spPr>
          <a:xfrm>
            <a:off x="8263894" y="5688273"/>
            <a:ext cx="2594610" cy="864928"/>
          </a:xfrm>
        </p:spPr>
        <p:txBody>
          <a:bodyPr/>
          <a:lstStyle>
            <a:lvl1pPr marL="0" indent="0">
              <a:lnSpc>
                <a:spcPct val="107000"/>
              </a:lnSpc>
              <a:spcBef>
                <a:spcPts val="0"/>
              </a:spcBef>
              <a:buNone/>
              <a:defRPr sz="1400"/>
            </a:lvl1pPr>
            <a:lvl2pPr marL="0" indent="0">
              <a:lnSpc>
                <a:spcPct val="107000"/>
              </a:lnSpc>
              <a:spcBef>
                <a:spcPts val="1200"/>
              </a:spcBef>
              <a:buNone/>
              <a:defRPr sz="1400"/>
            </a:lvl2pPr>
            <a:lvl3pPr marL="0" indent="0">
              <a:lnSpc>
                <a:spcPct val="107000"/>
              </a:lnSpc>
              <a:spcBef>
                <a:spcPts val="1200"/>
              </a:spcBef>
              <a:buNone/>
              <a:defRPr sz="1400"/>
            </a:lvl3pPr>
            <a:lvl4pPr marL="0" indent="0">
              <a:lnSpc>
                <a:spcPct val="107000"/>
              </a:lnSpc>
              <a:spcBef>
                <a:spcPts val="1200"/>
              </a:spcBef>
              <a:buNone/>
              <a:defRPr sz="1400"/>
            </a:lvl4pPr>
            <a:lvl5pPr marL="0" indent="0">
              <a:lnSpc>
                <a:spcPct val="107000"/>
              </a:lnSpc>
              <a:spcBef>
                <a:spcPts val="1200"/>
              </a:spcBef>
              <a:buNone/>
              <a:defRPr sz="1400"/>
            </a:lvl5pPr>
            <a:lvl6pPr marL="0" indent="0">
              <a:lnSpc>
                <a:spcPct val="107000"/>
              </a:lnSpc>
              <a:spcBef>
                <a:spcPts val="1200"/>
              </a:spcBef>
              <a:buNone/>
              <a:defRPr sz="1400"/>
            </a:lvl6pPr>
            <a:lvl7pPr marL="0" indent="0">
              <a:lnSpc>
                <a:spcPct val="107000"/>
              </a:lnSpc>
              <a:spcBef>
                <a:spcPts val="1200"/>
              </a:spcBef>
              <a:buNone/>
              <a:defRPr sz="1400"/>
            </a:lvl7pPr>
            <a:lvl8pPr marL="0" indent="0">
              <a:lnSpc>
                <a:spcPct val="107000"/>
              </a:lnSpc>
              <a:spcBef>
                <a:spcPts val="1200"/>
              </a:spcBef>
              <a:buNone/>
              <a:defRPr sz="1400"/>
            </a:lvl8pPr>
            <a:lvl9pPr marL="0" indent="0">
              <a:lnSpc>
                <a:spcPct val="107000"/>
              </a:lnSpc>
              <a:spcBef>
                <a:spcPts val="1200"/>
              </a:spcBef>
              <a:buNone/>
              <a:defRPr sz="1400"/>
            </a:lvl9pPr>
          </a:lstStyle>
          <a:p>
            <a:pPr lvl="0"/>
            <a:r>
              <a:rPr lang="en-US"/>
              <a:t>Click to edit Master text styles</a:t>
            </a:r>
          </a:p>
        </p:txBody>
      </p:sp>
      <p:sp>
        <p:nvSpPr>
          <p:cNvPr id="3" name="Date Placeholder 2">
            <a:extLst>
              <a:ext uri="{FF2B5EF4-FFF2-40B4-BE49-F238E27FC236}">
                <a16:creationId xmlns:a16="http://schemas.microsoft.com/office/drawing/2014/main" id="{951693F7-2245-47F3-A335-EEE9D6E09EAF}"/>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5D7DADCB-E372-4B8B-B515-8BCBE66C161C}"/>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A5F4FD36-6D09-4AC4-A84A-6C2AC4698A3C}"/>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43975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ea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CE547EF-1934-4F25-8B48-9D07FACBB66C}"/>
              </a:ext>
            </a:extLst>
          </p:cNvPr>
          <p:cNvSpPr/>
          <p:nvPr/>
        </p:nvSpPr>
        <p:spPr bwMode="ltGray">
          <a:xfrm>
            <a:off x="-1" y="0"/>
            <a:ext cx="12192000" cy="3546475"/>
          </a:xfrm>
          <a:prstGeom prst="rect">
            <a:avLst/>
          </a:prstGeom>
          <a:solidFill>
            <a:srgbClr val="003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object 6">
            <a:extLst>
              <a:ext uri="{FF2B5EF4-FFF2-40B4-BE49-F238E27FC236}">
                <a16:creationId xmlns:a16="http://schemas.microsoft.com/office/drawing/2014/main" id="{DDB0C7FD-A1F9-4062-9345-C39E80F5FBFB}"/>
              </a:ext>
            </a:extLst>
          </p:cNvPr>
          <p:cNvSpPr/>
          <p:nvPr/>
        </p:nvSpPr>
        <p:spPr>
          <a:xfrm>
            <a:off x="-1" y="0"/>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7998"/>
            </a:srgbClr>
          </a:solidFill>
        </p:spPr>
        <p:txBody>
          <a:bodyPr wrap="square" lIns="0" tIns="0" rIns="0" bIns="0" rtlCol="0"/>
          <a:lstStyle/>
          <a:p>
            <a:endParaRPr dirty="0"/>
          </a:p>
        </p:txBody>
      </p:sp>
      <p:sp>
        <p:nvSpPr>
          <p:cNvPr id="2" name="Title 1">
            <a:extLst>
              <a:ext uri="{FF2B5EF4-FFF2-40B4-BE49-F238E27FC236}">
                <a16:creationId xmlns:a16="http://schemas.microsoft.com/office/drawing/2014/main" id="{C116037F-EC99-418E-B6DE-BA53A0F44B10}"/>
              </a:ext>
            </a:extLst>
          </p:cNvPr>
          <p:cNvSpPr>
            <a:spLocks noGrp="1"/>
          </p:cNvSpPr>
          <p:nvPr>
            <p:ph type="title"/>
          </p:nvPr>
        </p:nvSpPr>
        <p:spPr bwMode="auto"/>
        <p:txBody>
          <a:bodyPr/>
          <a:lstStyle>
            <a:lvl1pPr>
              <a:defRPr>
                <a:solidFill>
                  <a:schemeClr val="bg1"/>
                </a:solidFill>
              </a:defRPr>
            </a:lvl1pPr>
          </a:lstStyle>
          <a:p>
            <a:r>
              <a:rPr lang="en-US"/>
              <a:t>Click to edit Master title style</a:t>
            </a:r>
            <a:endParaRPr/>
          </a:p>
        </p:txBody>
      </p:sp>
      <p:sp>
        <p:nvSpPr>
          <p:cNvPr id="15" name="Text Placeholder 12">
            <a:extLst>
              <a:ext uri="{FF2B5EF4-FFF2-40B4-BE49-F238E27FC236}">
                <a16:creationId xmlns:a16="http://schemas.microsoft.com/office/drawing/2014/main" id="{6A78B31A-3458-49D0-81F5-BEC7F1013FA5}"/>
              </a:ext>
            </a:extLst>
          </p:cNvPr>
          <p:cNvSpPr>
            <a:spLocks noGrp="1"/>
          </p:cNvSpPr>
          <p:nvPr>
            <p:ph type="body" sz="quarter" idx="14" hasCustomPrompt="1"/>
          </p:nvPr>
        </p:nvSpPr>
        <p:spPr bwMode="auto">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3" name="Date Placeholder 2">
            <a:extLst>
              <a:ext uri="{FF2B5EF4-FFF2-40B4-BE49-F238E27FC236}">
                <a16:creationId xmlns:a16="http://schemas.microsoft.com/office/drawing/2014/main" id="{F966E293-48A4-4127-BC63-27B9382C72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FE13647F-5137-4891-9EC6-E7B82AC03DFA}"/>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2A2AC09F-1282-4576-93F9-55F280A9D332}"/>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74382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acts">
    <p:bg>
      <p:bgPr>
        <a:gradFill>
          <a:gsLst>
            <a:gs pos="100000">
              <a:srgbClr val="05A2C6"/>
            </a:gs>
            <a:gs pos="50000">
              <a:srgbClr val="00A88C"/>
            </a:gs>
          </a:gsLst>
          <a:lin ang="2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0654-14CB-4793-B103-8A39FC5F88C8}"/>
              </a:ext>
            </a:extLst>
          </p:cNvPr>
          <p:cNvSpPr>
            <a:spLocks noGrp="1"/>
          </p:cNvSpPr>
          <p:nvPr>
            <p:ph type="title" hasCustomPrompt="1"/>
          </p:nvPr>
        </p:nvSpPr>
        <p:spPr>
          <a:xfrm>
            <a:off x="2230188" y="1800195"/>
            <a:ext cx="7732678" cy="787400"/>
          </a:xfrm>
        </p:spPr>
        <p:txBody>
          <a:bodyPr/>
          <a:lstStyle>
            <a:lvl1pPr algn="ctr">
              <a:defRPr sz="5000" b="0">
                <a:solidFill>
                  <a:schemeClr val="tx1"/>
                </a:solidFill>
              </a:defRPr>
            </a:lvl1pPr>
          </a:lstStyle>
          <a:p>
            <a:r>
              <a:t>[Thank you or other text]</a:t>
            </a:r>
          </a:p>
        </p:txBody>
      </p:sp>
      <p:sp>
        <p:nvSpPr>
          <p:cNvPr id="20" name="Text Placeholder 18">
            <a:extLst>
              <a:ext uri="{FF2B5EF4-FFF2-40B4-BE49-F238E27FC236}">
                <a16:creationId xmlns:a16="http://schemas.microsoft.com/office/drawing/2014/main" id="{1D06D650-3778-49F5-B109-E96EB4C570EB}"/>
              </a:ext>
            </a:extLst>
          </p:cNvPr>
          <p:cNvSpPr>
            <a:spLocks noGrp="1"/>
          </p:cNvSpPr>
          <p:nvPr>
            <p:ph type="body" sz="quarter" idx="11" hasCustomPrompt="1"/>
          </p:nvPr>
        </p:nvSpPr>
        <p:spPr>
          <a:xfrm>
            <a:off x="1616328"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19" name="Text Placeholder 18">
            <a:extLst>
              <a:ext uri="{FF2B5EF4-FFF2-40B4-BE49-F238E27FC236}">
                <a16:creationId xmlns:a16="http://schemas.microsoft.com/office/drawing/2014/main" id="{35C191AA-6893-4B2C-8E1E-F58745DF1BCC}"/>
              </a:ext>
            </a:extLst>
          </p:cNvPr>
          <p:cNvSpPr>
            <a:spLocks noGrp="1"/>
          </p:cNvSpPr>
          <p:nvPr>
            <p:ph type="body" sz="quarter" idx="10" hasCustomPrompt="1"/>
          </p:nvPr>
        </p:nvSpPr>
        <p:spPr>
          <a:xfrm>
            <a:off x="1616328"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
        <p:nvSpPr>
          <p:cNvPr id="25" name="Text Placeholder 18">
            <a:extLst>
              <a:ext uri="{FF2B5EF4-FFF2-40B4-BE49-F238E27FC236}">
                <a16:creationId xmlns:a16="http://schemas.microsoft.com/office/drawing/2014/main" id="{63F45844-6EB6-4A31-B813-24C8B06C06E2}"/>
              </a:ext>
            </a:extLst>
          </p:cNvPr>
          <p:cNvSpPr>
            <a:spLocks noGrp="1"/>
          </p:cNvSpPr>
          <p:nvPr>
            <p:ph type="body" sz="quarter" idx="13" hasCustomPrompt="1"/>
          </p:nvPr>
        </p:nvSpPr>
        <p:spPr>
          <a:xfrm>
            <a:off x="4928616"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24" name="Text Placeholder 18">
            <a:extLst>
              <a:ext uri="{FF2B5EF4-FFF2-40B4-BE49-F238E27FC236}">
                <a16:creationId xmlns:a16="http://schemas.microsoft.com/office/drawing/2014/main" id="{237CF99C-0EFA-4B9B-BCF2-3293201849FB}"/>
              </a:ext>
            </a:extLst>
          </p:cNvPr>
          <p:cNvSpPr>
            <a:spLocks noGrp="1"/>
          </p:cNvSpPr>
          <p:nvPr>
            <p:ph type="body" sz="quarter" idx="12" hasCustomPrompt="1"/>
          </p:nvPr>
        </p:nvSpPr>
        <p:spPr>
          <a:xfrm>
            <a:off x="4928616"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
        <p:nvSpPr>
          <p:cNvPr id="27" name="Text Placeholder 18">
            <a:extLst>
              <a:ext uri="{FF2B5EF4-FFF2-40B4-BE49-F238E27FC236}">
                <a16:creationId xmlns:a16="http://schemas.microsoft.com/office/drawing/2014/main" id="{3AE2F002-A127-4FDF-8AFF-7EB378B3CAC5}"/>
              </a:ext>
            </a:extLst>
          </p:cNvPr>
          <p:cNvSpPr>
            <a:spLocks noGrp="1"/>
          </p:cNvSpPr>
          <p:nvPr>
            <p:ph type="body" sz="quarter" idx="15" hasCustomPrompt="1"/>
          </p:nvPr>
        </p:nvSpPr>
        <p:spPr>
          <a:xfrm>
            <a:off x="8247888"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26" name="Text Placeholder 18">
            <a:extLst>
              <a:ext uri="{FF2B5EF4-FFF2-40B4-BE49-F238E27FC236}">
                <a16:creationId xmlns:a16="http://schemas.microsoft.com/office/drawing/2014/main" id="{6ABB6127-2718-4921-A514-140B50D81F32}"/>
              </a:ext>
            </a:extLst>
          </p:cNvPr>
          <p:cNvSpPr>
            <a:spLocks noGrp="1"/>
          </p:cNvSpPr>
          <p:nvPr>
            <p:ph type="body" sz="quarter" idx="14" hasCustomPrompt="1"/>
          </p:nvPr>
        </p:nvSpPr>
        <p:spPr>
          <a:xfrm>
            <a:off x="8247888"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Tree>
    <p:extLst>
      <p:ext uri="{BB962C8B-B14F-4D97-AF65-F5344CB8AC3E}">
        <p14:creationId xmlns:p14="http://schemas.microsoft.com/office/powerpoint/2010/main" val="21776485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Do not use layouts after this (organizing slate)">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5832E5-2771-4C00-9273-B0C1BC1945C6}"/>
              </a:ext>
            </a:extLst>
          </p:cNvPr>
          <p:cNvSpPr txBox="1"/>
          <p:nvPr/>
        </p:nvSpPr>
        <p:spPr>
          <a:xfrm>
            <a:off x="0" y="659011"/>
            <a:ext cx="12192000" cy="5539978"/>
          </a:xfrm>
          <a:prstGeom prst="rect">
            <a:avLst/>
          </a:prstGeom>
          <a:noFill/>
        </p:spPr>
        <p:txBody>
          <a:bodyPr wrap="square" lIns="0" tIns="0" rIns="0" bIns="0" rtlCol="0">
            <a:spAutoFit/>
          </a:bodyPr>
          <a:lstStyle/>
          <a:p>
            <a:pPr algn="ctr">
              <a:lnSpc>
                <a:spcPct val="100000"/>
              </a:lnSpc>
              <a:spcBef>
                <a:spcPts val="3600"/>
              </a:spcBef>
            </a:pPr>
            <a:r>
              <a:rPr sz="12000" b="1" dirty="0"/>
              <a:t>Do not use layouts </a:t>
            </a:r>
            <a:br>
              <a:rPr sz="12000" b="1" dirty="0"/>
            </a:br>
            <a:r>
              <a:rPr sz="12000" b="1" dirty="0"/>
              <a:t>after this</a:t>
            </a:r>
            <a:endParaRPr sz="4800" dirty="0"/>
          </a:p>
        </p:txBody>
      </p:sp>
    </p:spTree>
    <p:extLst>
      <p:ext uri="{BB962C8B-B14F-4D97-AF65-F5344CB8AC3E}">
        <p14:creationId xmlns:p14="http://schemas.microsoft.com/office/powerpoint/2010/main" val="145347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F455A3D8-67E3-4948-B9D2-CC448FA627C2}"/>
              </a:ext>
            </a:extLst>
          </p:cNvPr>
          <p:cNvGrpSpPr/>
          <p:nvPr/>
        </p:nvGrpSpPr>
        <p:grpSpPr>
          <a:xfrm>
            <a:off x="7768196" y="-7294"/>
            <a:ext cx="4423805" cy="6865293"/>
            <a:chOff x="7768196" y="-7294"/>
            <a:chExt cx="4423805" cy="6865293"/>
          </a:xfrm>
        </p:grpSpPr>
        <p:sp>
          <p:nvSpPr>
            <p:cNvPr id="13" name="Freeform: Shape 12">
              <a:extLst>
                <a:ext uri="{FF2B5EF4-FFF2-40B4-BE49-F238E27FC236}">
                  <a16:creationId xmlns:a16="http://schemas.microsoft.com/office/drawing/2014/main" id="{EB629D78-6265-44C5-A1D3-8894C78BB182}"/>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4" name="Freeform: Shape 13">
              <a:extLst>
                <a:ext uri="{FF2B5EF4-FFF2-40B4-BE49-F238E27FC236}">
                  <a16:creationId xmlns:a16="http://schemas.microsoft.com/office/drawing/2014/main" id="{AA9D1F2C-7788-4E33-9C50-28763B37B545}"/>
                </a:ext>
              </a:extLst>
            </p:cNvPr>
            <p:cNvSpPr/>
            <p:nvPr/>
          </p:nvSpPr>
          <p:spPr>
            <a:xfrm>
              <a:off x="9864814" y="-7294"/>
              <a:ext cx="2327187" cy="4119818"/>
            </a:xfrm>
            <a:custGeom>
              <a:avLst/>
              <a:gdLst>
                <a:gd name="connsiteX0" fmla="*/ 236671 w 2327187"/>
                <a:gd name="connsiteY0" fmla="*/ 0 h 4119818"/>
                <a:gd name="connsiteX1" fmla="*/ 2327187 w 2327187"/>
                <a:gd name="connsiteY1" fmla="*/ 0 h 4119818"/>
                <a:gd name="connsiteX2" fmla="*/ 2327187 w 2327187"/>
                <a:gd name="connsiteY2" fmla="*/ 3259900 h 4119818"/>
                <a:gd name="connsiteX3" fmla="*/ 1889037 w 2327187"/>
                <a:gd name="connsiteY3" fmla="*/ 4119818 h 4119818"/>
                <a:gd name="connsiteX4" fmla="*/ 1889037 w 2327187"/>
                <a:gd name="connsiteY4" fmla="*/ 464494 h 4119818"/>
                <a:gd name="connsiteX5" fmla="*/ 1889036 w 2327187"/>
                <a:gd name="connsiteY5" fmla="*/ 464494 h 4119818"/>
                <a:gd name="connsiteX6" fmla="*/ 0 w 2327187"/>
                <a:gd name="connsiteY6" fmla="*/ 4644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187" h="4119818">
                  <a:moveTo>
                    <a:pt x="236671" y="0"/>
                  </a:moveTo>
                  <a:lnTo>
                    <a:pt x="2327187" y="0"/>
                  </a:lnTo>
                  <a:lnTo>
                    <a:pt x="2327187" y="3259900"/>
                  </a:lnTo>
                  <a:lnTo>
                    <a:pt x="1889037" y="4119818"/>
                  </a:lnTo>
                  <a:lnTo>
                    <a:pt x="1889037" y="464494"/>
                  </a:lnTo>
                  <a:lnTo>
                    <a:pt x="1889036" y="464494"/>
                  </a:lnTo>
                  <a:lnTo>
                    <a:pt x="0" y="464494"/>
                  </a:lnTo>
                  <a:close/>
                </a:path>
              </a:pathLst>
            </a:custGeom>
            <a:gradFill>
              <a:gsLst>
                <a:gs pos="0">
                  <a:srgbClr val="00A88C">
                    <a:alpha val="38824"/>
                  </a:srgbClr>
                </a:gs>
                <a:gs pos="100000">
                  <a:srgbClr val="00A88C"/>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5" name="Freeform: Shape 14">
              <a:extLst>
                <a:ext uri="{FF2B5EF4-FFF2-40B4-BE49-F238E27FC236}">
                  <a16:creationId xmlns:a16="http://schemas.microsoft.com/office/drawing/2014/main" id="{3E61A660-5086-4784-904C-E183E7C3D596}"/>
                </a:ext>
              </a:extLst>
            </p:cNvPr>
            <p:cNvSpPr/>
            <p:nvPr/>
          </p:nvSpPr>
          <p:spPr>
            <a:xfrm>
              <a:off x="8645129" y="0"/>
              <a:ext cx="2336834" cy="457200"/>
            </a:xfrm>
            <a:custGeom>
              <a:avLst/>
              <a:gdLst>
                <a:gd name="connsiteX0" fmla="*/ 232955 w 2336834"/>
                <a:gd name="connsiteY0" fmla="*/ 0 h 457200"/>
                <a:gd name="connsiteX1" fmla="*/ 2336834 w 2336834"/>
                <a:gd name="connsiteY1" fmla="*/ 0 h 457200"/>
                <a:gd name="connsiteX2" fmla="*/ 2103879 w 2336834"/>
                <a:gd name="connsiteY2" fmla="*/ 457200 h 457200"/>
                <a:gd name="connsiteX3" fmla="*/ 0 w 2336834"/>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2336834" h="457200">
                  <a:moveTo>
                    <a:pt x="232955" y="0"/>
                  </a:moveTo>
                  <a:lnTo>
                    <a:pt x="2336834" y="0"/>
                  </a:lnTo>
                  <a:lnTo>
                    <a:pt x="2103879" y="457200"/>
                  </a:lnTo>
                  <a:lnTo>
                    <a:pt x="0" y="457200"/>
                  </a:lnTo>
                  <a:close/>
                </a:path>
              </a:pathLst>
            </a:custGeom>
            <a:solidFill>
              <a:srgbClr val="026B84">
                <a:alpha val="6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6" name="Freeform: Shape 15">
              <a:extLst>
                <a:ext uri="{FF2B5EF4-FFF2-40B4-BE49-F238E27FC236}">
                  <a16:creationId xmlns:a16="http://schemas.microsoft.com/office/drawing/2014/main" id="{FD8B468F-512F-47A1-9DC5-2010846FF2F0}"/>
                </a:ext>
              </a:extLst>
            </p:cNvPr>
            <p:cNvSpPr/>
            <p:nvPr/>
          </p:nvSpPr>
          <p:spPr>
            <a:xfrm>
              <a:off x="10499514" y="0"/>
              <a:ext cx="1164561" cy="457200"/>
            </a:xfrm>
            <a:custGeom>
              <a:avLst/>
              <a:gdLst>
                <a:gd name="connsiteX0" fmla="*/ 232955 w 1164561"/>
                <a:gd name="connsiteY0" fmla="*/ 0 h 457200"/>
                <a:gd name="connsiteX1" fmla="*/ 1164561 w 1164561"/>
                <a:gd name="connsiteY1" fmla="*/ 0 h 457200"/>
                <a:gd name="connsiteX2" fmla="*/ 931606 w 1164561"/>
                <a:gd name="connsiteY2" fmla="*/ 457200 h 457200"/>
                <a:gd name="connsiteX3" fmla="*/ 0 w 1164561"/>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64561" h="457200">
                  <a:moveTo>
                    <a:pt x="232955" y="0"/>
                  </a:moveTo>
                  <a:lnTo>
                    <a:pt x="1164561" y="0"/>
                  </a:lnTo>
                  <a:lnTo>
                    <a:pt x="931606" y="457200"/>
                  </a:lnTo>
                  <a:lnTo>
                    <a:pt x="0" y="457200"/>
                  </a:lnTo>
                  <a:close/>
                </a:path>
              </a:pathLst>
            </a:custGeom>
            <a:solidFill>
              <a:srgbClr val="05A2C6">
                <a:alpha val="6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Title Placeholder 1">
            <a:extLst>
              <a:ext uri="{FF2B5EF4-FFF2-40B4-BE49-F238E27FC236}">
                <a16:creationId xmlns:a16="http://schemas.microsoft.com/office/drawing/2014/main" id="{98B77C2A-C44A-4AE3-8015-C5892776AB94}"/>
              </a:ext>
            </a:extLst>
          </p:cNvPr>
          <p:cNvSpPr>
            <a:spLocks noGrp="1"/>
          </p:cNvSpPr>
          <p:nvPr>
            <p:ph type="title"/>
          </p:nvPr>
        </p:nvSpPr>
        <p:spPr>
          <a:xfrm>
            <a:off x="457200" y="826086"/>
            <a:ext cx="9144000" cy="594360"/>
          </a:xfrm>
          <a:prstGeom prst="rect">
            <a:avLst/>
          </a:prstGeom>
        </p:spPr>
        <p:txBody>
          <a:bodyPr vert="horz" lIns="0" tIns="0" rIns="0" bIns="0" rtlCol="0" anchor="t">
            <a:noAutofit/>
          </a:bodyPr>
          <a:lstStyle/>
          <a:p>
            <a:r>
              <a:rPr lang="en-US"/>
              <a:t>Click to edit Master title style</a:t>
            </a:r>
            <a:endParaRPr/>
          </a:p>
        </p:txBody>
      </p:sp>
      <p:sp>
        <p:nvSpPr>
          <p:cNvPr id="3" name="Text Placeholder 2">
            <a:extLst>
              <a:ext uri="{FF2B5EF4-FFF2-40B4-BE49-F238E27FC236}">
                <a16:creationId xmlns:a16="http://schemas.microsoft.com/office/drawing/2014/main" id="{71631D94-A470-4585-A50F-DA44DA31B3CB}"/>
              </a:ext>
            </a:extLst>
          </p:cNvPr>
          <p:cNvSpPr>
            <a:spLocks noGrp="1"/>
          </p:cNvSpPr>
          <p:nvPr>
            <p:ph type="body" idx="1"/>
          </p:nvPr>
        </p:nvSpPr>
        <p:spPr>
          <a:xfrm>
            <a:off x="457200" y="2019568"/>
            <a:ext cx="11010900" cy="4152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3ABD2D2F-2C51-4C8A-8A0C-AE324D35B826}"/>
              </a:ext>
            </a:extLst>
          </p:cNvPr>
          <p:cNvSpPr>
            <a:spLocks noGrp="1"/>
          </p:cNvSpPr>
          <p:nvPr>
            <p:ph type="dt" sz="half" idx="2"/>
          </p:nvPr>
        </p:nvSpPr>
        <p:spPr>
          <a:xfrm>
            <a:off x="8197173" y="6515235"/>
            <a:ext cx="2743200" cy="219456"/>
          </a:xfrm>
          <a:prstGeom prst="rect">
            <a:avLst/>
          </a:prstGeom>
        </p:spPr>
        <p:txBody>
          <a:bodyPr vert="horz" lIns="0" tIns="0" rIns="0" bIns="0" rtlCol="0" anchor="ctr"/>
          <a:lstStyle>
            <a:lvl1pPr algn="r">
              <a:defRPr sz="800">
                <a:solidFill>
                  <a:schemeClr val="tx1">
                    <a:lumMod val="50000"/>
                    <a:lumOff val="50000"/>
                  </a:schemeClr>
                </a:solidFill>
              </a:defRPr>
            </a:lvl1pPr>
          </a:lstStyle>
          <a:p>
            <a:pPr algn="r"/>
            <a:endParaRPr dirty="0"/>
          </a:p>
        </p:txBody>
      </p:sp>
      <p:sp>
        <p:nvSpPr>
          <p:cNvPr id="5" name="Footer Placeholder 4">
            <a:extLst>
              <a:ext uri="{FF2B5EF4-FFF2-40B4-BE49-F238E27FC236}">
                <a16:creationId xmlns:a16="http://schemas.microsoft.com/office/drawing/2014/main" id="{28D3BE88-FE8B-4021-A8EC-087150A4CD7A}"/>
              </a:ext>
            </a:extLst>
          </p:cNvPr>
          <p:cNvSpPr>
            <a:spLocks noGrp="1"/>
          </p:cNvSpPr>
          <p:nvPr>
            <p:ph type="ftr" sz="quarter" idx="3"/>
          </p:nvPr>
        </p:nvSpPr>
        <p:spPr>
          <a:xfrm>
            <a:off x="457200" y="6519246"/>
            <a:ext cx="6126480" cy="215444"/>
          </a:xfrm>
          <a:prstGeom prst="rect">
            <a:avLst/>
          </a:prstGeom>
        </p:spPr>
        <p:txBody>
          <a:bodyPr vert="horz" lIns="0" tIns="0" rIns="0" bIns="0" rtlCol="0" anchor="ctr"/>
          <a:lstStyle>
            <a:lvl1pPr algn="l">
              <a:defRPr sz="800">
                <a:solidFill>
                  <a:schemeClr val="tx1">
                    <a:lumMod val="50000"/>
                    <a:lumOff val="50000"/>
                  </a:schemeClr>
                </a:solidFill>
              </a:defRPr>
            </a:lvl1p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2DDCF4CF-2147-4D5B-9546-3BEDC1EAE89A}"/>
              </a:ext>
            </a:extLst>
          </p:cNvPr>
          <p:cNvSpPr>
            <a:spLocks noGrp="1"/>
          </p:cNvSpPr>
          <p:nvPr>
            <p:ph type="sldNum" sz="quarter" idx="4"/>
          </p:nvPr>
        </p:nvSpPr>
        <p:spPr>
          <a:xfrm>
            <a:off x="11211486" y="6519246"/>
            <a:ext cx="349997" cy="215444"/>
          </a:xfrm>
          <a:prstGeom prst="rect">
            <a:avLst/>
          </a:prstGeom>
        </p:spPr>
        <p:txBody>
          <a:bodyPr vert="horz" lIns="0" tIns="0" rIns="0" bIns="0" rtlCol="0" anchor="ctr"/>
          <a:lstStyle>
            <a:lvl1pPr algn="r">
              <a:defRPr sz="800">
                <a:solidFill>
                  <a:schemeClr val="tx1">
                    <a:lumMod val="50000"/>
                    <a:lumOff val="50000"/>
                  </a:schemeClr>
                </a:solidFill>
              </a:defRPr>
            </a:lvl1pPr>
          </a:lstStyle>
          <a:p>
            <a:fld id="{8A05B047-7786-42C0-A2BF-6DB1A4525D42}" type="slidenum">
              <a:rPr/>
              <a:pPr/>
              <a:t>‹#›</a:t>
            </a:fld>
            <a:endParaRPr dirty="0"/>
          </a:p>
        </p:txBody>
      </p:sp>
    </p:spTree>
    <p:extLst>
      <p:ext uri="{BB962C8B-B14F-4D97-AF65-F5344CB8AC3E}">
        <p14:creationId xmlns:p14="http://schemas.microsoft.com/office/powerpoint/2010/main" val="976165705"/>
      </p:ext>
    </p:extLst>
  </p:cSld>
  <p:clrMap bg1="lt1" tx1="dk1" bg2="lt2" tx2="dk2" accent1="accent1" accent2="accent2" accent3="accent3" accent4="accent4" accent5="accent5" accent6="accent6" hlink="hlink" folHlink="folHlink"/>
  <p:sldLayoutIdLst>
    <p:sldLayoutId id="2147483706" r:id="rId1"/>
    <p:sldLayoutId id="2147483663" r:id="rId2"/>
    <p:sldLayoutId id="2147483661" r:id="rId3"/>
    <p:sldLayoutId id="2147483662" r:id="rId4"/>
    <p:sldLayoutId id="2147483654" r:id="rId5"/>
    <p:sldLayoutId id="2147483664" r:id="rId6"/>
    <p:sldLayoutId id="2147483660" r:id="rId7"/>
    <p:sldLayoutId id="2147483655" r:id="rId8"/>
    <p:sldLayoutId id="2147483699" r:id="rId9"/>
    <p:sldLayoutId id="2147483677" r:id="rId10"/>
    <p:sldLayoutId id="2147483678" r:id="rId11"/>
    <p:sldLayoutId id="2147483679" r:id="rId12"/>
    <p:sldLayoutId id="2147483680" r:id="rId13"/>
    <p:sldLayoutId id="2147483681" r:id="rId14"/>
    <p:sldLayoutId id="2147483700" r:id="rId15"/>
    <p:sldLayoutId id="2147483649" r:id="rId16"/>
    <p:sldLayoutId id="2147483668" r:id="rId17"/>
    <p:sldLayoutId id="2147483682" r:id="rId18"/>
    <p:sldLayoutId id="2147483669" r:id="rId19"/>
    <p:sldLayoutId id="2147483701" r:id="rId20"/>
    <p:sldLayoutId id="2147483672" r:id="rId21"/>
    <p:sldLayoutId id="2147483673" r:id="rId22"/>
    <p:sldLayoutId id="2147483674" r:id="rId23"/>
    <p:sldLayoutId id="2147483702" r:id="rId24"/>
    <p:sldLayoutId id="2147483676" r:id="rId25"/>
    <p:sldLayoutId id="2147483683" r:id="rId26"/>
    <p:sldLayoutId id="2147483684" r:id="rId27"/>
    <p:sldLayoutId id="2147483685" r:id="rId28"/>
    <p:sldLayoutId id="2147483707" r:id="rId29"/>
    <p:sldLayoutId id="2147483694" r:id="rId30"/>
    <p:sldLayoutId id="2147483698" r:id="rId31"/>
    <p:sldLayoutId id="2147483690" r:id="rId32"/>
    <p:sldLayoutId id="2147483689" r:id="rId33"/>
    <p:sldLayoutId id="2147483675" r:id="rId34"/>
    <p:sldLayoutId id="2147483692" r:id="rId35"/>
    <p:sldLayoutId id="2147483691" r:id="rId36"/>
    <p:sldLayoutId id="2147483695" r:id="rId37"/>
    <p:sldLayoutId id="2147483705" r:id="rId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lumMod val="50000"/>
            <a:lumOff val="50000"/>
          </a:schemeClr>
        </a:buClr>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3pPr>
      <a:lvl4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4pPr>
      <a:lvl5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5pPr>
      <a:lvl6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6pPr>
      <a:lvl7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7pPr>
      <a:lvl8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8pPr>
      <a:lvl9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744">
          <p15:clr>
            <a:srgbClr val="A4A3A4"/>
          </p15:clr>
        </p15:guide>
        <p15:guide id="3" pos="288">
          <p15:clr>
            <a:srgbClr val="A4A3A4"/>
          </p15:clr>
        </p15:guide>
        <p15:guide id="4" pos="7224">
          <p15:clr>
            <a:srgbClr val="A4A3A4"/>
          </p15:clr>
        </p15:guide>
        <p15:guide id="5" orient="horz" pos="912">
          <p15:clr>
            <a:srgbClr val="A4A3A4"/>
          </p15:clr>
        </p15:guide>
        <p15:guide id="6" orient="horz" pos="3888">
          <p15:clr>
            <a:srgbClr val="A4A3A4"/>
          </p15:clr>
        </p15:guide>
        <p15:guide id="7" orient="horz" pos="840">
          <p15:clr>
            <a:srgbClr val="A4A3A4"/>
          </p15:clr>
        </p15:guide>
        <p15:guide id="8" orient="horz" pos="264">
          <p15:clr>
            <a:srgbClr val="A4A3A4"/>
          </p15:clr>
        </p15:guide>
        <p15:guide id="9" orient="horz" pos="4104">
          <p15:clr>
            <a:srgbClr val="A4A3A4"/>
          </p15:clr>
        </p15:guide>
        <p15:guide id="10" pos="3840">
          <p15:clr>
            <a:srgbClr val="A4A3A4"/>
          </p15:clr>
        </p15:guide>
        <p15:guide id="11" pos="3648">
          <p15:clr>
            <a:srgbClr val="A4A3A4"/>
          </p15:clr>
        </p15:guide>
        <p15:guide id="12" orient="horz" pos="1272">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slide" Target="slide12.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customXml" Target="../ink/ink2.xml"/><Relationship Id="rId11" Type="http://schemas.openxmlformats.org/officeDocument/2006/relationships/image" Target="../media/image40.png"/><Relationship Id="rId5" Type="http://schemas.openxmlformats.org/officeDocument/2006/relationships/image" Target="../media/image37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8795-2299-DA0C-8321-C665CD838A4B}"/>
            </a:ext>
          </a:extLst>
        </p:cNvPr>
        <p:cNvGrpSpPr/>
        <p:nvPr/>
      </p:nvGrpSpPr>
      <p:grpSpPr>
        <a:xfrm>
          <a:off x="0" y="0"/>
          <a:ext cx="0" cy="0"/>
          <a:chOff x="0" y="0"/>
          <a:chExt cx="0" cy="0"/>
        </a:xfrm>
      </p:grpSpPr>
      <p:sp>
        <p:nvSpPr>
          <p:cNvPr id="25" name="Text Placeholder 1">
            <a:extLst>
              <a:ext uri="{FF2B5EF4-FFF2-40B4-BE49-F238E27FC236}">
                <a16:creationId xmlns:a16="http://schemas.microsoft.com/office/drawing/2014/main" id="{2A4966D0-31EA-37C2-3898-C55CA70012BB}"/>
              </a:ext>
            </a:extLst>
          </p:cNvPr>
          <p:cNvSpPr>
            <a:spLocks noGrp="1"/>
          </p:cNvSpPr>
          <p:nvPr>
            <p:ph type="body" sz="quarter" idx="14"/>
          </p:nvPr>
        </p:nvSpPr>
        <p:spPr>
          <a:xfrm>
            <a:off x="457200" y="217495"/>
            <a:ext cx="9144000" cy="320039"/>
          </a:xfrm>
        </p:spPr>
        <p:txBody>
          <a:bodyPr/>
          <a:lstStyle/>
          <a:p>
            <a:r>
              <a:rPr lang="en-US" sz="2000" dirty="0"/>
              <a:t>Sprint ReVIEW: Why We’re here</a:t>
            </a:r>
          </a:p>
        </p:txBody>
      </p:sp>
      <p:sp>
        <p:nvSpPr>
          <p:cNvPr id="6" name="TextBox 5">
            <a:extLst>
              <a:ext uri="{FF2B5EF4-FFF2-40B4-BE49-F238E27FC236}">
                <a16:creationId xmlns:a16="http://schemas.microsoft.com/office/drawing/2014/main" id="{4E64D2DF-B254-E671-8677-F7FD88FB5794}"/>
              </a:ext>
            </a:extLst>
          </p:cNvPr>
          <p:cNvSpPr txBox="1"/>
          <p:nvPr/>
        </p:nvSpPr>
        <p:spPr>
          <a:xfrm>
            <a:off x="457200" y="1353039"/>
            <a:ext cx="9144000" cy="1200975"/>
          </a:xfrm>
          <a:prstGeom prst="rect">
            <a:avLst/>
          </a:prstGeom>
        </p:spPr>
        <p:txBody>
          <a:bodyPr vert="horz" lIns="0" tIns="0" rIns="0" bIns="0" rtlCol="0">
            <a:noAutofit/>
          </a:bodyPr>
          <a:lstStyle/>
          <a:p>
            <a:pPr marL="342900" indent="-342900">
              <a:lnSpc>
                <a:spcPct val="90000"/>
              </a:lnSpc>
              <a:spcAft>
                <a:spcPts val="600"/>
              </a:spcAft>
              <a:buClr>
                <a:schemeClr val="tx1">
                  <a:lumMod val="50000"/>
                  <a:lumOff val="50000"/>
                </a:schemeClr>
              </a:buClr>
              <a:buFont typeface="+mj-lt"/>
              <a:buAutoNum type="arabicPeriod"/>
            </a:pPr>
            <a:endParaRPr lang="en-US" sz="1600" b="0" i="0" kern="1200" dirty="0">
              <a:solidFill>
                <a:schemeClr val="accent2"/>
              </a:solidFill>
              <a:effectLst/>
              <a:latin typeface="+mn-lt"/>
              <a:ea typeface="+mn-ea"/>
              <a:cs typeface="+mn-cs"/>
            </a:endParaRPr>
          </a:p>
        </p:txBody>
      </p:sp>
      <p:sp>
        <p:nvSpPr>
          <p:cNvPr id="2" name="Footer Placeholder 1">
            <a:extLst>
              <a:ext uri="{FF2B5EF4-FFF2-40B4-BE49-F238E27FC236}">
                <a16:creationId xmlns:a16="http://schemas.microsoft.com/office/drawing/2014/main" id="{5ACF37B9-DA39-7C4B-24F2-E11166D73936}"/>
              </a:ext>
            </a:extLst>
          </p:cNvPr>
          <p:cNvSpPr>
            <a:spLocks noGrp="1"/>
          </p:cNvSpPr>
          <p:nvPr>
            <p:ph type="ftr" sz="quarter" idx="11"/>
          </p:nvPr>
        </p:nvSpPr>
        <p:spPr>
          <a:xfrm>
            <a:off x="457200" y="6519246"/>
            <a:ext cx="6126480" cy="215444"/>
          </a:xfrm>
        </p:spPr>
        <p:txBody>
          <a:bodyPr vert="horz" lIns="0" tIns="0" rIns="0" bIns="0" rtlCol="0" anchor="ctr">
            <a:normAutofit/>
          </a:bodyPr>
          <a:lstStyle/>
          <a:p>
            <a:pPr>
              <a:spcAft>
                <a:spcPts val="600"/>
              </a:spcAft>
            </a:pPr>
            <a:r>
              <a:rPr lang="en-US" kern="1200" dirty="0">
                <a:solidFill>
                  <a:schemeClr val="bg1">
                    <a:lumMod val="50000"/>
                  </a:schemeClr>
                </a:solidFill>
                <a:latin typeface="+mn-lt"/>
                <a:ea typeface="+mn-ea"/>
                <a:cs typeface="+mn-cs"/>
              </a:rPr>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F33DC4BD-2FE5-BC4C-D71B-F4B226EC4DDE}"/>
              </a:ext>
            </a:extLst>
          </p:cNvPr>
          <p:cNvSpPr>
            <a:spLocks noGrp="1"/>
          </p:cNvSpPr>
          <p:nvPr>
            <p:ph type="sldNum" sz="quarter" idx="12"/>
          </p:nvPr>
        </p:nvSpPr>
        <p:spPr>
          <a:xfrm>
            <a:off x="11211486" y="6519246"/>
            <a:ext cx="349997" cy="215444"/>
          </a:xfrm>
        </p:spPr>
        <p:txBody>
          <a:bodyPr vert="horz" lIns="0" tIns="0" rIns="0" bIns="0" rtlCol="0" anchor="ctr">
            <a:normAutofit/>
          </a:bodyPr>
          <a:lstStyle/>
          <a:p>
            <a:pPr>
              <a:spcAft>
                <a:spcPts val="600"/>
              </a:spcAft>
            </a:pPr>
            <a:fld id="{8A05B047-7786-42C0-A2BF-6DB1A4525D42}" type="slidenum">
              <a:rPr lang="en-US" kern="1200">
                <a:latin typeface="+mn-lt"/>
                <a:ea typeface="+mn-ea"/>
                <a:cs typeface="+mn-cs"/>
              </a:rPr>
              <a:pPr>
                <a:spcAft>
                  <a:spcPts val="600"/>
                </a:spcAft>
              </a:pPr>
              <a:t>1</a:t>
            </a:fld>
            <a:endParaRPr lang="en-US" kern="1200" dirty="0">
              <a:latin typeface="+mn-lt"/>
              <a:ea typeface="+mn-ea"/>
              <a:cs typeface="+mn-cs"/>
            </a:endParaRPr>
          </a:p>
        </p:txBody>
      </p:sp>
      <p:sp>
        <p:nvSpPr>
          <p:cNvPr id="4" name="Title 3">
            <a:extLst>
              <a:ext uri="{FF2B5EF4-FFF2-40B4-BE49-F238E27FC236}">
                <a16:creationId xmlns:a16="http://schemas.microsoft.com/office/drawing/2014/main" id="{062479E1-C91F-AD68-076E-E22739BC05F4}"/>
              </a:ext>
            </a:extLst>
          </p:cNvPr>
          <p:cNvSpPr>
            <a:spLocks noGrp="1"/>
          </p:cNvSpPr>
          <p:nvPr>
            <p:ph type="title"/>
          </p:nvPr>
        </p:nvSpPr>
        <p:spPr>
          <a:xfrm>
            <a:off x="457200" y="554818"/>
            <a:ext cx="9144000" cy="594360"/>
          </a:xfrm>
        </p:spPr>
        <p:txBody>
          <a:bodyPr vert="horz" lIns="0" tIns="0" rIns="0" bIns="0" rtlCol="0" anchor="t">
            <a:normAutofit/>
          </a:bodyPr>
          <a:lstStyle/>
          <a:p>
            <a:r>
              <a:rPr lang="en-US" sz="2000" dirty="0"/>
              <a:t>Purpose</a:t>
            </a:r>
          </a:p>
        </p:txBody>
      </p:sp>
      <p:graphicFrame>
        <p:nvGraphicFramePr>
          <p:cNvPr id="5" name="Table 4">
            <a:extLst>
              <a:ext uri="{FF2B5EF4-FFF2-40B4-BE49-F238E27FC236}">
                <a16:creationId xmlns:a16="http://schemas.microsoft.com/office/drawing/2014/main" id="{27218BCC-B0CA-6676-4BCF-C6A7B6465473}"/>
              </a:ext>
            </a:extLst>
          </p:cNvPr>
          <p:cNvGraphicFramePr>
            <a:graphicFrameLocks noGrp="1"/>
          </p:cNvGraphicFramePr>
          <p:nvPr>
            <p:extLst>
              <p:ext uri="{D42A27DB-BD31-4B8C-83A1-F6EECF244321}">
                <p14:modId xmlns:p14="http://schemas.microsoft.com/office/powerpoint/2010/main" val="4155407805"/>
              </p:ext>
            </p:extLst>
          </p:nvPr>
        </p:nvGraphicFramePr>
        <p:xfrm>
          <a:off x="457200" y="851998"/>
          <a:ext cx="11104283" cy="5394960"/>
        </p:xfrm>
        <a:graphic>
          <a:graphicData uri="http://schemas.openxmlformats.org/drawingml/2006/table">
            <a:tbl>
              <a:tblPr/>
              <a:tblGrid>
                <a:gridCol w="11104283">
                  <a:extLst>
                    <a:ext uri="{9D8B030D-6E8A-4147-A177-3AD203B41FA5}">
                      <a16:colId xmlns:a16="http://schemas.microsoft.com/office/drawing/2014/main" val="2944124386"/>
                    </a:ext>
                  </a:extLst>
                </a:gridCol>
              </a:tblGrid>
              <a:tr h="4781232">
                <a:tc>
                  <a:txBody>
                    <a:bodyPr/>
                    <a:lstStyle/>
                    <a:p>
                      <a:pPr fontAlgn="t">
                        <a:lnSpc>
                          <a:spcPct val="100000"/>
                        </a:lnSpc>
                        <a:spcAft>
                          <a:spcPts val="600"/>
                        </a:spcAft>
                        <a:buNone/>
                      </a:pPr>
                      <a:r>
                        <a:rPr lang="en-US" sz="1600" b="0" i="0" dirty="0">
                          <a:effectLst/>
                          <a:latin typeface="Segoe UI" panose="020B0502040204020203" pitchFamily="34" charset="0"/>
                        </a:rPr>
                        <a:t>To </a:t>
                      </a:r>
                      <a:r>
                        <a:rPr lang="en-US" sz="1600" b="1" i="0" dirty="0">
                          <a:effectLst/>
                          <a:latin typeface="Segoe UI" panose="020B0502040204020203" pitchFamily="34" charset="0"/>
                        </a:rPr>
                        <a:t>review the working product increment</a:t>
                      </a:r>
                      <a:r>
                        <a:rPr lang="en-US" sz="1600" b="0" i="0" dirty="0">
                          <a:effectLst/>
                          <a:latin typeface="Segoe UI" panose="020B0502040204020203" pitchFamily="34" charset="0"/>
                        </a:rPr>
                        <a:t>, gather stakeholder feedback, and </a:t>
                      </a:r>
                      <a:r>
                        <a:rPr lang="en-US" sz="1600" b="1" i="0" dirty="0">
                          <a:effectLst/>
                          <a:latin typeface="Segoe UI" panose="020B0502040204020203" pitchFamily="34" charset="0"/>
                        </a:rPr>
                        <a:t>adapt next steps</a:t>
                      </a:r>
                      <a:r>
                        <a:rPr lang="en-US" sz="1600" b="0" i="0" dirty="0">
                          <a:effectLst/>
                          <a:latin typeface="Segoe UI" panose="020B0502040204020203" pitchFamily="34" charset="0"/>
                        </a:rPr>
                        <a:t> based on what we learn.</a:t>
                      </a:r>
                    </a:p>
                    <a:p>
                      <a:pPr fontAlgn="t">
                        <a:lnSpc>
                          <a:spcPct val="100000"/>
                        </a:lnSpc>
                        <a:spcAft>
                          <a:spcPts val="600"/>
                        </a:spcAft>
                        <a:buNone/>
                      </a:pPr>
                      <a:endParaRPr lang="en-US" sz="1000" b="0" i="0" dirty="0">
                        <a:effectLst/>
                        <a:latin typeface="Segoe UI" panose="020B0502040204020203" pitchFamily="34" charset="0"/>
                      </a:endParaRPr>
                    </a:p>
                    <a:p>
                      <a:pPr fontAlgn="t">
                        <a:lnSpc>
                          <a:spcPct val="100000"/>
                        </a:lnSpc>
                        <a:spcAft>
                          <a:spcPts val="600"/>
                        </a:spcAft>
                        <a:buNone/>
                      </a:pPr>
                      <a:r>
                        <a:rPr lang="en-US" sz="1600" b="1" i="0" dirty="0">
                          <a:effectLst/>
                          <a:latin typeface="Segoe UI" panose="020B0502040204020203" pitchFamily="34" charset="0"/>
                        </a:rPr>
                        <a:t>What Happens</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Team </a:t>
                      </a:r>
                      <a:r>
                        <a:rPr lang="en-US" sz="1600" b="1" i="0" dirty="0">
                          <a:effectLst/>
                          <a:latin typeface="Segoe UI" panose="020B0502040204020203" pitchFamily="34" charset="0"/>
                        </a:rPr>
                        <a:t>demonstrates completed, working functionality</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Stakeholders </a:t>
                      </a:r>
                      <a:r>
                        <a:rPr lang="en-US" sz="1600" b="1" i="0" dirty="0">
                          <a:effectLst/>
                          <a:latin typeface="Segoe UI" panose="020B0502040204020203" pitchFamily="34" charset="0"/>
                        </a:rPr>
                        <a:t>see real progress</a:t>
                      </a:r>
                      <a:r>
                        <a:rPr lang="en-US" sz="1600" b="0" i="0" dirty="0">
                          <a:effectLst/>
                          <a:latin typeface="Segoe UI" panose="020B0502040204020203" pitchFamily="34" charset="0"/>
                        </a:rPr>
                        <a:t> against the product vision</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Open discussion to </a:t>
                      </a:r>
                      <a:r>
                        <a:rPr lang="en-US" sz="1600" b="1" i="0" dirty="0">
                          <a:effectLst/>
                          <a:latin typeface="Segoe UI" panose="020B0502040204020203" pitchFamily="34" charset="0"/>
                        </a:rPr>
                        <a:t>validate direction and surface feedback</a:t>
                      </a:r>
                    </a:p>
                    <a:p>
                      <a:pPr fontAlgn="t">
                        <a:lnSpc>
                          <a:spcPct val="100000"/>
                        </a:lnSpc>
                        <a:spcAft>
                          <a:spcPts val="0"/>
                        </a:spcAft>
                        <a:buFont typeface="Arial" panose="020B0604020202020204" pitchFamily="34" charset="0"/>
                        <a:buNone/>
                      </a:pPr>
                      <a:endParaRPr lang="en-US" sz="1000" b="1" i="0" dirty="0">
                        <a:effectLst/>
                        <a:latin typeface="Segoe UI" panose="020B0502040204020203" pitchFamily="34" charset="0"/>
                      </a:endParaRPr>
                    </a:p>
                    <a:p>
                      <a:pPr fontAlgn="t">
                        <a:lnSpc>
                          <a:spcPct val="150000"/>
                        </a:lnSpc>
                        <a:spcAft>
                          <a:spcPts val="600"/>
                        </a:spcAft>
                        <a:buNone/>
                      </a:pPr>
                      <a:r>
                        <a:rPr lang="en-US" sz="1600" b="1" i="0" dirty="0">
                          <a:effectLst/>
                          <a:latin typeface="Segoe UI" panose="020B0502040204020203" pitchFamily="34" charset="0"/>
                        </a:rPr>
                        <a:t>What You Get</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Clear view of </a:t>
                      </a:r>
                      <a:r>
                        <a:rPr lang="en-US" sz="1600" b="1" i="0" dirty="0">
                          <a:effectLst/>
                          <a:latin typeface="Segoe UI" panose="020B0502040204020203" pitchFamily="34" charset="0"/>
                        </a:rPr>
                        <a:t>what’s done and usable</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Opportunity to </a:t>
                      </a:r>
                      <a:r>
                        <a:rPr lang="en-US" sz="1600" b="1" i="0" dirty="0">
                          <a:effectLst/>
                          <a:latin typeface="Segoe UI" panose="020B0502040204020203" pitchFamily="34" charset="0"/>
                        </a:rPr>
                        <a:t>influence priorities early</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Shared understanding of </a:t>
                      </a:r>
                      <a:r>
                        <a:rPr lang="en-US" sz="1600" b="1" i="0" dirty="0">
                          <a:effectLst/>
                          <a:latin typeface="Segoe UI" panose="020B0502040204020203" pitchFamily="34" charset="0"/>
                        </a:rPr>
                        <a:t>product status and next steps</a:t>
                      </a:r>
                    </a:p>
                    <a:p>
                      <a:pPr fontAlgn="t">
                        <a:lnSpc>
                          <a:spcPct val="100000"/>
                        </a:lnSpc>
                        <a:spcAft>
                          <a:spcPts val="0"/>
                        </a:spcAft>
                        <a:buFont typeface="Arial" panose="020B0604020202020204" pitchFamily="34" charset="0"/>
                        <a:buNone/>
                      </a:pPr>
                      <a:endParaRPr lang="en-US" sz="1000" b="0" i="0" dirty="0">
                        <a:effectLst/>
                        <a:latin typeface="Segoe UI" panose="020B0502040204020203" pitchFamily="34" charset="0"/>
                      </a:endParaRPr>
                    </a:p>
                    <a:p>
                      <a:pPr fontAlgn="t">
                        <a:lnSpc>
                          <a:spcPct val="150000"/>
                        </a:lnSpc>
                        <a:spcAft>
                          <a:spcPts val="600"/>
                        </a:spcAft>
                        <a:buNone/>
                      </a:pPr>
                      <a:r>
                        <a:rPr lang="en-US" sz="1600" b="1" i="0" dirty="0">
                          <a:effectLst/>
                          <a:latin typeface="Segoe UI" panose="020B0502040204020203" pitchFamily="34" charset="0"/>
                        </a:rPr>
                        <a:t>Outcomes</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Feedback captured</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Product Backlog </a:t>
                      </a:r>
                      <a:r>
                        <a:rPr lang="en-US" sz="1600" b="1" i="0" dirty="0">
                          <a:effectLst/>
                          <a:latin typeface="Segoe UI" panose="020B0502040204020203" pitchFamily="34" charset="0"/>
                        </a:rPr>
                        <a:t>updated or reprioritized as needed</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Alignment on where the product goes next</a:t>
                      </a:r>
                    </a:p>
                    <a:p>
                      <a:pPr fontAlgn="t">
                        <a:lnSpc>
                          <a:spcPct val="150000"/>
                        </a:lnSpc>
                        <a:spcAft>
                          <a:spcPts val="600"/>
                        </a:spcAft>
                        <a:buNone/>
                      </a:pPr>
                      <a:r>
                        <a:rPr lang="en-US" sz="1600" b="0" i="1" dirty="0">
                          <a:effectLst/>
                          <a:latin typeface="Segoe UI" panose="020B0502040204020203" pitchFamily="34" charset="0"/>
                        </a:rPr>
                        <a:t>This is a collaborative working session—not a status report or approval gate.</a:t>
                      </a:r>
                      <a:endParaRPr lang="en-US" sz="1600" b="0" i="0" dirty="0">
                        <a:effectLst/>
                        <a:latin typeface="Segoe UI" panose="020B0502040204020203" pitchFamily="34"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2246879"/>
                  </a:ext>
                </a:extLst>
              </a:tr>
            </a:tbl>
          </a:graphicData>
        </a:graphic>
      </p:graphicFrame>
    </p:spTree>
    <p:extLst>
      <p:ext uri="{BB962C8B-B14F-4D97-AF65-F5344CB8AC3E}">
        <p14:creationId xmlns:p14="http://schemas.microsoft.com/office/powerpoint/2010/main" val="378571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1">
            <a:extLst>
              <a:ext uri="{FF2B5EF4-FFF2-40B4-BE49-F238E27FC236}">
                <a16:creationId xmlns:a16="http://schemas.microsoft.com/office/drawing/2014/main" id="{1AE84F5C-A2A3-F85C-FAA1-B2BE4346D1F2}"/>
              </a:ext>
            </a:extLst>
          </p:cNvPr>
          <p:cNvSpPr>
            <a:spLocks noGrp="1"/>
          </p:cNvSpPr>
          <p:nvPr>
            <p:ph type="body" sz="quarter" idx="14"/>
          </p:nvPr>
        </p:nvSpPr>
        <p:spPr>
          <a:xfrm>
            <a:off x="457200" y="419101"/>
            <a:ext cx="9144000" cy="320039"/>
          </a:xfrm>
        </p:spPr>
        <p:txBody>
          <a:bodyPr/>
          <a:lstStyle/>
          <a:p>
            <a:r>
              <a:rPr lang="en-US" sz="1600" dirty="0"/>
              <a:t>Need your participation, but how?</a:t>
            </a:r>
            <a:endParaRPr lang="en-US" dirty="0"/>
          </a:p>
        </p:txBody>
      </p:sp>
      <p:sp>
        <p:nvSpPr>
          <p:cNvPr id="6" name="TextBox 5">
            <a:extLst>
              <a:ext uri="{FF2B5EF4-FFF2-40B4-BE49-F238E27FC236}">
                <a16:creationId xmlns:a16="http://schemas.microsoft.com/office/drawing/2014/main" id="{A56466D1-47DC-486E-1156-D2597924E999}"/>
              </a:ext>
            </a:extLst>
          </p:cNvPr>
          <p:cNvSpPr txBox="1"/>
          <p:nvPr/>
        </p:nvSpPr>
        <p:spPr>
          <a:xfrm>
            <a:off x="457200" y="1353039"/>
            <a:ext cx="9144000" cy="1200975"/>
          </a:xfrm>
          <a:prstGeom prst="rect">
            <a:avLst/>
          </a:prstGeom>
        </p:spPr>
        <p:txBody>
          <a:bodyPr vert="horz" lIns="0" tIns="0" rIns="0" bIns="0" rtlCol="0">
            <a:noAutofit/>
          </a:bodyPr>
          <a:lstStyle/>
          <a:p>
            <a:pPr marL="342900" indent="-342900">
              <a:lnSpc>
                <a:spcPct val="90000"/>
              </a:lnSpc>
              <a:spcAft>
                <a:spcPts val="600"/>
              </a:spcAft>
              <a:buClr>
                <a:schemeClr val="tx1">
                  <a:lumMod val="50000"/>
                  <a:lumOff val="50000"/>
                </a:schemeClr>
              </a:buClr>
              <a:buFont typeface="+mj-lt"/>
              <a:buAutoNum type="arabicPeriod"/>
            </a:pPr>
            <a:r>
              <a:rPr lang="en-US" sz="1600" b="0" i="0" kern="1200" dirty="0">
                <a:solidFill>
                  <a:schemeClr val="accent2"/>
                </a:solidFill>
                <a:effectLst/>
                <a:latin typeface="+mn-lt"/>
                <a:ea typeface="+mn-ea"/>
                <a:cs typeface="+mn-cs"/>
              </a:rPr>
              <a:t>You could type on the chat, no magic there.</a:t>
            </a:r>
          </a:p>
          <a:p>
            <a:pPr marL="342900" indent="-342900">
              <a:lnSpc>
                <a:spcPct val="90000"/>
              </a:lnSpc>
              <a:spcAft>
                <a:spcPts val="600"/>
              </a:spcAft>
              <a:buClr>
                <a:schemeClr val="tx1">
                  <a:lumMod val="50000"/>
                  <a:lumOff val="50000"/>
                </a:schemeClr>
              </a:buClr>
              <a:buFont typeface="+mj-lt"/>
              <a:buAutoNum type="arabicPeriod"/>
            </a:pPr>
            <a:r>
              <a:rPr lang="en-US" sz="1600" kern="1200" dirty="0">
                <a:solidFill>
                  <a:schemeClr val="accent2"/>
                </a:solidFill>
                <a:latin typeface="+mn-lt"/>
                <a:ea typeface="+mn-ea"/>
                <a:cs typeface="+mn-cs"/>
              </a:rPr>
              <a:t>Use the Reaction if you see something that you is worthy of your interaction but not that much as unmute or type something on the chat. For introverts, might be your choice.</a:t>
            </a:r>
          </a:p>
          <a:p>
            <a:pPr marL="342900" indent="-342900">
              <a:lnSpc>
                <a:spcPct val="90000"/>
              </a:lnSpc>
              <a:spcAft>
                <a:spcPts val="600"/>
              </a:spcAft>
              <a:buClr>
                <a:schemeClr val="tx1">
                  <a:lumMod val="50000"/>
                  <a:lumOff val="50000"/>
                </a:schemeClr>
              </a:buClr>
              <a:buFont typeface="+mj-lt"/>
              <a:buAutoNum type="arabicPeriod"/>
            </a:pPr>
            <a:r>
              <a:rPr lang="en-US" sz="1600" i="0" kern="1200" dirty="0">
                <a:solidFill>
                  <a:schemeClr val="accent2"/>
                </a:solidFill>
                <a:effectLst/>
                <a:latin typeface="+mn-lt"/>
                <a:ea typeface="+mn-ea"/>
                <a:cs typeface="+mn-cs"/>
              </a:rPr>
              <a:t>Rise your virtual hand, we will try to put you in queue for talking as soon the spot is open.</a:t>
            </a:r>
          </a:p>
          <a:p>
            <a:pPr marL="342900" indent="-342900">
              <a:lnSpc>
                <a:spcPct val="90000"/>
              </a:lnSpc>
              <a:spcAft>
                <a:spcPts val="600"/>
              </a:spcAft>
              <a:buClr>
                <a:schemeClr val="tx1">
                  <a:lumMod val="50000"/>
                  <a:lumOff val="50000"/>
                </a:schemeClr>
              </a:buClr>
              <a:buFont typeface="+mj-lt"/>
              <a:buAutoNum type="arabicPeriod"/>
            </a:pPr>
            <a:endParaRPr lang="en-US" sz="1600" b="0" i="0" kern="1200" dirty="0">
              <a:solidFill>
                <a:schemeClr val="accent2"/>
              </a:solidFill>
              <a:effectLst/>
              <a:latin typeface="+mn-lt"/>
              <a:ea typeface="+mn-ea"/>
              <a:cs typeface="+mn-cs"/>
            </a:endParaRPr>
          </a:p>
        </p:txBody>
      </p:sp>
      <p:pic>
        <p:nvPicPr>
          <p:cNvPr id="20" name="Picture 19">
            <a:extLst>
              <a:ext uri="{FF2B5EF4-FFF2-40B4-BE49-F238E27FC236}">
                <a16:creationId xmlns:a16="http://schemas.microsoft.com/office/drawing/2014/main" id="{0FE0BC42-3EA7-17E1-FEBD-A90E2BBEE48E}"/>
              </a:ext>
            </a:extLst>
          </p:cNvPr>
          <p:cNvPicPr>
            <a:picLocks noChangeAspect="1"/>
          </p:cNvPicPr>
          <p:nvPr/>
        </p:nvPicPr>
        <p:blipFill>
          <a:blip r:embed="rId2"/>
          <a:srcRect l="18142" r="43004" b="-1"/>
          <a:stretch/>
        </p:blipFill>
        <p:spPr>
          <a:xfrm>
            <a:off x="671783" y="2884958"/>
            <a:ext cx="3552062" cy="2765533"/>
          </a:xfrm>
          <a:prstGeom prst="rect">
            <a:avLst/>
          </a:prstGeom>
          <a:noFill/>
        </p:spPr>
      </p:pic>
      <p:pic>
        <p:nvPicPr>
          <p:cNvPr id="11" name="Picture 10">
            <a:extLst>
              <a:ext uri="{FF2B5EF4-FFF2-40B4-BE49-F238E27FC236}">
                <a16:creationId xmlns:a16="http://schemas.microsoft.com/office/drawing/2014/main" id="{48973FCD-9367-62CE-CFA6-7613A064DEF7}"/>
              </a:ext>
            </a:extLst>
          </p:cNvPr>
          <p:cNvPicPr>
            <a:picLocks noChangeAspect="1"/>
          </p:cNvPicPr>
          <p:nvPr/>
        </p:nvPicPr>
        <p:blipFill>
          <a:blip r:embed="rId3"/>
          <a:srcRect l="43074" r="15956"/>
          <a:stretch/>
        </p:blipFill>
        <p:spPr>
          <a:xfrm>
            <a:off x="6348683" y="2884958"/>
            <a:ext cx="3552062" cy="2765533"/>
          </a:xfrm>
          <a:prstGeom prst="rect">
            <a:avLst/>
          </a:prstGeom>
          <a:noFill/>
        </p:spPr>
      </p:pic>
      <p:sp>
        <p:nvSpPr>
          <p:cNvPr id="2" name="Footer Placeholder 1">
            <a:extLst>
              <a:ext uri="{FF2B5EF4-FFF2-40B4-BE49-F238E27FC236}">
                <a16:creationId xmlns:a16="http://schemas.microsoft.com/office/drawing/2014/main" id="{7B2B6E24-3871-B96D-784C-AA31156E6E6F}"/>
              </a:ext>
            </a:extLst>
          </p:cNvPr>
          <p:cNvSpPr>
            <a:spLocks noGrp="1"/>
          </p:cNvSpPr>
          <p:nvPr>
            <p:ph type="ftr" sz="quarter" idx="11"/>
          </p:nvPr>
        </p:nvSpPr>
        <p:spPr>
          <a:xfrm>
            <a:off x="457200" y="6519246"/>
            <a:ext cx="6126480" cy="215444"/>
          </a:xfrm>
        </p:spPr>
        <p:txBody>
          <a:bodyPr vert="horz" lIns="0" tIns="0" rIns="0" bIns="0" rtlCol="0" anchor="ctr">
            <a:normAutofit/>
          </a:bodyPr>
          <a:lstStyle/>
          <a:p>
            <a:pPr>
              <a:spcAft>
                <a:spcPts val="600"/>
              </a:spcAft>
            </a:pPr>
            <a:r>
              <a:rPr lang="en-US" kern="1200" dirty="0">
                <a:solidFill>
                  <a:schemeClr val="bg1">
                    <a:lumMod val="50000"/>
                  </a:schemeClr>
                </a:solidFill>
                <a:latin typeface="+mn-lt"/>
                <a:ea typeface="+mn-ea"/>
                <a:cs typeface="+mn-cs"/>
              </a:rPr>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F3C8FE33-F621-EEC1-33E0-39C21CD51D1C}"/>
              </a:ext>
            </a:extLst>
          </p:cNvPr>
          <p:cNvSpPr>
            <a:spLocks noGrp="1"/>
          </p:cNvSpPr>
          <p:nvPr>
            <p:ph type="sldNum" sz="quarter" idx="12"/>
          </p:nvPr>
        </p:nvSpPr>
        <p:spPr>
          <a:xfrm>
            <a:off x="11211486" y="6519246"/>
            <a:ext cx="349997" cy="215444"/>
          </a:xfrm>
        </p:spPr>
        <p:txBody>
          <a:bodyPr vert="horz" lIns="0" tIns="0" rIns="0" bIns="0" rtlCol="0" anchor="ctr">
            <a:normAutofit/>
          </a:bodyPr>
          <a:lstStyle/>
          <a:p>
            <a:pPr>
              <a:spcAft>
                <a:spcPts val="600"/>
              </a:spcAft>
            </a:pPr>
            <a:fld id="{8A05B047-7786-42C0-A2BF-6DB1A4525D42}" type="slidenum">
              <a:rPr lang="en-US" kern="1200">
                <a:latin typeface="+mn-lt"/>
                <a:ea typeface="+mn-ea"/>
                <a:cs typeface="+mn-cs"/>
              </a:rPr>
              <a:pPr>
                <a:spcAft>
                  <a:spcPts val="600"/>
                </a:spcAft>
              </a:pPr>
              <a:t>2</a:t>
            </a:fld>
            <a:endParaRPr lang="en-US" kern="1200" dirty="0">
              <a:latin typeface="+mn-lt"/>
              <a:ea typeface="+mn-ea"/>
              <a:cs typeface="+mn-cs"/>
            </a:endParaRPr>
          </a:p>
        </p:txBody>
      </p:sp>
      <p:sp>
        <p:nvSpPr>
          <p:cNvPr id="4" name="Title 3">
            <a:extLst>
              <a:ext uri="{FF2B5EF4-FFF2-40B4-BE49-F238E27FC236}">
                <a16:creationId xmlns:a16="http://schemas.microsoft.com/office/drawing/2014/main" id="{256DE1F8-1E84-9346-A100-030A1C3D1AC8}"/>
              </a:ext>
            </a:extLst>
          </p:cNvPr>
          <p:cNvSpPr>
            <a:spLocks noGrp="1"/>
          </p:cNvSpPr>
          <p:nvPr>
            <p:ph type="title"/>
          </p:nvPr>
        </p:nvSpPr>
        <p:spPr>
          <a:xfrm>
            <a:off x="457200" y="826086"/>
            <a:ext cx="9144000" cy="594360"/>
          </a:xfrm>
        </p:spPr>
        <p:txBody>
          <a:bodyPr vert="horz" lIns="0" tIns="0" rIns="0" bIns="0" rtlCol="0" anchor="t">
            <a:normAutofit/>
          </a:bodyPr>
          <a:lstStyle/>
          <a:p>
            <a:r>
              <a:rPr lang="en-US" sz="2000" dirty="0"/>
              <a:t>Sprint Review</a:t>
            </a:r>
          </a:p>
        </p:txBody>
      </p:sp>
    </p:spTree>
    <p:extLst>
      <p:ext uri="{BB962C8B-B14F-4D97-AF65-F5344CB8AC3E}">
        <p14:creationId xmlns:p14="http://schemas.microsoft.com/office/powerpoint/2010/main" val="220379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9681-CF9B-445E-9896-14F3A336AB5F}"/>
              </a:ext>
            </a:extLst>
          </p:cNvPr>
          <p:cNvSpPr>
            <a:spLocks noGrp="1"/>
          </p:cNvSpPr>
          <p:nvPr>
            <p:ph type="ctrTitle"/>
          </p:nvPr>
        </p:nvSpPr>
        <p:spPr>
          <a:xfrm>
            <a:off x="5318143" y="2828009"/>
            <a:ext cx="5328979" cy="1803509"/>
          </a:xfrm>
        </p:spPr>
        <p:txBody>
          <a:bodyPr/>
          <a:lstStyle/>
          <a:p>
            <a:r>
              <a:rPr lang="en-US" dirty="0"/>
              <a:t>Team Everest</a:t>
            </a:r>
          </a:p>
        </p:txBody>
      </p:sp>
      <p:sp>
        <p:nvSpPr>
          <p:cNvPr id="7" name="Subtitle 6">
            <a:extLst>
              <a:ext uri="{FF2B5EF4-FFF2-40B4-BE49-F238E27FC236}">
                <a16:creationId xmlns:a16="http://schemas.microsoft.com/office/drawing/2014/main" id="{9018A48E-A70F-4030-97D4-28D08EF6F7DD}"/>
              </a:ext>
            </a:extLst>
          </p:cNvPr>
          <p:cNvSpPr>
            <a:spLocks noGrp="1"/>
          </p:cNvSpPr>
          <p:nvPr>
            <p:ph type="subTitle" idx="1"/>
          </p:nvPr>
        </p:nvSpPr>
        <p:spPr>
          <a:xfrm>
            <a:off x="5318144" y="4631518"/>
            <a:ext cx="5328978" cy="991275"/>
          </a:xfrm>
        </p:spPr>
        <p:txBody>
          <a:bodyPr vert="horz" lIns="0" tIns="0" rIns="0" bIns="0" rtlCol="0" anchor="t">
            <a:noAutofit/>
          </a:bodyPr>
          <a:lstStyle/>
          <a:p>
            <a:r>
              <a:rPr lang="en-US" b="1" dirty="0"/>
              <a:t>Sprint 8 - 2026 Review</a:t>
            </a:r>
          </a:p>
          <a:p>
            <a:endParaRPr lang="en-US" b="1" dirty="0"/>
          </a:p>
          <a:p>
            <a:endParaRPr lang="en-US" b="1" dirty="0"/>
          </a:p>
        </p:txBody>
      </p:sp>
      <p:pic>
        <p:nvPicPr>
          <p:cNvPr id="4" name="Picture 3">
            <a:extLst>
              <a:ext uri="{FF2B5EF4-FFF2-40B4-BE49-F238E27FC236}">
                <a16:creationId xmlns:a16="http://schemas.microsoft.com/office/drawing/2014/main" id="{4E2976C7-146A-40B0-B3A8-23B9FF47E2E5}"/>
              </a:ext>
            </a:extLst>
          </p:cNvPr>
          <p:cNvPicPr>
            <a:picLocks noChangeAspect="1"/>
          </p:cNvPicPr>
          <p:nvPr/>
        </p:nvPicPr>
        <p:blipFill>
          <a:blip r:embed="rId3"/>
          <a:stretch>
            <a:fillRect/>
          </a:stretch>
        </p:blipFill>
        <p:spPr>
          <a:xfrm>
            <a:off x="9943146" y="5334000"/>
            <a:ext cx="2248854" cy="1524000"/>
          </a:xfrm>
          <a:prstGeom prst="rect">
            <a:avLst/>
          </a:prstGeom>
        </p:spPr>
      </p:pic>
    </p:spTree>
    <p:extLst>
      <p:ext uri="{BB962C8B-B14F-4D97-AF65-F5344CB8AC3E}">
        <p14:creationId xmlns:p14="http://schemas.microsoft.com/office/powerpoint/2010/main" val="1521689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4778B3F-F44E-4B54-8ED8-6F7CA630E02E}"/>
              </a:ext>
            </a:extLst>
          </p:cNvPr>
          <p:cNvSpPr>
            <a:spLocks noGrp="1"/>
          </p:cNvSpPr>
          <p:nvPr>
            <p:ph type="title"/>
          </p:nvPr>
        </p:nvSpPr>
        <p:spPr/>
        <p:txBody>
          <a:bodyPr/>
          <a:lstStyle/>
          <a:p>
            <a:r>
              <a:rPr lang="en-US" dirty="0"/>
              <a:t>Product Vision</a:t>
            </a:r>
          </a:p>
        </p:txBody>
      </p:sp>
      <p:sp>
        <p:nvSpPr>
          <p:cNvPr id="9" name="Content Placeholder 8">
            <a:extLst>
              <a:ext uri="{FF2B5EF4-FFF2-40B4-BE49-F238E27FC236}">
                <a16:creationId xmlns:a16="http://schemas.microsoft.com/office/drawing/2014/main" id="{4C720DDF-4B9A-4E66-A7F5-D5DBCD501C89}"/>
              </a:ext>
            </a:extLst>
          </p:cNvPr>
          <p:cNvSpPr>
            <a:spLocks noGrp="1"/>
          </p:cNvSpPr>
          <p:nvPr>
            <p:ph type="body" sz="quarter" idx="13"/>
          </p:nvPr>
        </p:nvSpPr>
        <p:spPr>
          <a:xfrm>
            <a:off x="6096000" y="4894881"/>
            <a:ext cx="5302228" cy="666750"/>
          </a:xfrm>
        </p:spPr>
        <p:txBody>
          <a:bodyPr/>
          <a:lstStyle/>
          <a:p>
            <a:pPr marL="0" indent="0">
              <a:buNone/>
            </a:pPr>
            <a:r>
              <a:rPr lang="en-US" sz="2400" dirty="0">
                <a:solidFill>
                  <a:schemeClr val="accent3">
                    <a:lumMod val="75000"/>
                  </a:schemeClr>
                </a:solidFill>
              </a:rPr>
              <a:t>Streamlined, innovative software to ensure the efficient processing and delivery of compliant documents.</a:t>
            </a:r>
          </a:p>
        </p:txBody>
      </p:sp>
      <p:pic>
        <p:nvPicPr>
          <p:cNvPr id="13" name="Picture Placeholder 12" descr="Graphical user interface, text, application&#10;&#10;Description automatically generated">
            <a:extLst>
              <a:ext uri="{FF2B5EF4-FFF2-40B4-BE49-F238E27FC236}">
                <a16:creationId xmlns:a16="http://schemas.microsoft.com/office/drawing/2014/main" id="{39954986-72BE-4B29-9712-FDC7DDA4ED3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4612" r="4612"/>
          <a:stretch>
            <a:fillRect/>
          </a:stretch>
        </p:blipFill>
        <p:spPr/>
      </p:pic>
      <p:sp>
        <p:nvSpPr>
          <p:cNvPr id="10" name="Media Placeholder 9">
            <a:extLst>
              <a:ext uri="{FF2B5EF4-FFF2-40B4-BE49-F238E27FC236}">
                <a16:creationId xmlns:a16="http://schemas.microsoft.com/office/drawing/2014/main" id="{4A6F5A6F-14EF-4F98-B889-23251BB7213D}"/>
              </a:ext>
            </a:extLst>
          </p:cNvPr>
          <p:cNvSpPr>
            <a:spLocks noGrp="1"/>
          </p:cNvSpPr>
          <p:nvPr>
            <p:ph type="media" sz="quarter" idx="14"/>
          </p:nvPr>
        </p:nvSpPr>
        <p:spPr>
          <a:xfrm>
            <a:off x="-15666" y="623"/>
            <a:ext cx="2352675" cy="4617387"/>
          </a:xfrm>
        </p:spPr>
        <p:txBody>
          <a:bodyPr/>
          <a:lstStyle/>
          <a:p>
            <a:endParaRPr lang="en-US" dirty="0"/>
          </a:p>
        </p:txBody>
      </p:sp>
    </p:spTree>
    <p:extLst>
      <p:ext uri="{BB962C8B-B14F-4D97-AF65-F5344CB8AC3E}">
        <p14:creationId xmlns:p14="http://schemas.microsoft.com/office/powerpoint/2010/main" val="132742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F230D20-8808-B8DE-E72A-DB4C68FB794E}"/>
              </a:ext>
            </a:extLst>
          </p:cNvPr>
          <p:cNvSpPr>
            <a:spLocks noGrp="1"/>
          </p:cNvSpPr>
          <p:nvPr>
            <p:ph sz="quarter" idx="15"/>
          </p:nvPr>
        </p:nvSpPr>
        <p:spPr>
          <a:xfrm>
            <a:off x="457200" y="1352550"/>
            <a:ext cx="11010900" cy="4152900"/>
          </a:xfrm>
        </p:spPr>
        <p:txBody>
          <a:bodyPr vert="horz" lIns="0" tIns="0" rIns="0" bIns="0" rtlCol="0" anchor="t">
            <a:noAutofit/>
          </a:bodyPr>
          <a:lstStyle/>
          <a:p>
            <a:endParaRPr lang="en-US" dirty="0"/>
          </a:p>
          <a:p>
            <a:pPr>
              <a:buClr>
                <a:srgbClr val="808080"/>
              </a:buClr>
            </a:pPr>
            <a:endParaRPr lang="en-US" dirty="0">
              <a:cs typeface="Arial" panose="020B0604020202020204"/>
            </a:endParaRPr>
          </a:p>
        </p:txBody>
      </p:sp>
      <p:sp>
        <p:nvSpPr>
          <p:cNvPr id="5" name="Footer Placeholder 4">
            <a:extLst>
              <a:ext uri="{FF2B5EF4-FFF2-40B4-BE49-F238E27FC236}">
                <a16:creationId xmlns:a16="http://schemas.microsoft.com/office/drawing/2014/main" id="{1FA29F9A-ED88-55DA-33B5-13A06731EDC7}"/>
              </a:ext>
            </a:extLst>
          </p:cNvPr>
          <p:cNvSpPr>
            <a:spLocks noGrp="1"/>
          </p:cNvSpPr>
          <p:nvPr>
            <p:ph type="ftr" sz="quarter" idx="11"/>
          </p:nvPr>
        </p:nvSpPr>
        <p:spPr/>
        <p:txBody>
          <a:bodyPr/>
          <a:lstStyle/>
          <a:p>
            <a:r>
              <a:rPr lang="en-US" dirty="0">
                <a:solidFill>
                  <a:schemeClr val="bg1">
                    <a:lumMod val="50000"/>
                  </a:schemeClr>
                </a:solidFill>
              </a:rPr>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A3280012-A697-FD82-76E0-E301F2092740}"/>
              </a:ext>
            </a:extLst>
          </p:cNvPr>
          <p:cNvSpPr>
            <a:spLocks noGrp="1"/>
          </p:cNvSpPr>
          <p:nvPr>
            <p:ph type="sldNum" sz="quarter" idx="12"/>
          </p:nvPr>
        </p:nvSpPr>
        <p:spPr/>
        <p:txBody>
          <a:bodyPr/>
          <a:lstStyle/>
          <a:p>
            <a:fld id="{8A05B047-7786-42C0-A2BF-6DB1A4525D42}" type="slidenum">
              <a:rPr lang="en-US" smtClean="0"/>
              <a:pPr/>
              <a:t>5</a:t>
            </a:fld>
            <a:endParaRPr lang="en-US" dirty="0"/>
          </a:p>
        </p:txBody>
      </p:sp>
      <p:sp>
        <p:nvSpPr>
          <p:cNvPr id="7" name="Title 6">
            <a:extLst>
              <a:ext uri="{FF2B5EF4-FFF2-40B4-BE49-F238E27FC236}">
                <a16:creationId xmlns:a16="http://schemas.microsoft.com/office/drawing/2014/main" id="{4551C97B-E382-166D-FBEB-F54AFF537344}"/>
              </a:ext>
            </a:extLst>
          </p:cNvPr>
          <p:cNvSpPr>
            <a:spLocks noGrp="1"/>
          </p:cNvSpPr>
          <p:nvPr>
            <p:ph type="title"/>
          </p:nvPr>
        </p:nvSpPr>
        <p:spPr/>
        <p:txBody>
          <a:bodyPr/>
          <a:lstStyle/>
          <a:p>
            <a:r>
              <a:rPr lang="en-US" dirty="0"/>
              <a:t>Team Everest Roster</a:t>
            </a:r>
          </a:p>
        </p:txBody>
      </p:sp>
      <p:pic>
        <p:nvPicPr>
          <p:cNvPr id="2" name="Picture 1" descr="A close up of a text&#10;&#10;Description automatically generated">
            <a:extLst>
              <a:ext uri="{FF2B5EF4-FFF2-40B4-BE49-F238E27FC236}">
                <a16:creationId xmlns:a16="http://schemas.microsoft.com/office/drawing/2014/main" id="{BA582C34-5773-34FF-97E8-6A12885B2A99}"/>
              </a:ext>
            </a:extLst>
          </p:cNvPr>
          <p:cNvPicPr>
            <a:picLocks noChangeAspect="1"/>
          </p:cNvPicPr>
          <p:nvPr/>
        </p:nvPicPr>
        <p:blipFill>
          <a:blip r:embed="rId3"/>
          <a:stretch>
            <a:fillRect/>
          </a:stretch>
        </p:blipFill>
        <p:spPr>
          <a:xfrm>
            <a:off x="400493" y="1487140"/>
            <a:ext cx="2743200" cy="853440"/>
          </a:xfrm>
          <a:prstGeom prst="rect">
            <a:avLst/>
          </a:prstGeom>
        </p:spPr>
      </p:pic>
      <p:pic>
        <p:nvPicPr>
          <p:cNvPr id="9" name="Picture 8" descr="A close-up of a business card&#10;&#10;Description automatically generated">
            <a:extLst>
              <a:ext uri="{FF2B5EF4-FFF2-40B4-BE49-F238E27FC236}">
                <a16:creationId xmlns:a16="http://schemas.microsoft.com/office/drawing/2014/main" id="{9FC1E1BA-A49A-E1F3-718B-69C698E61F47}"/>
              </a:ext>
            </a:extLst>
          </p:cNvPr>
          <p:cNvPicPr>
            <a:picLocks noChangeAspect="1"/>
          </p:cNvPicPr>
          <p:nvPr/>
        </p:nvPicPr>
        <p:blipFill>
          <a:blip r:embed="rId4"/>
          <a:stretch>
            <a:fillRect/>
          </a:stretch>
        </p:blipFill>
        <p:spPr>
          <a:xfrm>
            <a:off x="348532" y="2388311"/>
            <a:ext cx="2743200" cy="996696"/>
          </a:xfrm>
          <a:prstGeom prst="rect">
            <a:avLst/>
          </a:prstGeom>
        </p:spPr>
      </p:pic>
      <p:pic>
        <p:nvPicPr>
          <p:cNvPr id="13" name="Picture 12" descr="A close-up of a person&#10;&#10;Description automatically generated">
            <a:extLst>
              <a:ext uri="{FF2B5EF4-FFF2-40B4-BE49-F238E27FC236}">
                <a16:creationId xmlns:a16="http://schemas.microsoft.com/office/drawing/2014/main" id="{F2631B2C-ED10-BA17-095F-2A100BE14EBE}"/>
              </a:ext>
            </a:extLst>
          </p:cNvPr>
          <p:cNvPicPr>
            <a:picLocks noChangeAspect="1"/>
          </p:cNvPicPr>
          <p:nvPr/>
        </p:nvPicPr>
        <p:blipFill>
          <a:blip r:embed="rId5"/>
          <a:stretch>
            <a:fillRect/>
          </a:stretch>
        </p:blipFill>
        <p:spPr>
          <a:xfrm>
            <a:off x="256155" y="3289005"/>
            <a:ext cx="2946990" cy="1167565"/>
          </a:xfrm>
          <a:prstGeom prst="rect">
            <a:avLst/>
          </a:prstGeom>
        </p:spPr>
      </p:pic>
      <p:pic>
        <p:nvPicPr>
          <p:cNvPr id="15" name="Picture 14" descr="A close-up of a document&#10;&#10;Description automatically generated">
            <a:extLst>
              <a:ext uri="{FF2B5EF4-FFF2-40B4-BE49-F238E27FC236}">
                <a16:creationId xmlns:a16="http://schemas.microsoft.com/office/drawing/2014/main" id="{3C39E5B5-81D1-28A4-5336-3E7F3DD7002C}"/>
              </a:ext>
            </a:extLst>
          </p:cNvPr>
          <p:cNvPicPr>
            <a:picLocks noChangeAspect="1"/>
          </p:cNvPicPr>
          <p:nvPr/>
        </p:nvPicPr>
        <p:blipFill>
          <a:blip r:embed="rId6"/>
          <a:stretch>
            <a:fillRect/>
          </a:stretch>
        </p:blipFill>
        <p:spPr>
          <a:xfrm>
            <a:off x="5988609" y="1231161"/>
            <a:ext cx="2743200" cy="1111889"/>
          </a:xfrm>
          <a:prstGeom prst="rect">
            <a:avLst/>
          </a:prstGeom>
        </p:spPr>
      </p:pic>
      <p:pic>
        <p:nvPicPr>
          <p:cNvPr id="16" name="Picture 15" descr="A close-up of a person&#10;&#10;Description automatically generated">
            <a:extLst>
              <a:ext uri="{FF2B5EF4-FFF2-40B4-BE49-F238E27FC236}">
                <a16:creationId xmlns:a16="http://schemas.microsoft.com/office/drawing/2014/main" id="{53C1F784-7138-EFD8-5ECD-46121C674209}"/>
              </a:ext>
            </a:extLst>
          </p:cNvPr>
          <p:cNvPicPr>
            <a:picLocks noChangeAspect="1"/>
          </p:cNvPicPr>
          <p:nvPr/>
        </p:nvPicPr>
        <p:blipFill>
          <a:blip r:embed="rId7"/>
          <a:stretch>
            <a:fillRect/>
          </a:stretch>
        </p:blipFill>
        <p:spPr>
          <a:xfrm>
            <a:off x="5934325" y="2244957"/>
            <a:ext cx="2743200" cy="1130035"/>
          </a:xfrm>
          <a:prstGeom prst="rect">
            <a:avLst/>
          </a:prstGeom>
        </p:spPr>
      </p:pic>
      <p:pic>
        <p:nvPicPr>
          <p:cNvPr id="18" name="Picture 17" descr="A close up of a business card&#10;&#10;Description automatically generated">
            <a:extLst>
              <a:ext uri="{FF2B5EF4-FFF2-40B4-BE49-F238E27FC236}">
                <a16:creationId xmlns:a16="http://schemas.microsoft.com/office/drawing/2014/main" id="{7B44A6C7-A493-7ED0-A8E4-DE5193BCFFF9}"/>
              </a:ext>
            </a:extLst>
          </p:cNvPr>
          <p:cNvPicPr>
            <a:picLocks noChangeAspect="1"/>
          </p:cNvPicPr>
          <p:nvPr/>
        </p:nvPicPr>
        <p:blipFill>
          <a:blip r:embed="rId8"/>
          <a:stretch>
            <a:fillRect/>
          </a:stretch>
        </p:blipFill>
        <p:spPr>
          <a:xfrm>
            <a:off x="363420" y="4400547"/>
            <a:ext cx="2743200" cy="876859"/>
          </a:xfrm>
          <a:prstGeom prst="rect">
            <a:avLst/>
          </a:prstGeom>
        </p:spPr>
      </p:pic>
      <p:pic>
        <p:nvPicPr>
          <p:cNvPr id="10" name="Picture 9" descr="A close-up of a white background&#10;&#10;Description automatically generated">
            <a:extLst>
              <a:ext uri="{FF2B5EF4-FFF2-40B4-BE49-F238E27FC236}">
                <a16:creationId xmlns:a16="http://schemas.microsoft.com/office/drawing/2014/main" id="{AF47457A-C26F-FF71-C1C6-304D5E523546}"/>
              </a:ext>
            </a:extLst>
          </p:cNvPr>
          <p:cNvPicPr>
            <a:picLocks noChangeAspect="1"/>
          </p:cNvPicPr>
          <p:nvPr/>
        </p:nvPicPr>
        <p:blipFill>
          <a:blip r:embed="rId9"/>
          <a:stretch>
            <a:fillRect/>
          </a:stretch>
        </p:blipFill>
        <p:spPr>
          <a:xfrm>
            <a:off x="2935126" y="2152138"/>
            <a:ext cx="3171825" cy="1095375"/>
          </a:xfrm>
          <a:prstGeom prst="rect">
            <a:avLst/>
          </a:prstGeom>
        </p:spPr>
      </p:pic>
      <p:pic>
        <p:nvPicPr>
          <p:cNvPr id="21" name="Picture 20" descr="A close up of a text&#10;&#10;Description automatically generated">
            <a:extLst>
              <a:ext uri="{FF2B5EF4-FFF2-40B4-BE49-F238E27FC236}">
                <a16:creationId xmlns:a16="http://schemas.microsoft.com/office/drawing/2014/main" id="{E20BCD6E-79F1-8D1A-5B1B-F9E8773A52C5}"/>
              </a:ext>
            </a:extLst>
          </p:cNvPr>
          <p:cNvPicPr>
            <a:picLocks noChangeAspect="1"/>
          </p:cNvPicPr>
          <p:nvPr/>
        </p:nvPicPr>
        <p:blipFill>
          <a:blip r:embed="rId10"/>
          <a:stretch>
            <a:fillRect/>
          </a:stretch>
        </p:blipFill>
        <p:spPr>
          <a:xfrm>
            <a:off x="3091732" y="4392506"/>
            <a:ext cx="2755900" cy="841375"/>
          </a:xfrm>
          <a:prstGeom prst="rect">
            <a:avLst/>
          </a:prstGeom>
        </p:spPr>
      </p:pic>
      <p:pic>
        <p:nvPicPr>
          <p:cNvPr id="22" name="Picture 21" descr="A close up of a logo&#10;&#10;Description automatically generated">
            <a:extLst>
              <a:ext uri="{FF2B5EF4-FFF2-40B4-BE49-F238E27FC236}">
                <a16:creationId xmlns:a16="http://schemas.microsoft.com/office/drawing/2014/main" id="{8D300359-0EAE-DB2E-6E78-08DAC416FE98}"/>
              </a:ext>
            </a:extLst>
          </p:cNvPr>
          <p:cNvPicPr>
            <a:picLocks noChangeAspect="1"/>
          </p:cNvPicPr>
          <p:nvPr/>
        </p:nvPicPr>
        <p:blipFill>
          <a:blip r:embed="rId11"/>
          <a:stretch>
            <a:fillRect/>
          </a:stretch>
        </p:blipFill>
        <p:spPr>
          <a:xfrm>
            <a:off x="2914005" y="1262167"/>
            <a:ext cx="3162300" cy="971550"/>
          </a:xfrm>
          <a:prstGeom prst="rect">
            <a:avLst/>
          </a:prstGeom>
        </p:spPr>
      </p:pic>
      <p:pic>
        <p:nvPicPr>
          <p:cNvPr id="24" name="Picture 23" descr="A close up of a name&#10;&#10;Description automatically generated">
            <a:extLst>
              <a:ext uri="{FF2B5EF4-FFF2-40B4-BE49-F238E27FC236}">
                <a16:creationId xmlns:a16="http://schemas.microsoft.com/office/drawing/2014/main" id="{EAE6EE40-5CDE-5D68-413B-B867161713EA}"/>
              </a:ext>
            </a:extLst>
          </p:cNvPr>
          <p:cNvPicPr>
            <a:picLocks noChangeAspect="1"/>
          </p:cNvPicPr>
          <p:nvPr/>
        </p:nvPicPr>
        <p:blipFill rotWithShape="1">
          <a:blip r:embed="rId12"/>
          <a:srcRect r="5594"/>
          <a:stretch/>
        </p:blipFill>
        <p:spPr>
          <a:xfrm>
            <a:off x="8779665" y="1262849"/>
            <a:ext cx="2837564" cy="970868"/>
          </a:xfrm>
          <a:prstGeom prst="rect">
            <a:avLst/>
          </a:prstGeom>
        </p:spPr>
      </p:pic>
      <p:grpSp>
        <p:nvGrpSpPr>
          <p:cNvPr id="23" name="Group 22">
            <a:extLst>
              <a:ext uri="{FF2B5EF4-FFF2-40B4-BE49-F238E27FC236}">
                <a16:creationId xmlns:a16="http://schemas.microsoft.com/office/drawing/2014/main" id="{A798987C-711A-A354-E121-F729B1A4C5EE}"/>
              </a:ext>
            </a:extLst>
          </p:cNvPr>
          <p:cNvGrpSpPr/>
          <p:nvPr/>
        </p:nvGrpSpPr>
        <p:grpSpPr>
          <a:xfrm>
            <a:off x="3038199" y="3278743"/>
            <a:ext cx="2907585" cy="1061306"/>
            <a:chOff x="8809304" y="2337103"/>
            <a:chExt cx="2907585" cy="1061306"/>
          </a:xfrm>
        </p:grpSpPr>
        <p:pic>
          <p:nvPicPr>
            <p:cNvPr id="20" name="Picture 19" descr="A close up of a white background&#10;&#10;Description automatically generated">
              <a:extLst>
                <a:ext uri="{FF2B5EF4-FFF2-40B4-BE49-F238E27FC236}">
                  <a16:creationId xmlns:a16="http://schemas.microsoft.com/office/drawing/2014/main" id="{47D98551-FD3C-2099-CC48-C5A77AAF2A32}"/>
                </a:ext>
              </a:extLst>
            </p:cNvPr>
            <p:cNvPicPr>
              <a:picLocks noChangeAspect="1"/>
            </p:cNvPicPr>
            <p:nvPr/>
          </p:nvPicPr>
          <p:blipFill>
            <a:blip r:embed="rId13"/>
            <a:stretch>
              <a:fillRect/>
            </a:stretch>
          </p:blipFill>
          <p:spPr>
            <a:xfrm>
              <a:off x="8906674" y="2337103"/>
              <a:ext cx="2810215" cy="953069"/>
            </a:xfrm>
            <a:prstGeom prst="rect">
              <a:avLst/>
            </a:prstGeom>
          </p:spPr>
        </p:pic>
        <p:pic>
          <p:nvPicPr>
            <p:cNvPr id="12" name="Picture 11">
              <a:extLst>
                <a:ext uri="{FF2B5EF4-FFF2-40B4-BE49-F238E27FC236}">
                  <a16:creationId xmlns:a16="http://schemas.microsoft.com/office/drawing/2014/main" id="{BC65FC61-4587-ED60-3D10-2368CDAA30FE}"/>
                </a:ext>
              </a:extLst>
            </p:cNvPr>
            <p:cNvPicPr>
              <a:picLocks noChangeAspect="1"/>
            </p:cNvPicPr>
            <p:nvPr/>
          </p:nvPicPr>
          <p:blipFill>
            <a:blip r:embed="rId14"/>
            <a:stretch>
              <a:fillRect/>
            </a:stretch>
          </p:blipFill>
          <p:spPr>
            <a:xfrm>
              <a:off x="8809304" y="2417453"/>
              <a:ext cx="940365" cy="980956"/>
            </a:xfrm>
            <a:prstGeom prst="rect">
              <a:avLst/>
            </a:prstGeom>
          </p:spPr>
        </p:pic>
        <p:sp>
          <p:nvSpPr>
            <p:cNvPr id="19" name="Flowchart: Connector 18">
              <a:extLst>
                <a:ext uri="{FF2B5EF4-FFF2-40B4-BE49-F238E27FC236}">
                  <a16:creationId xmlns:a16="http://schemas.microsoft.com/office/drawing/2014/main" id="{DA7FF910-A636-9DFF-3404-FD9780D1B92E}"/>
                </a:ext>
              </a:extLst>
            </p:cNvPr>
            <p:cNvSpPr/>
            <p:nvPr/>
          </p:nvSpPr>
          <p:spPr>
            <a:xfrm>
              <a:off x="9431377" y="3020028"/>
              <a:ext cx="256482" cy="264168"/>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pic>
        <p:nvPicPr>
          <p:cNvPr id="3" name="Picture 2" descr="A close-up of a person&#10;&#10;AI-generated content may be incorrect.">
            <a:extLst>
              <a:ext uri="{FF2B5EF4-FFF2-40B4-BE49-F238E27FC236}">
                <a16:creationId xmlns:a16="http://schemas.microsoft.com/office/drawing/2014/main" id="{6D2C0CEA-941F-8551-FAD3-4BC2451A1D10}"/>
              </a:ext>
            </a:extLst>
          </p:cNvPr>
          <p:cNvPicPr>
            <a:picLocks noChangeAspect="1"/>
          </p:cNvPicPr>
          <p:nvPr/>
        </p:nvPicPr>
        <p:blipFill>
          <a:blip r:embed="rId15"/>
          <a:srcRect l="2879"/>
          <a:stretch/>
        </p:blipFill>
        <p:spPr>
          <a:xfrm>
            <a:off x="8699305" y="2078558"/>
            <a:ext cx="2923227" cy="1104900"/>
          </a:xfrm>
          <a:prstGeom prst="rect">
            <a:avLst/>
          </a:prstGeom>
        </p:spPr>
      </p:pic>
      <p:pic>
        <p:nvPicPr>
          <p:cNvPr id="11" name="Picture 10">
            <a:extLst>
              <a:ext uri="{FF2B5EF4-FFF2-40B4-BE49-F238E27FC236}">
                <a16:creationId xmlns:a16="http://schemas.microsoft.com/office/drawing/2014/main" id="{029474FF-4DAE-FC8E-AD6E-63D5FEC89EF3}"/>
              </a:ext>
            </a:extLst>
          </p:cNvPr>
          <p:cNvPicPr>
            <a:picLocks noChangeAspect="1"/>
          </p:cNvPicPr>
          <p:nvPr/>
        </p:nvPicPr>
        <p:blipFill>
          <a:blip r:embed="rId16"/>
          <a:stretch>
            <a:fillRect/>
          </a:stretch>
        </p:blipFill>
        <p:spPr>
          <a:xfrm>
            <a:off x="5993640" y="3318283"/>
            <a:ext cx="2496333" cy="911070"/>
          </a:xfrm>
          <a:prstGeom prst="rect">
            <a:avLst/>
          </a:prstGeom>
        </p:spPr>
      </p:pic>
      <p:grpSp>
        <p:nvGrpSpPr>
          <p:cNvPr id="26" name="Group 25">
            <a:extLst>
              <a:ext uri="{FF2B5EF4-FFF2-40B4-BE49-F238E27FC236}">
                <a16:creationId xmlns:a16="http://schemas.microsoft.com/office/drawing/2014/main" id="{1B32D12D-9652-DE8D-A465-F03B0A06BF0B}"/>
              </a:ext>
            </a:extLst>
          </p:cNvPr>
          <p:cNvGrpSpPr/>
          <p:nvPr/>
        </p:nvGrpSpPr>
        <p:grpSpPr>
          <a:xfrm>
            <a:off x="8837168" y="3101879"/>
            <a:ext cx="2457793" cy="962159"/>
            <a:chOff x="8796607" y="3236704"/>
            <a:chExt cx="2457793" cy="962159"/>
          </a:xfrm>
        </p:grpSpPr>
        <p:pic>
          <p:nvPicPr>
            <p:cNvPr id="17" name="Picture 16">
              <a:extLst>
                <a:ext uri="{FF2B5EF4-FFF2-40B4-BE49-F238E27FC236}">
                  <a16:creationId xmlns:a16="http://schemas.microsoft.com/office/drawing/2014/main" id="{2D894A28-9888-F018-DFD2-63726095DA2B}"/>
                </a:ext>
              </a:extLst>
            </p:cNvPr>
            <p:cNvPicPr>
              <a:picLocks noChangeAspect="1"/>
            </p:cNvPicPr>
            <p:nvPr/>
          </p:nvPicPr>
          <p:blipFill>
            <a:blip r:embed="rId17"/>
            <a:stretch>
              <a:fillRect/>
            </a:stretch>
          </p:blipFill>
          <p:spPr>
            <a:xfrm>
              <a:off x="8796607" y="3236704"/>
              <a:ext cx="2457793" cy="962159"/>
            </a:xfrm>
            <a:prstGeom prst="rect">
              <a:avLst/>
            </a:prstGeom>
          </p:spPr>
        </p:pic>
        <p:sp>
          <p:nvSpPr>
            <p:cNvPr id="25" name="Oval 24">
              <a:extLst>
                <a:ext uri="{FF2B5EF4-FFF2-40B4-BE49-F238E27FC236}">
                  <a16:creationId xmlns:a16="http://schemas.microsoft.com/office/drawing/2014/main" id="{4C537D0B-29EF-85D1-68AC-4632D35B9858}"/>
                </a:ext>
              </a:extLst>
            </p:cNvPr>
            <p:cNvSpPr/>
            <p:nvPr/>
          </p:nvSpPr>
          <p:spPr>
            <a:xfrm>
              <a:off x="9314821" y="3913884"/>
              <a:ext cx="231112" cy="2323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pic>
        <p:nvPicPr>
          <p:cNvPr id="8" name="Picture 7" descr="A close-up of a computer&#10;&#10;Description automatically generated">
            <a:extLst>
              <a:ext uri="{FF2B5EF4-FFF2-40B4-BE49-F238E27FC236}">
                <a16:creationId xmlns:a16="http://schemas.microsoft.com/office/drawing/2014/main" id="{4B821E9C-8E13-982A-12DE-469DE2334667}"/>
              </a:ext>
            </a:extLst>
          </p:cNvPr>
          <p:cNvPicPr>
            <a:picLocks noChangeAspect="1"/>
          </p:cNvPicPr>
          <p:nvPr/>
        </p:nvPicPr>
        <p:blipFill>
          <a:blip r:embed="rId18"/>
          <a:stretch>
            <a:fillRect/>
          </a:stretch>
        </p:blipFill>
        <p:spPr>
          <a:xfrm>
            <a:off x="5956300" y="4340049"/>
            <a:ext cx="2647950" cy="971550"/>
          </a:xfrm>
          <a:prstGeom prst="rect">
            <a:avLst/>
          </a:prstGeom>
        </p:spPr>
      </p:pic>
    </p:spTree>
    <p:extLst>
      <p:ext uri="{BB962C8B-B14F-4D97-AF65-F5344CB8AC3E}">
        <p14:creationId xmlns:p14="http://schemas.microsoft.com/office/powerpoint/2010/main" val="284963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79E3BE-5818-4C3D-9184-AA00F538C8FC}"/>
              </a:ext>
            </a:extLst>
          </p:cNvPr>
          <p:cNvSpPr>
            <a:spLocks noGrp="1"/>
          </p:cNvSpPr>
          <p:nvPr>
            <p:ph type="title"/>
          </p:nvPr>
        </p:nvSpPr>
        <p:spPr/>
        <p:txBody>
          <a:bodyPr/>
          <a:lstStyle/>
          <a:p>
            <a:r>
              <a:rPr lang="en-US" dirty="0"/>
              <a:t>Agenda</a:t>
            </a:r>
          </a:p>
        </p:txBody>
      </p:sp>
      <p:sp>
        <p:nvSpPr>
          <p:cNvPr id="6" name="Text Placeholder 5">
            <a:extLst>
              <a:ext uri="{FF2B5EF4-FFF2-40B4-BE49-F238E27FC236}">
                <a16:creationId xmlns:a16="http://schemas.microsoft.com/office/drawing/2014/main" id="{35EE8D2B-77A3-4D22-8877-7F29458819E0}"/>
              </a:ext>
            </a:extLst>
          </p:cNvPr>
          <p:cNvSpPr>
            <a:spLocks noGrp="1"/>
          </p:cNvSpPr>
          <p:nvPr>
            <p:ph type="body" sz="quarter" idx="12"/>
          </p:nvPr>
        </p:nvSpPr>
        <p:spPr>
          <a:xfrm>
            <a:off x="6624765" y="1637060"/>
            <a:ext cx="379095" cy="787400"/>
          </a:xfrm>
        </p:spPr>
        <p:txBody>
          <a:bodyPr/>
          <a:lstStyle/>
          <a:p>
            <a:r>
              <a:rPr lang="en-US" dirty="0"/>
              <a:t>1</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4" name="Text Placeholder 12">
            <a:extLst>
              <a:ext uri="{FF2B5EF4-FFF2-40B4-BE49-F238E27FC236}">
                <a16:creationId xmlns:a16="http://schemas.microsoft.com/office/drawing/2014/main" id="{AA8F0AAF-47C0-45D3-A421-E0CCF6D8931F}"/>
              </a:ext>
            </a:extLst>
          </p:cNvPr>
          <p:cNvSpPr txBox="1">
            <a:spLocks/>
          </p:cNvSpPr>
          <p:nvPr/>
        </p:nvSpPr>
        <p:spPr>
          <a:xfrm>
            <a:off x="7151837" y="1752600"/>
            <a:ext cx="3103506" cy="5008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Sprint 8 – 2026 Overview</a:t>
            </a:r>
          </a:p>
        </p:txBody>
      </p:sp>
      <p:sp>
        <p:nvSpPr>
          <p:cNvPr id="11" name="Text Placeholder 6">
            <a:extLst>
              <a:ext uri="{FF2B5EF4-FFF2-40B4-BE49-F238E27FC236}">
                <a16:creationId xmlns:a16="http://schemas.microsoft.com/office/drawing/2014/main" id="{7E4E1FEE-0A47-4387-9F4A-A060C5FE183D}"/>
              </a:ext>
            </a:extLst>
          </p:cNvPr>
          <p:cNvSpPr txBox="1">
            <a:spLocks/>
          </p:cNvSpPr>
          <p:nvPr/>
        </p:nvSpPr>
        <p:spPr>
          <a:xfrm>
            <a:off x="7151837" y="3387984"/>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Sprint 9 - 2026 Highlights</a:t>
            </a:r>
          </a:p>
        </p:txBody>
      </p:sp>
      <p:sp>
        <p:nvSpPr>
          <p:cNvPr id="13" name="Text Placeholder 7">
            <a:extLst>
              <a:ext uri="{FF2B5EF4-FFF2-40B4-BE49-F238E27FC236}">
                <a16:creationId xmlns:a16="http://schemas.microsoft.com/office/drawing/2014/main" id="{3BAB59C4-8225-4B10-8BF1-931D9D893387}"/>
              </a:ext>
            </a:extLst>
          </p:cNvPr>
          <p:cNvSpPr txBox="1">
            <a:spLocks/>
          </p:cNvSpPr>
          <p:nvPr/>
        </p:nvSpPr>
        <p:spPr>
          <a:xfrm>
            <a:off x="6624764" y="3265940"/>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3</a:t>
            </a:r>
          </a:p>
        </p:txBody>
      </p:sp>
      <p:sp>
        <p:nvSpPr>
          <p:cNvPr id="8" name="Text Placeholder 7">
            <a:extLst>
              <a:ext uri="{FF2B5EF4-FFF2-40B4-BE49-F238E27FC236}">
                <a16:creationId xmlns:a16="http://schemas.microsoft.com/office/drawing/2014/main" id="{E0E47F13-FEBE-70EB-3EB5-5C36A90F3826}"/>
              </a:ext>
            </a:extLst>
          </p:cNvPr>
          <p:cNvSpPr txBox="1">
            <a:spLocks/>
          </p:cNvSpPr>
          <p:nvPr/>
        </p:nvSpPr>
        <p:spPr>
          <a:xfrm>
            <a:off x="6624766" y="2449065"/>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2</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7" name="Text Placeholder 6">
            <a:extLst>
              <a:ext uri="{FF2B5EF4-FFF2-40B4-BE49-F238E27FC236}">
                <a16:creationId xmlns:a16="http://schemas.microsoft.com/office/drawing/2014/main" id="{86521C37-1A83-FB54-2F37-42B5F70E3763}"/>
              </a:ext>
            </a:extLst>
          </p:cNvPr>
          <p:cNvSpPr txBox="1">
            <a:spLocks/>
          </p:cNvSpPr>
          <p:nvPr/>
        </p:nvSpPr>
        <p:spPr>
          <a:xfrm>
            <a:off x="7151837" y="2581087"/>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Demo</a:t>
            </a:r>
          </a:p>
        </p:txBody>
      </p:sp>
      <p:sp>
        <p:nvSpPr>
          <p:cNvPr id="2" name="Text Placeholder 7">
            <a:extLst>
              <a:ext uri="{FF2B5EF4-FFF2-40B4-BE49-F238E27FC236}">
                <a16:creationId xmlns:a16="http://schemas.microsoft.com/office/drawing/2014/main" id="{3D1AE132-9E62-E554-3EF0-7F9C3DC585FE}"/>
              </a:ext>
            </a:extLst>
          </p:cNvPr>
          <p:cNvSpPr txBox="1">
            <a:spLocks/>
          </p:cNvSpPr>
          <p:nvPr/>
        </p:nvSpPr>
        <p:spPr>
          <a:xfrm>
            <a:off x="6624764" y="4053340"/>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4</a:t>
            </a:r>
          </a:p>
        </p:txBody>
      </p:sp>
      <p:sp>
        <p:nvSpPr>
          <p:cNvPr id="3" name="Text Placeholder 6">
            <a:extLst>
              <a:ext uri="{FF2B5EF4-FFF2-40B4-BE49-F238E27FC236}">
                <a16:creationId xmlns:a16="http://schemas.microsoft.com/office/drawing/2014/main" id="{3B573BB7-25C1-00FD-5992-267A2D93C038}"/>
              </a:ext>
            </a:extLst>
          </p:cNvPr>
          <p:cNvSpPr txBox="1">
            <a:spLocks/>
          </p:cNvSpPr>
          <p:nvPr/>
        </p:nvSpPr>
        <p:spPr>
          <a:xfrm>
            <a:off x="7151837" y="4194881"/>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Initiative Burn-Ups</a:t>
            </a:r>
          </a:p>
        </p:txBody>
      </p:sp>
    </p:spTree>
    <p:extLst>
      <p:ext uri="{BB962C8B-B14F-4D97-AF65-F5344CB8AC3E}">
        <p14:creationId xmlns:p14="http://schemas.microsoft.com/office/powerpoint/2010/main" val="99703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E2A2B1-7AAD-891D-0261-46EFD04F1AE0}"/>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104C57CE-AF5E-6F20-B6DD-F97BEEB49E93}"/>
              </a:ext>
            </a:extLst>
          </p:cNvPr>
          <p:cNvSpPr>
            <a:spLocks noGrp="1"/>
          </p:cNvSpPr>
          <p:nvPr>
            <p:ph type="sldNum" sz="quarter" idx="12"/>
          </p:nvPr>
        </p:nvSpPr>
        <p:spPr/>
        <p:txBody>
          <a:bodyPr/>
          <a:lstStyle/>
          <a:p>
            <a:fld id="{8A05B047-7786-42C0-A2BF-6DB1A4525D42}" type="slidenum">
              <a:rPr lang="en-US" smtClean="0"/>
              <a:t>7</a:t>
            </a:fld>
            <a:endParaRPr lang="en-US" dirty="0"/>
          </a:p>
        </p:txBody>
      </p:sp>
      <p:sp>
        <p:nvSpPr>
          <p:cNvPr id="4" name="Title 4">
            <a:extLst>
              <a:ext uri="{FF2B5EF4-FFF2-40B4-BE49-F238E27FC236}">
                <a16:creationId xmlns:a16="http://schemas.microsoft.com/office/drawing/2014/main" id="{532A0B5A-8908-D71A-9EDE-4FF8AAE3D13B}"/>
              </a:ext>
            </a:extLst>
          </p:cNvPr>
          <p:cNvSpPr txBox="1">
            <a:spLocks/>
          </p:cNvSpPr>
          <p:nvPr/>
        </p:nvSpPr>
        <p:spPr>
          <a:xfrm>
            <a:off x="204848" y="497543"/>
            <a:ext cx="10481760" cy="594360"/>
          </a:xfrm>
          <a:prstGeom prst="rect">
            <a:avLst/>
          </a:prstGeom>
        </p:spPr>
        <p:txBody>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r>
              <a:rPr lang="en-US" b="0" dirty="0"/>
              <a:t>Mass Delivery &amp; Tracking Tool</a:t>
            </a:r>
          </a:p>
        </p:txBody>
      </p:sp>
      <p:pic>
        <p:nvPicPr>
          <p:cNvPr id="8" name="Picture 7">
            <a:extLst>
              <a:ext uri="{FF2B5EF4-FFF2-40B4-BE49-F238E27FC236}">
                <a16:creationId xmlns:a16="http://schemas.microsoft.com/office/drawing/2014/main" id="{8E03B7F4-7F6B-2232-B554-379933C1B30C}"/>
              </a:ext>
            </a:extLst>
          </p:cNvPr>
          <p:cNvPicPr>
            <a:picLocks noChangeAspect="1"/>
          </p:cNvPicPr>
          <p:nvPr/>
        </p:nvPicPr>
        <p:blipFill>
          <a:blip r:embed="rId2"/>
          <a:stretch>
            <a:fillRect/>
          </a:stretch>
        </p:blipFill>
        <p:spPr>
          <a:xfrm>
            <a:off x="1708428" y="1254757"/>
            <a:ext cx="8259328" cy="4934639"/>
          </a:xfrm>
          <a:prstGeom prst="rect">
            <a:avLst/>
          </a:prstGeom>
        </p:spPr>
      </p:pic>
    </p:spTree>
    <p:extLst>
      <p:ext uri="{BB962C8B-B14F-4D97-AF65-F5344CB8AC3E}">
        <p14:creationId xmlns:p14="http://schemas.microsoft.com/office/powerpoint/2010/main" val="397219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D36C3-C439-A29E-FAD2-E6864D62BF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587AD-9766-864F-1D06-BAE18817D2D1}"/>
              </a:ext>
            </a:extLst>
          </p:cNvPr>
          <p:cNvSpPr>
            <a:spLocks noGrp="1"/>
          </p:cNvSpPr>
          <p:nvPr>
            <p:ph type="sldNum" sz="quarter" idx="12"/>
          </p:nvPr>
        </p:nvSpPr>
        <p:spPr/>
        <p:txBody>
          <a:bodyPr/>
          <a:lstStyle/>
          <a:p>
            <a:fld id="{F6399DB0-1606-4A34-A4F1-BB3CBF9AAD12}" type="slidenum">
              <a:rPr lang="en-US" smtClean="0"/>
              <a:t>8</a:t>
            </a:fld>
            <a:endParaRPr lang="en-US" dirty="0"/>
          </a:p>
        </p:txBody>
      </p:sp>
      <p:sp>
        <p:nvSpPr>
          <p:cNvPr id="5" name="Title 4">
            <a:extLst>
              <a:ext uri="{FF2B5EF4-FFF2-40B4-BE49-F238E27FC236}">
                <a16:creationId xmlns:a16="http://schemas.microsoft.com/office/drawing/2014/main" id="{DEEE79FF-CBE2-BA9D-B2F2-4F69EA55E71E}"/>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26067D6A-A069-08A8-60FD-BDEAC2D0BBEC}"/>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FA1AC84C-F0B1-9BDE-8CE2-E2C678303BE0}"/>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MASS DELIVERY AND TRACKING TOOL </a:t>
            </a:r>
          </a:p>
          <a:p>
            <a:pPr marL="0" lvl="3" indent="0">
              <a:lnSpc>
                <a:spcPct val="100000"/>
              </a:lnSpc>
              <a:spcBef>
                <a:spcPts val="600"/>
              </a:spcBef>
              <a:spcAft>
                <a:spcPct val="15000"/>
              </a:spcAft>
              <a:buNone/>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5FC1D5F9-B388-7D5E-CA8D-D22324791881}"/>
              </a:ext>
            </a:extLst>
          </p:cNvPr>
          <p:cNvGraphicFramePr>
            <a:graphicFrameLocks noGrp="1"/>
          </p:cNvGraphicFramePr>
          <p:nvPr>
            <p:extLst>
              <p:ext uri="{D42A27DB-BD31-4B8C-83A1-F6EECF244321}">
                <p14:modId xmlns:p14="http://schemas.microsoft.com/office/powerpoint/2010/main" val="938328804"/>
              </p:ext>
            </p:extLst>
          </p:nvPr>
        </p:nvGraphicFramePr>
        <p:xfrm>
          <a:off x="375584" y="6088777"/>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20335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23090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1" name="Picture 10">
            <a:extLst>
              <a:ext uri="{FF2B5EF4-FFF2-40B4-BE49-F238E27FC236}">
                <a16:creationId xmlns:a16="http://schemas.microsoft.com/office/drawing/2014/main" id="{4886AF4B-5393-5672-2965-58EA7C5227CC}"/>
              </a:ext>
            </a:extLst>
          </p:cNvPr>
          <p:cNvPicPr>
            <a:picLocks noChangeAspect="1"/>
          </p:cNvPicPr>
          <p:nvPr/>
        </p:nvPicPr>
        <p:blipFill>
          <a:blip r:embed="rId3"/>
          <a:stretch>
            <a:fillRect/>
          </a:stretch>
        </p:blipFill>
        <p:spPr>
          <a:xfrm>
            <a:off x="3596416" y="951345"/>
            <a:ext cx="514422" cy="362001"/>
          </a:xfrm>
          <a:prstGeom prst="rect">
            <a:avLst/>
          </a:prstGeom>
        </p:spPr>
      </p:pic>
      <p:pic>
        <p:nvPicPr>
          <p:cNvPr id="7" name="Picture 6">
            <a:extLst>
              <a:ext uri="{FF2B5EF4-FFF2-40B4-BE49-F238E27FC236}">
                <a16:creationId xmlns:a16="http://schemas.microsoft.com/office/drawing/2014/main" id="{5C5ACA4C-31C0-5CE1-69D7-54BCBE5D5DB1}"/>
              </a:ext>
            </a:extLst>
          </p:cNvPr>
          <p:cNvPicPr>
            <a:picLocks noChangeAspect="1"/>
          </p:cNvPicPr>
          <p:nvPr/>
        </p:nvPicPr>
        <p:blipFill>
          <a:blip r:embed="rId4"/>
          <a:stretch>
            <a:fillRect/>
          </a:stretch>
        </p:blipFill>
        <p:spPr>
          <a:xfrm>
            <a:off x="278467" y="1313346"/>
            <a:ext cx="11029991" cy="3640968"/>
          </a:xfrm>
          <a:prstGeom prst="rect">
            <a:avLst/>
          </a:prstGeom>
        </p:spPr>
      </p:pic>
    </p:spTree>
    <p:extLst>
      <p:ext uri="{BB962C8B-B14F-4D97-AF65-F5344CB8AC3E}">
        <p14:creationId xmlns:p14="http://schemas.microsoft.com/office/powerpoint/2010/main" val="425797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FBFC-E739-1375-7253-52419D015E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39F865-DC6B-1879-788F-D52D95B6D4A9}"/>
              </a:ext>
            </a:extLst>
          </p:cNvPr>
          <p:cNvSpPr>
            <a:spLocks noGrp="1"/>
          </p:cNvSpPr>
          <p:nvPr>
            <p:ph type="sldNum" sz="quarter" idx="12"/>
          </p:nvPr>
        </p:nvSpPr>
        <p:spPr/>
        <p:txBody>
          <a:bodyPr/>
          <a:lstStyle/>
          <a:p>
            <a:fld id="{F6399DB0-1606-4A34-A4F1-BB3CBF9AAD12}" type="slidenum">
              <a:rPr lang="en-US" smtClean="0"/>
              <a:t>9</a:t>
            </a:fld>
            <a:endParaRPr lang="en-US" dirty="0"/>
          </a:p>
        </p:txBody>
      </p:sp>
      <p:sp>
        <p:nvSpPr>
          <p:cNvPr id="5" name="Title 4">
            <a:extLst>
              <a:ext uri="{FF2B5EF4-FFF2-40B4-BE49-F238E27FC236}">
                <a16:creationId xmlns:a16="http://schemas.microsoft.com/office/drawing/2014/main" id="{D2097083-7D29-8148-A246-5CA73E4BBD78}"/>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p>
        </p:txBody>
      </p:sp>
      <p:sp>
        <p:nvSpPr>
          <p:cNvPr id="6" name="Footer Placeholder 2">
            <a:extLst>
              <a:ext uri="{FF2B5EF4-FFF2-40B4-BE49-F238E27FC236}">
                <a16:creationId xmlns:a16="http://schemas.microsoft.com/office/drawing/2014/main" id="{05D94AA5-B27B-D5A3-B511-D11EF58B0E95}"/>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B6438EDA-09D4-8FE3-8F52-59EFAD64804F}"/>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MASS DELIVERY AND TRACKING TOOL </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After packages have expired at the eSignature vendor, created the back-end process to allow a user to move these plans to a new batch.</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Created the back-end process to handle when delivery to the eSignature vendor fails (undeliverable, inbox full).</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Changed folder path naming to mirror how it is done today for Chorus or Impact workflow (Execution date and time).</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Created the load testing for delivery for each business unit.</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Created the CI/CD process for the new eSignature application and added integration testing.</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Connected Mass Delivery and Tracking Tool workflow to the new eSignature application.</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Leveraging AI, created document repository for technical and business flow.</a:t>
            </a:r>
          </a:p>
          <a:p>
            <a:pPr marL="0" lvl="3" indent="0">
              <a:lnSpc>
                <a:spcPct val="100000"/>
              </a:lnSpc>
              <a:spcBef>
                <a:spcPts val="600"/>
              </a:spcBef>
              <a:spcAft>
                <a:spcPct val="15000"/>
              </a:spcAft>
              <a:buNone/>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3" indent="0">
              <a:lnSpc>
                <a:spcPct val="100000"/>
              </a:lnSpc>
              <a:spcBef>
                <a:spcPts val="600"/>
              </a:spcBef>
              <a:spcAft>
                <a:spcPct val="15000"/>
              </a:spcAft>
              <a:buNone/>
              <a:tabLst>
                <a:tab pos="227013" algn="l"/>
              </a:tabLst>
            </a:pPr>
            <a:r>
              <a:rPr lang="en-US" b="1" dirty="0">
                <a:solidFill>
                  <a:srgbClr val="FF0000"/>
                </a:solidFill>
                <a:latin typeface="Calibri" panose="020F0502020204030204" pitchFamily="34" charset="0"/>
                <a:cs typeface="Calibri" panose="020F0502020204030204" pitchFamily="34" charset="0"/>
              </a:rPr>
              <a:t>DEMO </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Handling when a client chooses to Decline to Sign when they review the package from the eSignature vendor.</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Allow a user to abort a batch prior to delivery step.</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Completed and documented load testing for the Document Generation step.</a:t>
            </a: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CA558EAF-90A1-EC80-EFDD-4C6D4563EEBD}"/>
              </a:ext>
            </a:extLst>
          </p:cNvPr>
          <p:cNvGraphicFramePr>
            <a:graphicFrameLocks noGrp="1"/>
          </p:cNvGraphicFramePr>
          <p:nvPr/>
        </p:nvGraphicFramePr>
        <p:xfrm>
          <a:off x="375584" y="6088777"/>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20335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23090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1" name="Picture 10">
            <a:extLst>
              <a:ext uri="{FF2B5EF4-FFF2-40B4-BE49-F238E27FC236}">
                <a16:creationId xmlns:a16="http://schemas.microsoft.com/office/drawing/2014/main" id="{6388D94B-8FB2-4DE4-0101-546956C2BA1F}"/>
              </a:ext>
            </a:extLst>
          </p:cNvPr>
          <p:cNvPicPr>
            <a:picLocks noChangeAspect="1"/>
          </p:cNvPicPr>
          <p:nvPr/>
        </p:nvPicPr>
        <p:blipFill>
          <a:blip r:embed="rId3"/>
          <a:stretch>
            <a:fillRect/>
          </a:stretch>
        </p:blipFill>
        <p:spPr>
          <a:xfrm>
            <a:off x="3596416" y="951345"/>
            <a:ext cx="514422" cy="362001"/>
          </a:xfrm>
          <a:prstGeom prst="rect">
            <a:avLst/>
          </a:prstGeom>
        </p:spPr>
      </p:pic>
      <p:pic>
        <p:nvPicPr>
          <p:cNvPr id="7" name="Picture 6">
            <a:hlinkClick r:id="rId4" action="ppaction://hlinksldjump"/>
            <a:extLst>
              <a:ext uri="{FF2B5EF4-FFF2-40B4-BE49-F238E27FC236}">
                <a16:creationId xmlns:a16="http://schemas.microsoft.com/office/drawing/2014/main" id="{85511F5C-1290-3130-7722-C43E7B3F1E80}"/>
              </a:ext>
            </a:extLst>
          </p:cNvPr>
          <p:cNvPicPr>
            <a:picLocks noChangeAspect="1"/>
          </p:cNvPicPr>
          <p:nvPr/>
        </p:nvPicPr>
        <p:blipFill>
          <a:blip r:embed="rId5"/>
          <a:stretch>
            <a:fillRect/>
          </a:stretch>
        </p:blipFill>
        <p:spPr>
          <a:xfrm>
            <a:off x="8303580" y="2971064"/>
            <a:ext cx="371498" cy="344191"/>
          </a:xfrm>
          <a:prstGeom prst="rect">
            <a:avLst/>
          </a:prstGeom>
          <a:ln>
            <a:solidFill>
              <a:schemeClr val="accent1"/>
            </a:solidFill>
          </a:ln>
        </p:spPr>
      </p:pic>
    </p:spTree>
    <p:extLst>
      <p:ext uri="{BB962C8B-B14F-4D97-AF65-F5344CB8AC3E}">
        <p14:creationId xmlns:p14="http://schemas.microsoft.com/office/powerpoint/2010/main" val="53688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78E0E6-C034-2F8C-23FC-E60A65D08E94}"/>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97F85B0E-D8E1-AB32-77EC-D70B2BA7BFE8}"/>
              </a:ext>
            </a:extLst>
          </p:cNvPr>
          <p:cNvSpPr>
            <a:spLocks noGrp="1"/>
          </p:cNvSpPr>
          <p:nvPr>
            <p:ph type="sldNum" sz="quarter" idx="12"/>
          </p:nvPr>
        </p:nvSpPr>
        <p:spPr/>
        <p:txBody>
          <a:bodyPr/>
          <a:lstStyle/>
          <a:p>
            <a:fld id="{8A05B047-7786-42C0-A2BF-6DB1A4525D42}" type="slidenum">
              <a:rPr lang="en-US" smtClean="0"/>
              <a:t>10</a:t>
            </a:fld>
            <a:endParaRPr lang="en-US" dirty="0"/>
          </a:p>
        </p:txBody>
      </p:sp>
      <p:sp>
        <p:nvSpPr>
          <p:cNvPr id="10" name="Arrow: Right 9">
            <a:hlinkClick r:id="rId2" action="ppaction://hlinksldjump"/>
            <a:extLst>
              <a:ext uri="{FF2B5EF4-FFF2-40B4-BE49-F238E27FC236}">
                <a16:creationId xmlns:a16="http://schemas.microsoft.com/office/drawing/2014/main" id="{5EE3EE6D-1CE6-4EF7-9CD4-D67E42D1E7C1}"/>
              </a:ext>
            </a:extLst>
          </p:cNvPr>
          <p:cNvSpPr/>
          <p:nvPr/>
        </p:nvSpPr>
        <p:spPr>
          <a:xfrm flipH="1">
            <a:off x="10462232" y="5924885"/>
            <a:ext cx="749254" cy="59436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pic>
        <p:nvPicPr>
          <p:cNvPr id="4" name="Picture 3">
            <a:extLst>
              <a:ext uri="{FF2B5EF4-FFF2-40B4-BE49-F238E27FC236}">
                <a16:creationId xmlns:a16="http://schemas.microsoft.com/office/drawing/2014/main" id="{60DA2C26-126F-8900-FD16-56D8DEECC02C}"/>
              </a:ext>
            </a:extLst>
          </p:cNvPr>
          <p:cNvPicPr>
            <a:picLocks noChangeAspect="1"/>
          </p:cNvPicPr>
          <p:nvPr/>
        </p:nvPicPr>
        <p:blipFill>
          <a:blip r:embed="rId3"/>
          <a:srcRect l="42528"/>
          <a:stretch>
            <a:fillRect/>
          </a:stretch>
        </p:blipFill>
        <p:spPr>
          <a:xfrm>
            <a:off x="2786744" y="1209352"/>
            <a:ext cx="6126480" cy="4715533"/>
          </a:xfrm>
          <a:prstGeom prst="rect">
            <a:avLst/>
          </a:prstGeom>
        </p:spPr>
      </p:pic>
    </p:spTree>
    <p:extLst>
      <p:ext uri="{BB962C8B-B14F-4D97-AF65-F5344CB8AC3E}">
        <p14:creationId xmlns:p14="http://schemas.microsoft.com/office/powerpoint/2010/main" val="73410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7D1E2-4C60-2B24-9002-EADC3657CD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84AEC7-8039-139A-ABDA-CFAA6A4B1589}"/>
              </a:ext>
            </a:extLst>
          </p:cNvPr>
          <p:cNvSpPr>
            <a:spLocks noGrp="1"/>
          </p:cNvSpPr>
          <p:nvPr>
            <p:ph type="sldNum" sz="quarter" idx="12"/>
          </p:nvPr>
        </p:nvSpPr>
        <p:spPr/>
        <p:txBody>
          <a:bodyPr/>
          <a:lstStyle/>
          <a:p>
            <a:fld id="{F6399DB0-1606-4A34-A4F1-BB3CBF9AAD12}" type="slidenum">
              <a:rPr lang="en-US" smtClean="0"/>
              <a:t>11</a:t>
            </a:fld>
            <a:endParaRPr lang="en-US" dirty="0"/>
          </a:p>
        </p:txBody>
      </p:sp>
      <p:sp>
        <p:nvSpPr>
          <p:cNvPr id="5" name="Title 4">
            <a:extLst>
              <a:ext uri="{FF2B5EF4-FFF2-40B4-BE49-F238E27FC236}">
                <a16:creationId xmlns:a16="http://schemas.microsoft.com/office/drawing/2014/main" id="{5069DD4D-2162-5CCE-FBD7-0547A17450C4}"/>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9C5C7AC0-6822-6FC6-5AC7-B41BCE3B5B61}"/>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EB99D05E-C2AD-3FED-4DF2-6C9F65B5672D}"/>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INTERIM AMENDMENT</a:t>
            </a: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C10A2177-84C1-25DE-3B0A-3E21EB36FD44}"/>
              </a:ext>
            </a:extLst>
          </p:cNvPr>
          <p:cNvGraphicFramePr>
            <a:graphicFrameLocks noGrp="1"/>
          </p:cNvGraphicFramePr>
          <p:nvPr>
            <p:extLst>
              <p:ext uri="{D42A27DB-BD31-4B8C-83A1-F6EECF244321}">
                <p14:modId xmlns:p14="http://schemas.microsoft.com/office/powerpoint/2010/main" val="916938766"/>
              </p:ext>
            </p:extLst>
          </p:nvPr>
        </p:nvGraphicFramePr>
        <p:xfrm>
          <a:off x="414525" y="6181362"/>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8" name="Picture 7">
            <a:extLst>
              <a:ext uri="{FF2B5EF4-FFF2-40B4-BE49-F238E27FC236}">
                <a16:creationId xmlns:a16="http://schemas.microsoft.com/office/drawing/2014/main" id="{4ED390FF-5027-CA33-DD96-A1CC96F7ADF5}"/>
              </a:ext>
            </a:extLst>
          </p:cNvPr>
          <p:cNvPicPr>
            <a:picLocks noChangeAspect="1"/>
          </p:cNvPicPr>
          <p:nvPr/>
        </p:nvPicPr>
        <p:blipFill>
          <a:blip r:embed="rId3"/>
          <a:stretch>
            <a:fillRect/>
          </a:stretch>
        </p:blipFill>
        <p:spPr>
          <a:xfrm>
            <a:off x="320563" y="1435649"/>
            <a:ext cx="10250330" cy="866896"/>
          </a:xfrm>
          <a:prstGeom prst="rect">
            <a:avLst/>
          </a:prstGeom>
        </p:spPr>
      </p:pic>
    </p:spTree>
    <p:extLst>
      <p:ext uri="{BB962C8B-B14F-4D97-AF65-F5344CB8AC3E}">
        <p14:creationId xmlns:p14="http://schemas.microsoft.com/office/powerpoint/2010/main" val="1178148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B4022-627E-CD32-9971-D0780FAC4F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8FC18E-1DE8-7B24-258A-A785C929E02C}"/>
              </a:ext>
            </a:extLst>
          </p:cNvPr>
          <p:cNvSpPr>
            <a:spLocks noGrp="1"/>
          </p:cNvSpPr>
          <p:nvPr>
            <p:ph type="sldNum" sz="quarter" idx="12"/>
          </p:nvPr>
        </p:nvSpPr>
        <p:spPr/>
        <p:txBody>
          <a:bodyPr/>
          <a:lstStyle/>
          <a:p>
            <a:fld id="{F6399DB0-1606-4A34-A4F1-BB3CBF9AAD12}" type="slidenum">
              <a:rPr lang="en-US" smtClean="0"/>
              <a:t>12</a:t>
            </a:fld>
            <a:endParaRPr lang="en-US" dirty="0"/>
          </a:p>
        </p:txBody>
      </p:sp>
      <p:sp>
        <p:nvSpPr>
          <p:cNvPr id="5" name="Title 4">
            <a:extLst>
              <a:ext uri="{FF2B5EF4-FFF2-40B4-BE49-F238E27FC236}">
                <a16:creationId xmlns:a16="http://schemas.microsoft.com/office/drawing/2014/main" id="{8F54CC2A-07F4-F24A-6EB6-2BBB118B2C77}"/>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p>
        </p:txBody>
      </p:sp>
      <p:sp>
        <p:nvSpPr>
          <p:cNvPr id="6" name="Footer Placeholder 2">
            <a:extLst>
              <a:ext uri="{FF2B5EF4-FFF2-40B4-BE49-F238E27FC236}">
                <a16:creationId xmlns:a16="http://schemas.microsoft.com/office/drawing/2014/main" id="{52FBC456-6C64-A80F-E4AB-F1BB7EDD1DDF}"/>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9B049FE4-FB74-45EA-E7C1-4B4FF64ABC09}"/>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INTERIM AMENDMENT</a:t>
            </a:r>
          </a:p>
          <a:p>
            <a:pPr marL="231775" lvl="3" indent="-231775">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Completed update to Chorus workflow for determining which document status will require updating. </a:t>
            </a:r>
          </a:p>
          <a:p>
            <a:pPr marL="746125" lvl="5" indent="-285750">
              <a:lnSpc>
                <a:spcPct val="100000"/>
              </a:lnSpc>
              <a:spcBef>
                <a:spcPts val="600"/>
              </a:spcBef>
              <a:spcAft>
                <a:spcPct val="15000"/>
              </a:spcAft>
              <a:buFont typeface="Wingdings" panose="05000000000000000000" pitchFamily="2" charset="2"/>
              <a:buChar char="q"/>
              <a:tabLst>
                <a:tab pos="457200" algn="l"/>
              </a:tabLst>
            </a:pPr>
            <a:r>
              <a:rPr lang="en-US" dirty="0">
                <a:solidFill>
                  <a:srgbClr val="000000"/>
                </a:solidFill>
                <a:latin typeface="Calibri" panose="020F0502020204030204" pitchFamily="34" charset="0"/>
                <a:cs typeface="Calibri" panose="020F0502020204030204" pitchFamily="34" charset="0"/>
              </a:rPr>
              <a:t>To be tested by business when we have the IMPACT workflow also updated.</a:t>
            </a:r>
          </a:p>
          <a:p>
            <a:pPr marL="1149350" lvl="7" indent="-285750">
              <a:lnSpc>
                <a:spcPct val="100000"/>
              </a:lnSpc>
              <a:spcBef>
                <a:spcPts val="600"/>
              </a:spcBef>
              <a:spcAft>
                <a:spcPct val="15000"/>
              </a:spcAft>
              <a:buFont typeface="Wingdings" panose="05000000000000000000" pitchFamily="2" charset="2"/>
              <a:buChar char="v"/>
            </a:pPr>
            <a:r>
              <a:rPr lang="en-US" dirty="0">
                <a:solidFill>
                  <a:srgbClr val="000000"/>
                </a:solidFill>
                <a:latin typeface="Calibri" panose="020F0502020204030204" pitchFamily="34" charset="0"/>
                <a:cs typeface="Calibri" panose="020F0502020204030204" pitchFamily="34" charset="0"/>
              </a:rPr>
              <a:t>If Template Name contains the words “Interim Amendment Only” THEN we will only update document status for Interim Amendment</a:t>
            </a:r>
          </a:p>
          <a:p>
            <a:pPr marL="1149350" lvl="7" indent="-285750">
              <a:lnSpc>
                <a:spcPct val="100000"/>
              </a:lnSpc>
              <a:spcBef>
                <a:spcPts val="600"/>
              </a:spcBef>
              <a:spcAft>
                <a:spcPct val="15000"/>
              </a:spcAft>
              <a:buFont typeface="Wingdings" panose="05000000000000000000" pitchFamily="2" charset="2"/>
              <a:buChar char="v"/>
            </a:pPr>
            <a:r>
              <a:rPr lang="en-US" dirty="0">
                <a:solidFill>
                  <a:srgbClr val="000000"/>
                </a:solidFill>
                <a:latin typeface="Calibri" panose="020F0502020204030204" pitchFamily="34" charset="0"/>
                <a:cs typeface="Calibri" panose="020F0502020204030204" pitchFamily="34" charset="0"/>
              </a:rPr>
              <a:t>If Template Name contains the words “Includes Interim Amendment” THEN we will update BOTH the document status for the Plan Design (AA) and Interim Amendment</a:t>
            </a:r>
          </a:p>
          <a:p>
            <a:pPr marL="1149350" lvl="7" indent="-285750">
              <a:lnSpc>
                <a:spcPct val="100000"/>
              </a:lnSpc>
              <a:spcBef>
                <a:spcPts val="600"/>
              </a:spcBef>
              <a:spcAft>
                <a:spcPct val="15000"/>
              </a:spcAft>
              <a:buFont typeface="Wingdings" panose="05000000000000000000" pitchFamily="2" charset="2"/>
              <a:buChar char="v"/>
            </a:pPr>
            <a:r>
              <a:rPr lang="en-US" dirty="0">
                <a:solidFill>
                  <a:srgbClr val="000000"/>
                </a:solidFill>
                <a:latin typeface="Calibri" panose="020F0502020204030204" pitchFamily="34" charset="0"/>
                <a:cs typeface="Calibri" panose="020F0502020204030204" pitchFamily="34" charset="0"/>
              </a:rPr>
              <a:t>If Template Name contains the words “Excludes Interim Amendment” THEN we will only update document status for the Plan Design (AA)</a:t>
            </a:r>
          </a:p>
          <a:p>
            <a:pPr marL="863600" lvl="5" indent="0">
              <a:lnSpc>
                <a:spcPct val="100000"/>
              </a:lnSpc>
              <a:spcBef>
                <a:spcPts val="600"/>
              </a:spcBef>
              <a:spcAft>
                <a:spcPct val="15000"/>
              </a:spcAft>
              <a:buNone/>
            </a:pPr>
            <a:endParaRPr lang="en-US" dirty="0">
              <a:solidFill>
                <a:srgbClr val="000000"/>
              </a:solidFill>
              <a:latin typeface="Calibri" panose="020F0502020204030204" pitchFamily="34" charset="0"/>
              <a:cs typeface="Calibri" panose="020F0502020204030204" pitchFamily="34" charset="0"/>
            </a:endParaRPr>
          </a:p>
          <a:p>
            <a:pPr marL="285750" lvl="2" indent="-285750">
              <a:lnSpc>
                <a:spcPct val="100000"/>
              </a:lnSpc>
              <a:spcBef>
                <a:spcPts val="600"/>
              </a:spcBef>
              <a:spcAft>
                <a:spcPct val="15000"/>
              </a:spcAft>
            </a:pPr>
            <a:r>
              <a:rPr lang="en-US" dirty="0">
                <a:solidFill>
                  <a:srgbClr val="000000"/>
                </a:solidFill>
                <a:latin typeface="Calibri" panose="020F0502020204030204" pitchFamily="34" charset="0"/>
                <a:cs typeface="Calibri" panose="020F0502020204030204" pitchFamily="34" charset="0"/>
              </a:rPr>
              <a:t>Completed a fix to ensure Amend/Edit button always appears regardless of Interim amendment document status.</a:t>
            </a:r>
          </a:p>
          <a:p>
            <a:pPr marL="285750" lvl="2" indent="-285750">
              <a:lnSpc>
                <a:spcPct val="100000"/>
              </a:lnSpc>
              <a:spcBef>
                <a:spcPts val="600"/>
              </a:spcBef>
              <a:spcAft>
                <a:spcPct val="15000"/>
              </a:spcAft>
            </a:pPr>
            <a:r>
              <a:rPr lang="en-US" dirty="0">
                <a:solidFill>
                  <a:srgbClr val="000000"/>
                </a:solidFill>
                <a:latin typeface="Calibri" panose="020F0502020204030204" pitchFamily="34" charset="0"/>
                <a:cs typeface="Calibri" panose="020F0502020204030204" pitchFamily="34" charset="0"/>
              </a:rPr>
              <a:t>Completed SECURE 2.0 Cycle 3 and PAS business acceptance testing!</a:t>
            </a:r>
          </a:p>
          <a:p>
            <a:pPr marL="914400" lvl="7" indent="-285750">
              <a:lnSpc>
                <a:spcPct val="100000"/>
              </a:lnSpc>
              <a:spcBef>
                <a:spcPts val="600"/>
              </a:spcBef>
              <a:spcAft>
                <a:spcPct val="15000"/>
              </a:spcAft>
              <a:buFont typeface="Wingdings" panose="05000000000000000000" pitchFamily="2" charset="2"/>
              <a:buChar char="q"/>
            </a:pPr>
            <a:endParaRPr lang="en-US" dirty="0">
              <a:solidFill>
                <a:srgbClr val="000000"/>
              </a:solidFill>
              <a:latin typeface="Calibri" panose="020F0502020204030204" pitchFamily="34" charset="0"/>
              <a:cs typeface="Calibri" panose="020F0502020204030204" pitchFamily="34" charset="0"/>
            </a:endParaRP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331CEE70-D6AA-42FA-E095-5921C10F7DE3}"/>
              </a:ext>
            </a:extLst>
          </p:cNvPr>
          <p:cNvGraphicFramePr>
            <a:graphicFrameLocks noGrp="1"/>
          </p:cNvGraphicFramePr>
          <p:nvPr/>
        </p:nvGraphicFramePr>
        <p:xfrm>
          <a:off x="414525" y="6181362"/>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22" name="Picture 21">
            <a:extLst>
              <a:ext uri="{FF2B5EF4-FFF2-40B4-BE49-F238E27FC236}">
                <a16:creationId xmlns:a16="http://schemas.microsoft.com/office/drawing/2014/main" id="{83DBF1A5-A5F6-42F9-B060-EEE680702BB5}"/>
              </a:ext>
            </a:extLst>
          </p:cNvPr>
          <p:cNvPicPr>
            <a:picLocks noChangeAspect="1"/>
          </p:cNvPicPr>
          <p:nvPr/>
        </p:nvPicPr>
        <p:blipFill>
          <a:blip r:embed="rId3"/>
          <a:stretch>
            <a:fillRect/>
          </a:stretch>
        </p:blipFill>
        <p:spPr>
          <a:xfrm>
            <a:off x="8929803" y="1367414"/>
            <a:ext cx="514422" cy="362001"/>
          </a:xfrm>
          <a:prstGeom prst="rect">
            <a:avLst/>
          </a:prstGeom>
        </p:spPr>
      </p:pic>
      <p:pic>
        <p:nvPicPr>
          <p:cNvPr id="11" name="Picture 10">
            <a:hlinkClick r:id="rId4" action="ppaction://hlinksldjump"/>
            <a:extLst>
              <a:ext uri="{FF2B5EF4-FFF2-40B4-BE49-F238E27FC236}">
                <a16:creationId xmlns:a16="http://schemas.microsoft.com/office/drawing/2014/main" id="{0BECD0FD-C7E7-4A73-7AB3-1850E83B941F}"/>
              </a:ext>
            </a:extLst>
          </p:cNvPr>
          <p:cNvPicPr>
            <a:picLocks noChangeAspect="1"/>
          </p:cNvPicPr>
          <p:nvPr/>
        </p:nvPicPr>
        <p:blipFill>
          <a:blip r:embed="rId5"/>
          <a:stretch>
            <a:fillRect/>
          </a:stretch>
        </p:blipFill>
        <p:spPr>
          <a:xfrm>
            <a:off x="3189831" y="3676696"/>
            <a:ext cx="661218" cy="372606"/>
          </a:xfrm>
          <a:prstGeom prst="rect">
            <a:avLst/>
          </a:prstGeom>
          <a:ln>
            <a:solidFill>
              <a:schemeClr val="accent1"/>
            </a:solidFill>
          </a:ln>
        </p:spPr>
      </p:pic>
      <p:pic>
        <p:nvPicPr>
          <p:cNvPr id="3" name="Picture 2">
            <a:extLst>
              <a:ext uri="{FF2B5EF4-FFF2-40B4-BE49-F238E27FC236}">
                <a16:creationId xmlns:a16="http://schemas.microsoft.com/office/drawing/2014/main" id="{F7481A18-3DEA-E885-9CBB-C72245C17B7E}"/>
              </a:ext>
            </a:extLst>
          </p:cNvPr>
          <p:cNvPicPr>
            <a:picLocks noChangeAspect="1"/>
          </p:cNvPicPr>
          <p:nvPr/>
        </p:nvPicPr>
        <p:blipFill>
          <a:blip r:embed="rId3"/>
          <a:stretch>
            <a:fillRect/>
          </a:stretch>
        </p:blipFill>
        <p:spPr>
          <a:xfrm>
            <a:off x="9936693" y="4291614"/>
            <a:ext cx="514422" cy="362001"/>
          </a:xfrm>
          <a:prstGeom prst="rect">
            <a:avLst/>
          </a:prstGeom>
        </p:spPr>
      </p:pic>
      <p:pic>
        <p:nvPicPr>
          <p:cNvPr id="8" name="Picture 7">
            <a:extLst>
              <a:ext uri="{FF2B5EF4-FFF2-40B4-BE49-F238E27FC236}">
                <a16:creationId xmlns:a16="http://schemas.microsoft.com/office/drawing/2014/main" id="{538624E2-693B-5A05-DEAC-9781023DBF8A}"/>
              </a:ext>
            </a:extLst>
          </p:cNvPr>
          <p:cNvPicPr>
            <a:picLocks noChangeAspect="1"/>
          </p:cNvPicPr>
          <p:nvPr/>
        </p:nvPicPr>
        <p:blipFill>
          <a:blip r:embed="rId6"/>
          <a:stretch>
            <a:fillRect/>
          </a:stretch>
        </p:blipFill>
        <p:spPr>
          <a:xfrm>
            <a:off x="10386602" y="4291614"/>
            <a:ext cx="300006" cy="300006"/>
          </a:xfrm>
          <a:prstGeom prst="rect">
            <a:avLst/>
          </a:prstGeom>
        </p:spPr>
      </p:pic>
    </p:spTree>
    <p:extLst>
      <p:ext uri="{BB962C8B-B14F-4D97-AF65-F5344CB8AC3E}">
        <p14:creationId xmlns:p14="http://schemas.microsoft.com/office/powerpoint/2010/main" val="9649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CD55CE-2046-12FE-6FC2-A81F4D2ECEF7}"/>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3432BF6C-40D4-61E1-842A-D992D3C9E2E7}"/>
              </a:ext>
            </a:extLst>
          </p:cNvPr>
          <p:cNvSpPr>
            <a:spLocks noGrp="1"/>
          </p:cNvSpPr>
          <p:nvPr>
            <p:ph type="sldNum" sz="quarter" idx="12"/>
          </p:nvPr>
        </p:nvSpPr>
        <p:spPr/>
        <p:txBody>
          <a:bodyPr/>
          <a:lstStyle/>
          <a:p>
            <a:fld id="{8A05B047-7786-42C0-A2BF-6DB1A4525D42}" type="slidenum">
              <a:rPr lang="en-US" smtClean="0"/>
              <a:t>13</a:t>
            </a:fld>
            <a:endParaRPr lang="en-US" dirty="0"/>
          </a:p>
        </p:txBody>
      </p:sp>
      <p:pic>
        <p:nvPicPr>
          <p:cNvPr id="4" name="Picture 3">
            <a:extLst>
              <a:ext uri="{FF2B5EF4-FFF2-40B4-BE49-F238E27FC236}">
                <a16:creationId xmlns:a16="http://schemas.microsoft.com/office/drawing/2014/main" id="{4F9BB72F-DB1D-C16D-6F62-6C5D4922D355}"/>
              </a:ext>
            </a:extLst>
          </p:cNvPr>
          <p:cNvPicPr>
            <a:picLocks noChangeAspect="1"/>
          </p:cNvPicPr>
          <p:nvPr/>
        </p:nvPicPr>
        <p:blipFill>
          <a:blip r:embed="rId3"/>
          <a:stretch>
            <a:fillRect/>
          </a:stretch>
        </p:blipFill>
        <p:spPr>
          <a:xfrm>
            <a:off x="1669209" y="528646"/>
            <a:ext cx="7896821" cy="5800707"/>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76282D47-F3C3-EE19-BB9B-9232B2E0A832}"/>
                  </a:ext>
                </a:extLst>
              </p14:cNvPr>
              <p14:cNvContentPartPr/>
              <p14:nvPr/>
            </p14:nvContentPartPr>
            <p14:xfrm>
              <a:off x="1994022" y="2894686"/>
              <a:ext cx="1089360" cy="25560"/>
            </p14:xfrm>
          </p:contentPart>
        </mc:Choice>
        <mc:Fallback xmlns="">
          <p:pic>
            <p:nvPicPr>
              <p:cNvPr id="5" name="Ink 4">
                <a:extLst>
                  <a:ext uri="{FF2B5EF4-FFF2-40B4-BE49-F238E27FC236}">
                    <a16:creationId xmlns:a16="http://schemas.microsoft.com/office/drawing/2014/main" id="{76282D47-F3C3-EE19-BB9B-9232B2E0A832}"/>
                  </a:ext>
                </a:extLst>
              </p:cNvPr>
              <p:cNvPicPr/>
              <p:nvPr/>
            </p:nvPicPr>
            <p:blipFill>
              <a:blip r:embed="rId5"/>
              <a:stretch>
                <a:fillRect/>
              </a:stretch>
            </p:blipFill>
            <p:spPr>
              <a:xfrm>
                <a:off x="1940382" y="2786686"/>
                <a:ext cx="11970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8B037CA-2336-F3A9-731F-18FE04F96947}"/>
                  </a:ext>
                </a:extLst>
              </p14:cNvPr>
              <p14:cNvContentPartPr/>
              <p14:nvPr/>
            </p14:nvContentPartPr>
            <p14:xfrm>
              <a:off x="2121462" y="5403886"/>
              <a:ext cx="1219680" cy="720"/>
            </p14:xfrm>
          </p:contentPart>
        </mc:Choice>
        <mc:Fallback xmlns="">
          <p:pic>
            <p:nvPicPr>
              <p:cNvPr id="7" name="Ink 6">
                <a:extLst>
                  <a:ext uri="{FF2B5EF4-FFF2-40B4-BE49-F238E27FC236}">
                    <a16:creationId xmlns:a16="http://schemas.microsoft.com/office/drawing/2014/main" id="{B8B037CA-2336-F3A9-731F-18FE04F96947}"/>
                  </a:ext>
                </a:extLst>
              </p:cNvPr>
              <p:cNvPicPr/>
              <p:nvPr/>
            </p:nvPicPr>
            <p:blipFill>
              <a:blip r:embed="rId7"/>
              <a:stretch>
                <a:fillRect/>
              </a:stretch>
            </p:blipFill>
            <p:spPr>
              <a:xfrm>
                <a:off x="2067822" y="5187886"/>
                <a:ext cx="13273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6A739D8-DB54-8B9F-AC06-BB405F82373A}"/>
                  </a:ext>
                </a:extLst>
              </p14:cNvPr>
              <p14:cNvContentPartPr/>
              <p14:nvPr/>
            </p14:nvContentPartPr>
            <p14:xfrm>
              <a:off x="2075382" y="5579926"/>
              <a:ext cx="1301040" cy="360"/>
            </p14:xfrm>
          </p:contentPart>
        </mc:Choice>
        <mc:Fallback xmlns="">
          <p:pic>
            <p:nvPicPr>
              <p:cNvPr id="8" name="Ink 7">
                <a:extLst>
                  <a:ext uri="{FF2B5EF4-FFF2-40B4-BE49-F238E27FC236}">
                    <a16:creationId xmlns:a16="http://schemas.microsoft.com/office/drawing/2014/main" id="{26A739D8-DB54-8B9F-AC06-BB405F82373A}"/>
                  </a:ext>
                </a:extLst>
              </p:cNvPr>
              <p:cNvPicPr/>
              <p:nvPr/>
            </p:nvPicPr>
            <p:blipFill>
              <a:blip r:embed="rId9"/>
              <a:stretch>
                <a:fillRect/>
              </a:stretch>
            </p:blipFill>
            <p:spPr>
              <a:xfrm>
                <a:off x="2021382" y="5472286"/>
                <a:ext cx="14086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8B5227B-2460-42A5-15E9-36DDC1442A18}"/>
                  </a:ext>
                </a:extLst>
              </p14:cNvPr>
              <p14:cNvContentPartPr/>
              <p14:nvPr/>
            </p14:nvContentPartPr>
            <p14:xfrm>
              <a:off x="1707822" y="2837086"/>
              <a:ext cx="1316520" cy="58680"/>
            </p14:xfrm>
          </p:contentPart>
        </mc:Choice>
        <mc:Fallback xmlns="">
          <p:pic>
            <p:nvPicPr>
              <p:cNvPr id="9" name="Ink 8">
                <a:extLst>
                  <a:ext uri="{FF2B5EF4-FFF2-40B4-BE49-F238E27FC236}">
                    <a16:creationId xmlns:a16="http://schemas.microsoft.com/office/drawing/2014/main" id="{68B5227B-2460-42A5-15E9-36DDC1442A18}"/>
                  </a:ext>
                </a:extLst>
              </p:cNvPr>
              <p:cNvPicPr/>
              <p:nvPr/>
            </p:nvPicPr>
            <p:blipFill>
              <a:blip r:embed="rId11"/>
              <a:stretch>
                <a:fillRect/>
              </a:stretch>
            </p:blipFill>
            <p:spPr>
              <a:xfrm>
                <a:off x="1654182" y="2729086"/>
                <a:ext cx="1424160" cy="274320"/>
              </a:xfrm>
              <a:prstGeom prst="rect">
                <a:avLst/>
              </a:prstGeom>
            </p:spPr>
          </p:pic>
        </mc:Fallback>
      </mc:AlternateContent>
      <p:sp>
        <p:nvSpPr>
          <p:cNvPr id="10" name="TextBox 9">
            <a:extLst>
              <a:ext uri="{FF2B5EF4-FFF2-40B4-BE49-F238E27FC236}">
                <a16:creationId xmlns:a16="http://schemas.microsoft.com/office/drawing/2014/main" id="{8A1DA0C2-1C07-9D97-25C6-C566DBD96040}"/>
              </a:ext>
            </a:extLst>
          </p:cNvPr>
          <p:cNvSpPr txBox="1"/>
          <p:nvPr/>
        </p:nvSpPr>
        <p:spPr>
          <a:xfrm>
            <a:off x="211015" y="2305602"/>
            <a:ext cx="1652954" cy="553998"/>
          </a:xfrm>
          <a:prstGeom prst="rect">
            <a:avLst/>
          </a:prstGeom>
          <a:noFill/>
        </p:spPr>
        <p:txBody>
          <a:bodyPr wrap="square" lIns="0" tIns="0" rIns="0" bIns="0" rtlCol="0">
            <a:spAutoFit/>
          </a:bodyPr>
          <a:lstStyle/>
          <a:p>
            <a:pPr algn="l">
              <a:lnSpc>
                <a:spcPct val="90000"/>
              </a:lnSpc>
            </a:pPr>
            <a:r>
              <a:rPr lang="en-US" sz="2000" b="1" dirty="0">
                <a:solidFill>
                  <a:srgbClr val="FF0000"/>
                </a:solidFill>
              </a:rPr>
              <a:t>Plan Design (AA)</a:t>
            </a:r>
          </a:p>
        </p:txBody>
      </p:sp>
      <p:cxnSp>
        <p:nvCxnSpPr>
          <p:cNvPr id="12" name="Straight Arrow Connector 11">
            <a:extLst>
              <a:ext uri="{FF2B5EF4-FFF2-40B4-BE49-F238E27FC236}">
                <a16:creationId xmlns:a16="http://schemas.microsoft.com/office/drawing/2014/main" id="{301FDB10-CD73-79CC-4964-8C6C90EB7453}"/>
              </a:ext>
            </a:extLst>
          </p:cNvPr>
          <p:cNvCxnSpPr>
            <a:cxnSpLocks/>
          </p:cNvCxnSpPr>
          <p:nvPr/>
        </p:nvCxnSpPr>
        <p:spPr>
          <a:xfrm>
            <a:off x="890954" y="2746315"/>
            <a:ext cx="816868" cy="1483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9DE169C-9A87-50E5-7CC3-212C8A5DB8A7}"/>
              </a:ext>
            </a:extLst>
          </p:cNvPr>
          <p:cNvSpPr txBox="1"/>
          <p:nvPr/>
        </p:nvSpPr>
        <p:spPr>
          <a:xfrm>
            <a:off x="367162" y="4639256"/>
            <a:ext cx="1652954" cy="830997"/>
          </a:xfrm>
          <a:prstGeom prst="rect">
            <a:avLst/>
          </a:prstGeom>
          <a:noFill/>
        </p:spPr>
        <p:txBody>
          <a:bodyPr wrap="square" lIns="0" tIns="0" rIns="0" bIns="0" rtlCol="0">
            <a:spAutoFit/>
          </a:bodyPr>
          <a:lstStyle/>
          <a:p>
            <a:pPr algn="l">
              <a:lnSpc>
                <a:spcPct val="90000"/>
              </a:lnSpc>
            </a:pPr>
            <a:r>
              <a:rPr lang="en-US" sz="2000" b="1" dirty="0">
                <a:solidFill>
                  <a:srgbClr val="FF0000"/>
                </a:solidFill>
              </a:rPr>
              <a:t>Interim Amendment</a:t>
            </a:r>
          </a:p>
          <a:p>
            <a:pPr algn="l">
              <a:lnSpc>
                <a:spcPct val="90000"/>
              </a:lnSpc>
            </a:pPr>
            <a:endParaRPr lang="en-US" sz="2000" b="1" dirty="0">
              <a:solidFill>
                <a:srgbClr val="FF0000"/>
              </a:solidFill>
            </a:endParaRPr>
          </a:p>
        </p:txBody>
      </p:sp>
      <p:cxnSp>
        <p:nvCxnSpPr>
          <p:cNvPr id="21" name="Straight Arrow Connector 20">
            <a:extLst>
              <a:ext uri="{FF2B5EF4-FFF2-40B4-BE49-F238E27FC236}">
                <a16:creationId xmlns:a16="http://schemas.microsoft.com/office/drawing/2014/main" id="{3EE00242-64B5-4D9C-D21F-16FFB35943A8}"/>
              </a:ext>
            </a:extLst>
          </p:cNvPr>
          <p:cNvCxnSpPr>
            <a:cxnSpLocks/>
          </p:cNvCxnSpPr>
          <p:nvPr/>
        </p:nvCxnSpPr>
        <p:spPr>
          <a:xfrm>
            <a:off x="1047101" y="5255515"/>
            <a:ext cx="816868" cy="1483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Arrow: Right 21">
            <a:hlinkClick r:id="rId12" action="ppaction://hlinksldjump"/>
            <a:extLst>
              <a:ext uri="{FF2B5EF4-FFF2-40B4-BE49-F238E27FC236}">
                <a16:creationId xmlns:a16="http://schemas.microsoft.com/office/drawing/2014/main" id="{B0796F3E-2D54-CA53-8730-CE446CFBD72B}"/>
              </a:ext>
            </a:extLst>
          </p:cNvPr>
          <p:cNvSpPr/>
          <p:nvPr/>
        </p:nvSpPr>
        <p:spPr>
          <a:xfrm flipH="1">
            <a:off x="10495954" y="6140329"/>
            <a:ext cx="749254" cy="59436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186902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13A7-9835-548C-2CB2-437606FC5C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078CD7-799B-3ADE-21A5-831CB74C29F7}"/>
              </a:ext>
            </a:extLst>
          </p:cNvPr>
          <p:cNvSpPr>
            <a:spLocks noGrp="1"/>
          </p:cNvSpPr>
          <p:nvPr>
            <p:ph type="sldNum" sz="quarter" idx="12"/>
          </p:nvPr>
        </p:nvSpPr>
        <p:spPr/>
        <p:txBody>
          <a:bodyPr/>
          <a:lstStyle/>
          <a:p>
            <a:fld id="{F6399DB0-1606-4A34-A4F1-BB3CBF9AAD12}" type="slidenum">
              <a:rPr lang="en-US" smtClean="0"/>
              <a:t>14</a:t>
            </a:fld>
            <a:endParaRPr lang="en-US" dirty="0"/>
          </a:p>
        </p:txBody>
      </p:sp>
      <p:sp>
        <p:nvSpPr>
          <p:cNvPr id="5" name="Title 4">
            <a:extLst>
              <a:ext uri="{FF2B5EF4-FFF2-40B4-BE49-F238E27FC236}">
                <a16:creationId xmlns:a16="http://schemas.microsoft.com/office/drawing/2014/main" id="{EA2FB6F5-D62C-70FC-E187-8AFBFF9634E5}"/>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9F8CF21F-2F48-FDC6-B7C9-8B45866EF187}"/>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2146E088-02AC-74C7-E14C-206E182722E4}"/>
              </a:ext>
            </a:extLst>
          </p:cNvPr>
          <p:cNvSpPr>
            <a:spLocks noGrp="1"/>
          </p:cNvSpPr>
          <p:nvPr>
            <p:ph idx="1"/>
          </p:nvPr>
        </p:nvSpPr>
        <p:spPr>
          <a:xfrm>
            <a:off x="384309" y="968276"/>
            <a:ext cx="11423382" cy="4921448"/>
          </a:xfrm>
        </p:spPr>
        <p:txBody>
          <a:bodyPr/>
          <a:lstStyle/>
          <a:p>
            <a:pPr marL="0" lvl="2" indent="0">
              <a:lnSpc>
                <a:spcPct val="100000"/>
              </a:lnSpc>
              <a:spcBef>
                <a:spcPts val="600"/>
              </a:spcBef>
              <a:buNone/>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000" dirty="0">
              <a:solidFill>
                <a:srgbClr val="000000"/>
              </a:solidFill>
              <a:latin typeface="Calibri" panose="020F0502020204030204" pitchFamily="34" charset="0"/>
              <a:cs typeface="Calibri" panose="020F0502020204030204" pitchFamily="34" charset="0"/>
            </a:endParaRPr>
          </a:p>
          <a:p>
            <a:pPr marL="225425" lvl="3" indent="0">
              <a:lnSpc>
                <a:spcPct val="100000"/>
              </a:lnSpc>
              <a:spcBef>
                <a:spcPts val="600"/>
              </a:spcBef>
              <a:spcAft>
                <a:spcPct val="15000"/>
              </a:spcAft>
              <a:buNone/>
              <a:tabLst>
                <a:tab pos="463550"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buNone/>
            </a:pPr>
            <a:endParaRPr lang="en-US" sz="8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200" b="1" dirty="0">
              <a:solidFill>
                <a:schemeClr val="accent2"/>
              </a:solidFill>
              <a:latin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None/>
            </a:pPr>
            <a:endParaRPr lang="en-US" sz="16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sp>
        <p:nvSpPr>
          <p:cNvPr id="8" name="TextBox 7">
            <a:extLst>
              <a:ext uri="{FF2B5EF4-FFF2-40B4-BE49-F238E27FC236}">
                <a16:creationId xmlns:a16="http://schemas.microsoft.com/office/drawing/2014/main" id="{98364F5E-7F4C-316D-C9EC-6877621463EC}"/>
              </a:ext>
            </a:extLst>
          </p:cNvPr>
          <p:cNvSpPr txBox="1"/>
          <p:nvPr/>
        </p:nvSpPr>
        <p:spPr>
          <a:xfrm>
            <a:off x="204848" y="1032036"/>
            <a:ext cx="6119446" cy="369332"/>
          </a:xfrm>
          <a:prstGeom prst="rect">
            <a:avLst/>
          </a:prstGeom>
          <a:noFill/>
        </p:spPr>
        <p:txBody>
          <a:bodyPr wrap="square">
            <a:spAutoFit/>
          </a:bodyPr>
          <a:lstStyle/>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MISCELLANEOUS</a:t>
            </a:r>
          </a:p>
        </p:txBody>
      </p:sp>
      <p:pic>
        <p:nvPicPr>
          <p:cNvPr id="7" name="Picture 6">
            <a:extLst>
              <a:ext uri="{FF2B5EF4-FFF2-40B4-BE49-F238E27FC236}">
                <a16:creationId xmlns:a16="http://schemas.microsoft.com/office/drawing/2014/main" id="{DA62D9F8-652F-33B6-E453-FC13508997B4}"/>
              </a:ext>
            </a:extLst>
          </p:cNvPr>
          <p:cNvPicPr>
            <a:picLocks noChangeAspect="1"/>
          </p:cNvPicPr>
          <p:nvPr/>
        </p:nvPicPr>
        <p:blipFill>
          <a:blip r:embed="rId3"/>
          <a:stretch>
            <a:fillRect/>
          </a:stretch>
        </p:blipFill>
        <p:spPr>
          <a:xfrm>
            <a:off x="426694" y="1334101"/>
            <a:ext cx="8764198" cy="5185145"/>
          </a:xfrm>
          <a:prstGeom prst="rect">
            <a:avLst/>
          </a:prstGeom>
        </p:spPr>
      </p:pic>
    </p:spTree>
    <p:extLst>
      <p:ext uri="{BB962C8B-B14F-4D97-AF65-F5344CB8AC3E}">
        <p14:creationId xmlns:p14="http://schemas.microsoft.com/office/powerpoint/2010/main" val="271039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43B8-5935-2234-32F6-2AEA4B8425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B41996-E8DF-AC39-BB69-8F76BFB320B3}"/>
              </a:ext>
            </a:extLst>
          </p:cNvPr>
          <p:cNvSpPr>
            <a:spLocks noGrp="1"/>
          </p:cNvSpPr>
          <p:nvPr>
            <p:ph type="sldNum" sz="quarter" idx="12"/>
          </p:nvPr>
        </p:nvSpPr>
        <p:spPr/>
        <p:txBody>
          <a:bodyPr/>
          <a:lstStyle/>
          <a:p>
            <a:fld id="{F6399DB0-1606-4A34-A4F1-BB3CBF9AAD12}" type="slidenum">
              <a:rPr lang="en-US" smtClean="0"/>
              <a:t>15</a:t>
            </a:fld>
            <a:endParaRPr lang="en-US" dirty="0"/>
          </a:p>
        </p:txBody>
      </p:sp>
      <p:sp>
        <p:nvSpPr>
          <p:cNvPr id="5" name="Title 4">
            <a:extLst>
              <a:ext uri="{FF2B5EF4-FFF2-40B4-BE49-F238E27FC236}">
                <a16:creationId xmlns:a16="http://schemas.microsoft.com/office/drawing/2014/main" id="{E15E34DB-514F-4DFC-5364-0A6F21DD3DE7}"/>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endParaRPr lang="en-US" b="0" dirty="0">
              <a:solidFill>
                <a:srgbClr val="FF0000"/>
              </a:solidFill>
            </a:endParaRPr>
          </a:p>
        </p:txBody>
      </p:sp>
      <p:sp>
        <p:nvSpPr>
          <p:cNvPr id="6" name="Footer Placeholder 2">
            <a:extLst>
              <a:ext uri="{FF2B5EF4-FFF2-40B4-BE49-F238E27FC236}">
                <a16:creationId xmlns:a16="http://schemas.microsoft.com/office/drawing/2014/main" id="{34DAB1FD-0F7F-CCE5-4991-745B313AF699}"/>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8310FDB9-F6DD-A462-B863-3C3F4ACE0D32}"/>
              </a:ext>
            </a:extLst>
          </p:cNvPr>
          <p:cNvSpPr>
            <a:spLocks noGrp="1"/>
          </p:cNvSpPr>
          <p:nvPr>
            <p:ph idx="1"/>
          </p:nvPr>
        </p:nvSpPr>
        <p:spPr>
          <a:xfrm>
            <a:off x="384309" y="968276"/>
            <a:ext cx="11423382" cy="4921448"/>
          </a:xfrm>
        </p:spPr>
        <p:txBody>
          <a:bodyPr/>
          <a:lstStyle/>
          <a:p>
            <a:pPr marL="0" lvl="2" indent="0">
              <a:lnSpc>
                <a:spcPct val="100000"/>
              </a:lnSpc>
              <a:spcBef>
                <a:spcPts val="600"/>
              </a:spcBef>
              <a:buNone/>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000" dirty="0">
              <a:solidFill>
                <a:srgbClr val="000000"/>
              </a:solidFill>
              <a:latin typeface="Calibri" panose="020F0502020204030204" pitchFamily="34" charset="0"/>
              <a:cs typeface="Calibri" panose="020F0502020204030204" pitchFamily="34" charset="0"/>
            </a:endParaRPr>
          </a:p>
          <a:p>
            <a:pPr marL="225425" lvl="3" indent="0">
              <a:lnSpc>
                <a:spcPct val="100000"/>
              </a:lnSpc>
              <a:spcBef>
                <a:spcPts val="600"/>
              </a:spcBef>
              <a:spcAft>
                <a:spcPct val="15000"/>
              </a:spcAft>
              <a:buNone/>
              <a:tabLst>
                <a:tab pos="463550"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buNone/>
            </a:pPr>
            <a:endParaRPr lang="en-US" sz="8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200" b="1" dirty="0">
              <a:solidFill>
                <a:schemeClr val="accent2"/>
              </a:solidFill>
              <a:latin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None/>
            </a:pPr>
            <a:endParaRPr lang="en-US" sz="16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sp>
        <p:nvSpPr>
          <p:cNvPr id="8" name="TextBox 7">
            <a:extLst>
              <a:ext uri="{FF2B5EF4-FFF2-40B4-BE49-F238E27FC236}">
                <a16:creationId xmlns:a16="http://schemas.microsoft.com/office/drawing/2014/main" id="{111A7538-1EBD-037D-97FE-5DBF56B0E52F}"/>
              </a:ext>
            </a:extLst>
          </p:cNvPr>
          <p:cNvSpPr txBox="1"/>
          <p:nvPr/>
        </p:nvSpPr>
        <p:spPr>
          <a:xfrm>
            <a:off x="204847" y="1032036"/>
            <a:ext cx="11356635" cy="2811539"/>
          </a:xfrm>
          <a:prstGeom prst="rect">
            <a:avLst/>
          </a:prstGeom>
          <a:noFill/>
        </p:spPr>
        <p:txBody>
          <a:bodyPr wrap="square">
            <a:spAutoFit/>
          </a:bodyPr>
          <a:lstStyle/>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MISCELLANEOUS</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Several shuffling of Data Dictionaries and Wizards to ensure testing for SECURE 2.0.</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In preparation for the Chorus roll to production last week, resolved a couple security concerns and corrected an issue with saw with our background process for when documents are generated.</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Needed to adjust a utility we use for EIA as it is now requiring payment, needed to downgrade to a lower version.</a:t>
            </a:r>
          </a:p>
          <a:p>
            <a:pPr marL="285750" lvl="2" indent="-285750">
              <a:spcBef>
                <a:spcPts val="600"/>
              </a:spcBef>
              <a:spcAft>
                <a:spcPct val="15000"/>
              </a:spcAft>
              <a:buFont typeface="Arial" panose="020B0604020202020204" pitchFamily="34" charset="0"/>
              <a:buChar char="•"/>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285750" lvl="2" indent="-285750">
              <a:spcBef>
                <a:spcPts val="600"/>
              </a:spcBef>
              <a:spcAft>
                <a:spcPct val="15000"/>
              </a:spcAft>
              <a:buFont typeface="Arial" panose="020B0604020202020204" pitchFamily="34" charset="0"/>
              <a:buChar char="•"/>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499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5F7F-A48F-FBA4-8039-58C9DB1A7F2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66849F-9575-5C67-058C-DCBB4671C7F6}"/>
              </a:ext>
            </a:extLst>
          </p:cNvPr>
          <p:cNvSpPr>
            <a:spLocks noGrp="1"/>
          </p:cNvSpPr>
          <p:nvPr>
            <p:ph type="sldNum" sz="quarter" idx="12"/>
          </p:nvPr>
        </p:nvSpPr>
        <p:spPr/>
        <p:txBody>
          <a:bodyPr/>
          <a:lstStyle/>
          <a:p>
            <a:fld id="{F6399DB0-1606-4A34-A4F1-BB3CBF9AAD12}" type="slidenum">
              <a:rPr lang="en-US" smtClean="0"/>
              <a:t>16</a:t>
            </a:fld>
            <a:endParaRPr lang="en-US" dirty="0"/>
          </a:p>
        </p:txBody>
      </p:sp>
      <p:sp>
        <p:nvSpPr>
          <p:cNvPr id="5" name="Title 4">
            <a:extLst>
              <a:ext uri="{FF2B5EF4-FFF2-40B4-BE49-F238E27FC236}">
                <a16:creationId xmlns:a16="http://schemas.microsoft.com/office/drawing/2014/main" id="{634F8979-3B29-D42D-DBDC-94483100A31B}"/>
              </a:ext>
            </a:extLst>
          </p:cNvPr>
          <p:cNvSpPr>
            <a:spLocks noGrp="1"/>
          </p:cNvSpPr>
          <p:nvPr>
            <p:ph type="title"/>
          </p:nvPr>
        </p:nvSpPr>
        <p:spPr>
          <a:xfrm>
            <a:off x="297402" y="470977"/>
            <a:ext cx="10481760" cy="594360"/>
          </a:xfrm>
        </p:spPr>
        <p:txBody>
          <a:bodyPr/>
          <a:lstStyle/>
          <a:p>
            <a:r>
              <a:rPr lang="en-US" b="0" dirty="0"/>
              <a:t>Team</a:t>
            </a:r>
            <a:r>
              <a:rPr lang="en-US" dirty="0"/>
              <a:t> </a:t>
            </a:r>
            <a:r>
              <a:rPr lang="en-US" b="0" dirty="0"/>
              <a:t>Everest Sprint 8 - 2026 Goals</a:t>
            </a:r>
          </a:p>
        </p:txBody>
      </p:sp>
      <p:sp>
        <p:nvSpPr>
          <p:cNvPr id="6" name="Footer Placeholder 2">
            <a:extLst>
              <a:ext uri="{FF2B5EF4-FFF2-40B4-BE49-F238E27FC236}">
                <a16:creationId xmlns:a16="http://schemas.microsoft.com/office/drawing/2014/main" id="{7B321351-C4E7-F771-7F46-0447A3E4193F}"/>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21383A15-FD72-523B-244B-1160B2B7E54F}"/>
              </a:ext>
            </a:extLst>
          </p:cNvPr>
          <p:cNvSpPr txBox="1">
            <a:spLocks/>
          </p:cNvSpPr>
          <p:nvPr/>
        </p:nvSpPr>
        <p:spPr>
          <a:xfrm>
            <a:off x="375584" y="1065337"/>
            <a:ext cx="11010900" cy="5868242"/>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800"/>
              </a:spcBef>
              <a:buClr>
                <a:schemeClr val="tx1">
                  <a:lumMod val="50000"/>
                  <a:lumOff val="50000"/>
                </a:schemeClr>
              </a:buClr>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3pPr>
            <a:lvl4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4pPr>
            <a:lvl5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5pPr>
            <a:lvl6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6pPr>
            <a:lvl7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7pPr>
            <a:lvl8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8pPr>
            <a:lvl9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u="sng" dirty="0">
                <a:latin typeface="Calibri" panose="020F0502020204030204" pitchFamily="34" charset="0"/>
                <a:ea typeface="Calibri" panose="020F0502020204030204" pitchFamily="34" charset="0"/>
                <a:cs typeface="Calibri" panose="020F0502020204030204" pitchFamily="34" charset="0"/>
              </a:rPr>
              <a:t>Mass Delivery &amp; Tracking Tool</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Handling Delivery Failure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Handling Decline to Sign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Backend process to handle moving remaining plans to a new batch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Create UI for Abort Batch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u="sng" dirty="0">
                <a:latin typeface="Calibri" panose="020F0502020204030204" pitchFamily="34" charset="0"/>
                <a:ea typeface="Calibri" panose="020F0502020204030204" pitchFamily="34" charset="0"/>
                <a:cs typeface="Calibri" panose="020F0502020204030204" pitchFamily="34" charset="0"/>
              </a:rPr>
              <a:t>Interim Amendment</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Small UX corrections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Support business acceptance testing </a:t>
            </a:r>
            <a:r>
              <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b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Aft>
                <a:spcPts val="800"/>
              </a:spcAft>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Aft>
                <a:spcPts val="800"/>
              </a:spcAft>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511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screenshot of a document registration form&#10;&#10;Description automatically generated">
            <a:extLst>
              <a:ext uri="{FF2B5EF4-FFF2-40B4-BE49-F238E27FC236}">
                <a16:creationId xmlns:a16="http://schemas.microsoft.com/office/drawing/2014/main" id="{46912094-EEEC-08FE-8E43-AE53E3834A0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204" b="6204"/>
          <a:stretch>
            <a:fillRect/>
          </a:stretch>
        </p:blipFill>
        <p:spPr>
          <a:xfrm>
            <a:off x="1608450" y="2"/>
            <a:ext cx="10583550" cy="6857998"/>
          </a:xfrm>
        </p:spPr>
      </p:pic>
      <p:sp>
        <p:nvSpPr>
          <p:cNvPr id="3" name="Media Placeholder 2">
            <a:extLst>
              <a:ext uri="{FF2B5EF4-FFF2-40B4-BE49-F238E27FC236}">
                <a16:creationId xmlns:a16="http://schemas.microsoft.com/office/drawing/2014/main" id="{F0FD2867-4ADF-54F2-B6A8-E8B877124B2F}"/>
              </a:ext>
            </a:extLst>
          </p:cNvPr>
          <p:cNvSpPr>
            <a:spLocks noGrp="1"/>
          </p:cNvSpPr>
          <p:nvPr>
            <p:ph type="media" sz="quarter" idx="11"/>
          </p:nvPr>
        </p:nvSpPr>
        <p:spPr>
          <a:xfrm>
            <a:off x="1608451" y="0"/>
            <a:ext cx="4487549" cy="6858002"/>
          </a:xfrm>
        </p:spPr>
        <p:txBody>
          <a:bodyPr/>
          <a:lstStyle/>
          <a:p>
            <a:endParaRPr lang="en-US" dirty="0"/>
          </a:p>
        </p:txBody>
      </p:sp>
      <p:sp>
        <p:nvSpPr>
          <p:cNvPr id="8" name="Title 3">
            <a:extLst>
              <a:ext uri="{FF2B5EF4-FFF2-40B4-BE49-F238E27FC236}">
                <a16:creationId xmlns:a16="http://schemas.microsoft.com/office/drawing/2014/main" id="{326AE6E4-1D62-D378-90C4-76C5EFDBB6DE}"/>
              </a:ext>
            </a:extLst>
          </p:cNvPr>
          <p:cNvSpPr txBox="1">
            <a:spLocks/>
          </p:cNvSpPr>
          <p:nvPr/>
        </p:nvSpPr>
        <p:spPr>
          <a:xfrm>
            <a:off x="835136" y="814914"/>
            <a:ext cx="2851039" cy="884775"/>
          </a:xfrm>
          <a:prstGeom prst="rect">
            <a:avLst/>
          </a:prstGeom>
        </p:spPr>
        <p:txBody>
          <a:bodyPr vert="horz" lIns="0" tIns="0" rIns="0" bIns="0" rtlCol="0" anchor="t">
            <a:noAutofit/>
          </a:bodyPr>
          <a:lstStyle>
            <a:lvl1pPr algn="r" defTabSz="914400" rtl="0" eaLnBrk="1" latinLnBrk="0" hangingPunct="1">
              <a:lnSpc>
                <a:spcPct val="100000"/>
              </a:lnSpc>
              <a:spcBef>
                <a:spcPct val="0"/>
              </a:spcBef>
              <a:buNone/>
              <a:defRPr sz="4000" b="1" kern="1200">
                <a:solidFill>
                  <a:schemeClr val="tx2"/>
                </a:solidFill>
                <a:latin typeface="+mj-lt"/>
                <a:ea typeface="+mj-ea"/>
                <a:cs typeface="+mj-cs"/>
              </a:defRPr>
            </a:lvl1pPr>
          </a:lstStyle>
          <a:p>
            <a:pPr algn="l"/>
            <a:r>
              <a:rPr lang="en-US" dirty="0"/>
              <a:t>DEMO</a:t>
            </a:r>
          </a:p>
        </p:txBody>
      </p:sp>
      <p:sp>
        <p:nvSpPr>
          <p:cNvPr id="9" name="Text Placeholder 4">
            <a:extLst>
              <a:ext uri="{FF2B5EF4-FFF2-40B4-BE49-F238E27FC236}">
                <a16:creationId xmlns:a16="http://schemas.microsoft.com/office/drawing/2014/main" id="{73F13DA2-A889-DF95-CAB9-64A6035D4357}"/>
              </a:ext>
            </a:extLst>
          </p:cNvPr>
          <p:cNvSpPr txBox="1">
            <a:spLocks/>
          </p:cNvSpPr>
          <p:nvPr/>
        </p:nvSpPr>
        <p:spPr>
          <a:xfrm>
            <a:off x="835135" y="1439083"/>
            <a:ext cx="3003438" cy="198991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9pPr>
          </a:lstStyle>
          <a:p>
            <a:r>
              <a:rPr lang="en-US" b="1" dirty="0"/>
              <a:t>Jenni Johanix</a:t>
            </a:r>
          </a:p>
          <a:p>
            <a:r>
              <a:rPr lang="en-US" b="1" dirty="0"/>
              <a:t>Eduardo de Paula</a:t>
            </a:r>
          </a:p>
          <a:p>
            <a:r>
              <a:rPr lang="en-US" b="1" dirty="0"/>
              <a:t>Andree Aguilar</a:t>
            </a:r>
          </a:p>
          <a:p>
            <a:endParaRPr lang="en-US" b="1" dirty="0"/>
          </a:p>
        </p:txBody>
      </p:sp>
    </p:spTree>
    <p:extLst>
      <p:ext uri="{BB962C8B-B14F-4D97-AF65-F5344CB8AC3E}">
        <p14:creationId xmlns:p14="http://schemas.microsoft.com/office/powerpoint/2010/main" val="4266182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2CDF87-943D-B98D-0D6A-C88EAD58434B}"/>
              </a:ext>
            </a:extLst>
          </p:cNvPr>
          <p:cNvSpPr>
            <a:spLocks noGrp="1"/>
          </p:cNvSpPr>
          <p:nvPr>
            <p:ph idx="1"/>
          </p:nvPr>
        </p:nvSpPr>
        <p:spPr>
          <a:xfrm>
            <a:off x="375584" y="1151834"/>
            <a:ext cx="11010900" cy="4248069"/>
          </a:xfrm>
        </p:spPr>
        <p:txBody>
          <a:bodyPr vert="horz" lIns="0" tIns="0" rIns="0" bIns="0" rtlCol="0" anchor="t">
            <a:noAutofit/>
          </a:bodyPr>
          <a:lstStyle/>
          <a:p>
            <a:pPr marL="0" indent="0">
              <a:lnSpc>
                <a:spcPct val="100000"/>
              </a:lnSpc>
              <a:spcBef>
                <a:spcPts val="0"/>
              </a:spcBef>
              <a:buNone/>
            </a:pPr>
            <a:r>
              <a:rPr lang="en-US" sz="1600" b="1" dirty="0">
                <a:solidFill>
                  <a:schemeClr val="accent2"/>
                </a:solidFill>
                <a:latin typeface="Calibri"/>
                <a:ea typeface="Calibri"/>
                <a:cs typeface="Calibri"/>
              </a:rPr>
              <a:t>MASS DELIVERY AND TRACKING TOOL</a:t>
            </a: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Calculating Event Start and End Dates by Batch</a:t>
            </a:r>
            <a:endParaRPr lang="en-US" dirty="0">
              <a:solidFill>
                <a:srgbClr val="000000"/>
              </a:solidFill>
              <a:latin typeface="Arial" panose="020B0604020202020204"/>
              <a:ea typeface="Calibri"/>
              <a:cs typeface="Arial" panose="020B0604020202020204"/>
            </a:endParaRP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Re-Delivery Workflow for Expired Document Packages (Move Remaining Plans to a New Batch)</a:t>
            </a:r>
            <a:endParaRPr lang="en-US" dirty="0">
              <a:solidFill>
                <a:srgbClr val="000000"/>
              </a:solidFill>
              <a:latin typeface="Arial" panose="020B0604020202020204"/>
              <a:ea typeface="Calibri"/>
              <a:cs typeface="Arial" panose="020B0604020202020204"/>
            </a:endParaRP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Automating the InContact Call Routing Process</a:t>
            </a:r>
          </a:p>
          <a:p>
            <a:pPr defTabSz="711200">
              <a:lnSpc>
                <a:spcPct val="150000"/>
              </a:lnSpc>
              <a:spcBef>
                <a:spcPts val="0"/>
              </a:spcBef>
              <a:spcAft>
                <a:spcPct val="15000"/>
              </a:spcAft>
              <a:buClr>
                <a:srgbClr val="808080"/>
              </a:buClr>
            </a:pPr>
            <a:r>
              <a:rPr lang="en-US" sz="1600" dirty="0">
                <a:latin typeface="Calibri"/>
                <a:ea typeface="Calibri"/>
                <a:cs typeface="Calibri"/>
              </a:rPr>
              <a:t>Building the Client Status Report</a:t>
            </a:r>
          </a:p>
          <a:p>
            <a:pPr>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tabLst>
                <a:tab pos="227013" algn="l"/>
              </a:tabLst>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00000"/>
              </a:lnSpc>
              <a:spcBef>
                <a:spcPts val="0"/>
              </a:spcBef>
              <a:buClr>
                <a:srgbClr val="000000">
                  <a:lumMod val="50000"/>
                  <a:lumOff val="50000"/>
                </a:srgbClr>
              </a:buClr>
              <a:buNone/>
              <a:tabLst>
                <a:tab pos="227013" algn="l"/>
              </a:tabLst>
            </a:pPr>
            <a:endParaRPr lang="en-US" sz="1600" b="1" dirty="0">
              <a:solidFill>
                <a:srgbClr val="026B84"/>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50000"/>
              </a:lnSpc>
              <a:spcBef>
                <a:spcPts val="0"/>
              </a:spcBef>
              <a:spcAft>
                <a:spcPct val="15000"/>
              </a:spcAft>
              <a:buClr>
                <a:srgbClr val="808080"/>
              </a:buClr>
              <a:buNone/>
            </a:pPr>
            <a:endParaRPr lang="en-US" sz="1600" i="0" dirty="0">
              <a:solidFill>
                <a:srgbClr val="000000"/>
              </a:solidFill>
              <a:effectLst/>
              <a:latin typeface="Calibri" panose="020F0502020204030204" pitchFamily="34" charset="0"/>
              <a:ea typeface="Calibri" panose="020F0502020204030204" pitchFamily="34" charset="0"/>
              <a:cs typeface="Arial"/>
            </a:endParaRPr>
          </a:p>
          <a:p>
            <a:pPr marL="274320" lvl="1" indent="0" defTabSz="71120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808080"/>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808080"/>
              </a:buClr>
              <a:buNone/>
            </a:pPr>
            <a:endParaRPr lang="en-US" sz="1600" b="1" kern="1200"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algn="l" defTabSz="711200">
              <a:lnSpc>
                <a:spcPct val="150000"/>
              </a:lnSpc>
              <a:spcBef>
                <a:spcPts val="0"/>
              </a:spcBef>
              <a:spcAft>
                <a:spcPct val="15000"/>
              </a:spcAft>
              <a:buClr>
                <a:srgbClr val="000000">
                  <a:lumMod val="50000"/>
                  <a:lumOff val="50000"/>
                </a:srgbClr>
              </a:buClr>
            </a:pPr>
            <a:endParaRPr lang="en-US" sz="1400" kern="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285750" lvl="1" indent="-285750">
              <a:lnSpc>
                <a:spcPct val="100000"/>
              </a:lnSpc>
              <a:spcBef>
                <a:spcPts val="0"/>
              </a:spcBef>
              <a:buClr>
                <a:srgbClr val="000000">
                  <a:lumMod val="50000"/>
                  <a:lumOff val="50000"/>
                </a:srgbClr>
              </a:buClr>
              <a:buChar char="•"/>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indent="0">
              <a:lnSpc>
                <a:spcPct val="100000"/>
              </a:lnSpc>
              <a:spcBef>
                <a:spcPts val="0"/>
              </a:spcBef>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lvl="1"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274320" lvl="1" indent="0">
              <a:lnSpc>
                <a:spcPct val="150000"/>
              </a:lnSpc>
              <a:spcBef>
                <a:spcPts val="0"/>
              </a:spcBef>
              <a:spcAft>
                <a:spcPct val="15000"/>
              </a:spcAft>
              <a:buClr>
                <a:srgbClr val="000000">
                  <a:lumMod val="50000"/>
                  <a:lumOff val="50000"/>
                </a:srgbClr>
              </a:buClr>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spcBef>
                <a:spcPts val="0"/>
              </a:spcBef>
              <a:spcAft>
                <a:spcPct val="15000"/>
              </a:spcAft>
              <a:buClr>
                <a:srgbClr val="000000">
                  <a:lumMod val="50000"/>
                  <a:lumOff val="50000"/>
                </a:srgbClr>
              </a:buClr>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808080"/>
              </a:buClr>
              <a:buNone/>
            </a:pPr>
            <a:endParaRPr lang="en-US" dirty="0">
              <a:solidFill>
                <a:srgbClr val="000000"/>
              </a:solidFill>
              <a:latin typeface="Arial" panose="020B0604020202020204"/>
              <a:ea typeface="Calibri" panose="020F0502020204030204" pitchFamily="34" charset="0"/>
              <a:cs typeface="Arial" panose="020B0604020202020204"/>
            </a:endParaRPr>
          </a:p>
          <a:p>
            <a:pPr marL="0" indent="0">
              <a:lnSpc>
                <a:spcPct val="150000"/>
              </a:lnSpc>
              <a:spcBef>
                <a:spcPts val="0"/>
              </a:spcBef>
              <a:spcAft>
                <a:spcPct val="15000"/>
              </a:spcAft>
              <a:buNone/>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None/>
            </a:pPr>
            <a:endParaRPr lang="en-US" sz="1600"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buNone/>
            </a:pPr>
            <a:endParaRPr lang="en-US" dirty="0">
              <a:ea typeface="Calibri" panose="020F0502020204030204" pitchFamily="34" charset="0"/>
              <a:cs typeface="Arial" panose="020B0604020202020204"/>
            </a:endParaRPr>
          </a:p>
          <a:p>
            <a:pPr>
              <a:lnSpc>
                <a:spcPct val="150000"/>
              </a:lnSpc>
              <a:spcBef>
                <a:spcPts val="0"/>
              </a:spcBef>
            </a:pPr>
            <a:endParaRPr lang="en-US" dirty="0">
              <a:ea typeface="Calibri" panose="020F0502020204030204" pitchFamily="34" charset="0"/>
              <a:cs typeface="Arial" panose="020B0604020202020204"/>
            </a:endParaRPr>
          </a:p>
          <a:p>
            <a:pPr>
              <a:lnSpc>
                <a:spcPct val="150000"/>
              </a:lnSpc>
              <a:spcBef>
                <a:spcPts val="0"/>
              </a:spcBef>
            </a:pPr>
            <a:endParaRPr lang="en-US" dirty="0">
              <a:ea typeface="Calibri" panose="020F0502020204030204" pitchFamily="34" charset="0"/>
              <a:cs typeface="Arial" panose="020B0604020202020204"/>
            </a:endParaRPr>
          </a:p>
          <a:p>
            <a:pPr marL="171450" indent="-171450">
              <a:lnSpc>
                <a:spcPct val="150000"/>
              </a:lnSpc>
              <a:spcBef>
                <a:spcPct val="0"/>
              </a:spcBef>
              <a:spcAft>
                <a:spcPct val="15000"/>
              </a:spcAft>
            </a:pPr>
            <a:endParaRPr lang="en-US" dirty="0">
              <a:ea typeface="Calibri" panose="020F0502020204030204" pitchFamily="34" charset="0"/>
              <a:cs typeface="Arial" panose="020B0604020202020204"/>
            </a:endParaRPr>
          </a:p>
          <a:p>
            <a:pPr>
              <a:lnSpc>
                <a:spcPct val="150000"/>
              </a:lnSpc>
            </a:pPr>
            <a:endParaRPr lang="en-US" dirty="0">
              <a:ea typeface="Calibri" panose="020F0502020204030204" pitchFamily="34" charset="0"/>
              <a:cs typeface="Arial" panose="020B0604020202020204"/>
            </a:endParaRPr>
          </a:p>
        </p:txBody>
      </p:sp>
      <p:sp>
        <p:nvSpPr>
          <p:cNvPr id="4" name="Slide Number Placeholder 3">
            <a:extLst>
              <a:ext uri="{FF2B5EF4-FFF2-40B4-BE49-F238E27FC236}">
                <a16:creationId xmlns:a16="http://schemas.microsoft.com/office/drawing/2014/main" id="{DC16509D-6248-7305-3C9A-64BA63104CEE}"/>
              </a:ext>
            </a:extLst>
          </p:cNvPr>
          <p:cNvSpPr>
            <a:spLocks noGrp="1"/>
          </p:cNvSpPr>
          <p:nvPr>
            <p:ph type="sldNum" sz="quarter" idx="12"/>
          </p:nvPr>
        </p:nvSpPr>
        <p:spPr/>
        <p:txBody>
          <a:bodyPr/>
          <a:lstStyle/>
          <a:p>
            <a:fld id="{F6399DB0-1606-4A34-A4F1-BB3CBF9AAD12}" type="slidenum">
              <a:rPr lang="en-US" smtClean="0"/>
              <a:t>18</a:t>
            </a:fld>
            <a:endParaRPr lang="en-US" dirty="0"/>
          </a:p>
        </p:txBody>
      </p:sp>
      <p:sp>
        <p:nvSpPr>
          <p:cNvPr id="5" name="Title 4">
            <a:extLst>
              <a:ext uri="{FF2B5EF4-FFF2-40B4-BE49-F238E27FC236}">
                <a16:creationId xmlns:a16="http://schemas.microsoft.com/office/drawing/2014/main" id="{6E74C810-8CAF-BD5F-E203-F8E94EB9B5EB}"/>
              </a:ext>
            </a:extLst>
          </p:cNvPr>
          <p:cNvSpPr>
            <a:spLocks noGrp="1"/>
          </p:cNvSpPr>
          <p:nvPr>
            <p:ph type="title"/>
          </p:nvPr>
        </p:nvSpPr>
        <p:spPr>
          <a:xfrm>
            <a:off x="297402" y="470977"/>
            <a:ext cx="9144000" cy="594360"/>
          </a:xfrm>
        </p:spPr>
        <p:txBody>
          <a:bodyPr/>
          <a:lstStyle/>
          <a:p>
            <a:r>
              <a:rPr lang="en-US" b="0" dirty="0"/>
              <a:t>Sprint 9 - 2026 Highlights</a:t>
            </a:r>
          </a:p>
        </p:txBody>
      </p:sp>
      <p:sp>
        <p:nvSpPr>
          <p:cNvPr id="6" name="Footer Placeholder 2">
            <a:extLst>
              <a:ext uri="{FF2B5EF4-FFF2-40B4-BE49-F238E27FC236}">
                <a16:creationId xmlns:a16="http://schemas.microsoft.com/office/drawing/2014/main" id="{379755BB-7ACA-3569-D859-BB748B9BAA44}"/>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graphicFrame>
        <p:nvGraphicFramePr>
          <p:cNvPr id="3" name="Table 2">
            <a:extLst>
              <a:ext uri="{FF2B5EF4-FFF2-40B4-BE49-F238E27FC236}">
                <a16:creationId xmlns:a16="http://schemas.microsoft.com/office/drawing/2014/main" id="{D575838F-C598-0CBA-3D23-5C57F4E8323B}"/>
              </a:ext>
            </a:extLst>
          </p:cNvPr>
          <p:cNvGraphicFramePr>
            <a:graphicFrameLocks noGrp="1"/>
          </p:cNvGraphicFramePr>
          <p:nvPr>
            <p:extLst>
              <p:ext uri="{D42A27DB-BD31-4B8C-83A1-F6EECF244321}">
                <p14:modId xmlns:p14="http://schemas.microsoft.com/office/powerpoint/2010/main" val="322854827"/>
              </p:ext>
            </p:extLst>
          </p:nvPr>
        </p:nvGraphicFramePr>
        <p:xfrm>
          <a:off x="375584" y="6203968"/>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2" name="Picture 11">
            <a:extLst>
              <a:ext uri="{FF2B5EF4-FFF2-40B4-BE49-F238E27FC236}">
                <a16:creationId xmlns:a16="http://schemas.microsoft.com/office/drawing/2014/main" id="{03E3F22D-34F8-AA1F-DEE1-1E0C8D809C4A}"/>
              </a:ext>
            </a:extLst>
          </p:cNvPr>
          <p:cNvPicPr>
            <a:picLocks noChangeAspect="1"/>
          </p:cNvPicPr>
          <p:nvPr/>
        </p:nvPicPr>
        <p:blipFill>
          <a:blip r:embed="rId3"/>
          <a:stretch>
            <a:fillRect/>
          </a:stretch>
        </p:blipFill>
        <p:spPr>
          <a:xfrm>
            <a:off x="3712719" y="1153770"/>
            <a:ext cx="295316" cy="285790"/>
          </a:xfrm>
          <a:prstGeom prst="rect">
            <a:avLst/>
          </a:prstGeom>
        </p:spPr>
      </p:pic>
    </p:spTree>
    <p:extLst>
      <p:ext uri="{BB962C8B-B14F-4D97-AF65-F5344CB8AC3E}">
        <p14:creationId xmlns:p14="http://schemas.microsoft.com/office/powerpoint/2010/main" val="2993017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FD10E7-DD09-09DE-D71F-4CA3759EE1D4}"/>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53314C42-0A83-4146-C412-7A4DB2F8B335}"/>
              </a:ext>
            </a:extLst>
          </p:cNvPr>
          <p:cNvSpPr>
            <a:spLocks noGrp="1"/>
          </p:cNvSpPr>
          <p:nvPr>
            <p:ph type="sldNum" sz="quarter" idx="12"/>
          </p:nvPr>
        </p:nvSpPr>
        <p:spPr/>
        <p:txBody>
          <a:bodyPr/>
          <a:lstStyle/>
          <a:p>
            <a:fld id="{8A05B047-7786-42C0-A2BF-6DB1A4525D42}" type="slidenum">
              <a:rPr lang="en-US" smtClean="0"/>
              <a:t>19</a:t>
            </a:fld>
            <a:endParaRPr lang="en-US" dirty="0"/>
          </a:p>
        </p:txBody>
      </p:sp>
      <p:pic>
        <p:nvPicPr>
          <p:cNvPr id="5" name="Picture 4">
            <a:extLst>
              <a:ext uri="{FF2B5EF4-FFF2-40B4-BE49-F238E27FC236}">
                <a16:creationId xmlns:a16="http://schemas.microsoft.com/office/drawing/2014/main" id="{A167A07B-DD04-323C-6195-B8EE0D700C92}"/>
              </a:ext>
            </a:extLst>
          </p:cNvPr>
          <p:cNvPicPr>
            <a:picLocks noChangeAspect="1"/>
          </p:cNvPicPr>
          <p:nvPr/>
        </p:nvPicPr>
        <p:blipFill>
          <a:blip r:embed="rId2"/>
          <a:stretch>
            <a:fillRect/>
          </a:stretch>
        </p:blipFill>
        <p:spPr>
          <a:xfrm>
            <a:off x="1641231" y="612296"/>
            <a:ext cx="7465300" cy="5764776"/>
          </a:xfrm>
          <a:prstGeom prst="rect">
            <a:avLst/>
          </a:prstGeom>
          <a:ln w="38100">
            <a:solidFill>
              <a:schemeClr val="accent1"/>
            </a:solidFill>
          </a:ln>
        </p:spPr>
      </p:pic>
    </p:spTree>
    <p:extLst>
      <p:ext uri="{BB962C8B-B14F-4D97-AF65-F5344CB8AC3E}">
        <p14:creationId xmlns:p14="http://schemas.microsoft.com/office/powerpoint/2010/main" val="110927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353F-DCAA-C599-0ACD-DF2391BA1C7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3787EA-8CBC-EA3F-7043-605F00D29679}"/>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92EDD0FC-2ADF-8CC5-0996-5BF3C23D8645}"/>
              </a:ext>
            </a:extLst>
          </p:cNvPr>
          <p:cNvSpPr>
            <a:spLocks noGrp="1"/>
          </p:cNvSpPr>
          <p:nvPr>
            <p:ph type="sldNum" sz="quarter" idx="12"/>
          </p:nvPr>
        </p:nvSpPr>
        <p:spPr/>
        <p:txBody>
          <a:bodyPr/>
          <a:lstStyle/>
          <a:p>
            <a:fld id="{8A05B047-7786-42C0-A2BF-6DB1A4525D42}" type="slidenum">
              <a:rPr lang="en-US" smtClean="0"/>
              <a:t>20</a:t>
            </a:fld>
            <a:endParaRPr lang="en-US" dirty="0"/>
          </a:p>
        </p:txBody>
      </p:sp>
      <p:pic>
        <p:nvPicPr>
          <p:cNvPr id="6" name="Picture 5">
            <a:extLst>
              <a:ext uri="{FF2B5EF4-FFF2-40B4-BE49-F238E27FC236}">
                <a16:creationId xmlns:a16="http://schemas.microsoft.com/office/drawing/2014/main" id="{4A209F36-D7D0-DA53-0F70-A17621AB3B33}"/>
              </a:ext>
            </a:extLst>
          </p:cNvPr>
          <p:cNvPicPr>
            <a:picLocks noChangeAspect="1"/>
          </p:cNvPicPr>
          <p:nvPr/>
        </p:nvPicPr>
        <p:blipFill>
          <a:blip r:embed="rId2"/>
          <a:stretch>
            <a:fillRect/>
          </a:stretch>
        </p:blipFill>
        <p:spPr>
          <a:xfrm>
            <a:off x="1535656" y="665868"/>
            <a:ext cx="7420543" cy="5752224"/>
          </a:xfrm>
          <a:prstGeom prst="rect">
            <a:avLst/>
          </a:prstGeom>
          <a:ln w="38100">
            <a:solidFill>
              <a:schemeClr val="accent1"/>
            </a:solidFill>
          </a:ln>
        </p:spPr>
      </p:pic>
    </p:spTree>
    <p:extLst>
      <p:ext uri="{BB962C8B-B14F-4D97-AF65-F5344CB8AC3E}">
        <p14:creationId xmlns:p14="http://schemas.microsoft.com/office/powerpoint/2010/main" val="300151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A7BE-C9E5-380B-40C4-30DE093C85B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08E71E-B270-824C-2E71-207F6E9F1CEB}"/>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5939800D-D744-5C8E-7667-9391DAD82F64}"/>
              </a:ext>
            </a:extLst>
          </p:cNvPr>
          <p:cNvSpPr>
            <a:spLocks noGrp="1"/>
          </p:cNvSpPr>
          <p:nvPr>
            <p:ph type="sldNum" sz="quarter" idx="12"/>
          </p:nvPr>
        </p:nvSpPr>
        <p:spPr/>
        <p:txBody>
          <a:bodyPr/>
          <a:lstStyle/>
          <a:p>
            <a:fld id="{8A05B047-7786-42C0-A2BF-6DB1A4525D42}" type="slidenum">
              <a:rPr lang="en-US" smtClean="0"/>
              <a:t>21</a:t>
            </a:fld>
            <a:endParaRPr lang="en-US" dirty="0"/>
          </a:p>
        </p:txBody>
      </p:sp>
      <p:pic>
        <p:nvPicPr>
          <p:cNvPr id="6" name="Picture 5">
            <a:extLst>
              <a:ext uri="{FF2B5EF4-FFF2-40B4-BE49-F238E27FC236}">
                <a16:creationId xmlns:a16="http://schemas.microsoft.com/office/drawing/2014/main" id="{3BE54D31-70CD-CC0E-3DDF-6C56B9DC34DC}"/>
              </a:ext>
            </a:extLst>
          </p:cNvPr>
          <p:cNvPicPr>
            <a:picLocks noChangeAspect="1"/>
          </p:cNvPicPr>
          <p:nvPr/>
        </p:nvPicPr>
        <p:blipFill>
          <a:blip r:embed="rId2"/>
          <a:stretch>
            <a:fillRect/>
          </a:stretch>
        </p:blipFill>
        <p:spPr>
          <a:xfrm>
            <a:off x="1465384" y="670923"/>
            <a:ext cx="7151077" cy="5762018"/>
          </a:xfrm>
          <a:prstGeom prst="rect">
            <a:avLst/>
          </a:prstGeom>
          <a:ln w="38100">
            <a:solidFill>
              <a:schemeClr val="accent1"/>
            </a:solidFill>
          </a:ln>
        </p:spPr>
      </p:pic>
    </p:spTree>
    <p:extLst>
      <p:ext uri="{BB962C8B-B14F-4D97-AF65-F5344CB8AC3E}">
        <p14:creationId xmlns:p14="http://schemas.microsoft.com/office/powerpoint/2010/main" val="196448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7678-40F3-4A89-877C-FF6F3A9187BC}"/>
              </a:ext>
            </a:extLst>
          </p:cNvPr>
          <p:cNvSpPr>
            <a:spLocks noGrp="1"/>
          </p:cNvSpPr>
          <p:nvPr>
            <p:ph type="title"/>
          </p:nvPr>
        </p:nvSpPr>
        <p:spPr>
          <a:xfrm>
            <a:off x="2229661" y="2641600"/>
            <a:ext cx="7732678" cy="787400"/>
          </a:xfrm>
        </p:spPr>
        <p:txBody>
          <a:bodyPr/>
          <a:lstStyle/>
          <a:p>
            <a:r>
              <a:rPr lang="en-US" dirty="0"/>
              <a:t>Questions?</a:t>
            </a:r>
          </a:p>
        </p:txBody>
      </p:sp>
    </p:spTree>
    <p:extLst>
      <p:ext uri="{BB962C8B-B14F-4D97-AF65-F5344CB8AC3E}">
        <p14:creationId xmlns:p14="http://schemas.microsoft.com/office/powerpoint/2010/main" val="329314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scensus 2020">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Ascensus 2020 v4.potx" id="{3545A21D-47E6-4960-9513-59CE43A68276}" vid="{F904B955-4ACD-429D-BE84-5DA771BC1640}"/>
    </a:ext>
  </a:extLst>
</a:theme>
</file>

<file path=ppt/theme/theme2.xml><?xml version="1.0" encoding="utf-8"?>
<a:theme xmlns:a="http://schemas.openxmlformats.org/drawingml/2006/main" name="Office Theme">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11e5cf-16a6-4362-a69d-6dabc2536a2f">
      <Terms xmlns="http://schemas.microsoft.com/office/infopath/2007/PartnerControls"/>
    </lcf76f155ced4ddcb4097134ff3c332f>
    <TaxCatchAll xmlns="4893a107-2ec3-42b4-b26b-f211177bf66d" xsi:nil="true"/>
    <Comment xmlns="4211e5cf-16a6-4362-a69d-6dabc2536a2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A6015A3D870944A40851B043433478" ma:contentTypeVersion="17" ma:contentTypeDescription="Create a new document." ma:contentTypeScope="" ma:versionID="303f1be3f44b7b0392531df8e4363fae">
  <xsd:schema xmlns:xsd="http://www.w3.org/2001/XMLSchema" xmlns:xs="http://www.w3.org/2001/XMLSchema" xmlns:p="http://schemas.microsoft.com/office/2006/metadata/properties" xmlns:ns2="4211e5cf-16a6-4362-a69d-6dabc2536a2f" xmlns:ns3="4893a107-2ec3-42b4-b26b-f211177bf66d" targetNamespace="http://schemas.microsoft.com/office/2006/metadata/properties" ma:root="true" ma:fieldsID="a55ffc176b6f17afb6cbf9db31a00cca" ns2:_="" ns3:_="">
    <xsd:import namespace="4211e5cf-16a6-4362-a69d-6dabc2536a2f"/>
    <xsd:import namespace="4893a107-2ec3-42b4-b26b-f211177bf66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ObjectDetectorVersions" minOccurs="0"/>
                <xsd:element ref="ns3:SharedWithUsers" minOccurs="0"/>
                <xsd:element ref="ns3:SharedWithDetails" minOccurs="0"/>
                <xsd:element ref="ns2:MediaLengthInSeconds" minOccurs="0"/>
                <xsd:element ref="ns2:MediaServiceSearchProperties"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1e5cf-16a6-4362-a69d-6dabc2536a2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e5edd16-e21a-4c20-bd79-5d048a636f6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Comment" ma:index="24"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893a107-2ec3-42b4-b26b-f211177bf66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6bdbb74-3f2b-4e45-9d7f-67cfe1695e84}" ma:internalName="TaxCatchAll" ma:showField="CatchAllData" ma:web="4893a107-2ec3-42b4-b26b-f211177bf66d">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5C6F96-A63B-44FC-BE89-7A66F555ACB0}">
  <ds:schemaRefs>
    <ds:schemaRef ds:uri="http://schemas.microsoft.com/sharepoint/v3/contenttype/forms"/>
  </ds:schemaRefs>
</ds:datastoreItem>
</file>

<file path=customXml/itemProps2.xml><?xml version="1.0" encoding="utf-8"?>
<ds:datastoreItem xmlns:ds="http://schemas.openxmlformats.org/officeDocument/2006/customXml" ds:itemID="{50609488-16E1-46C4-A29A-C32E71C267B0}">
  <ds:schemaRefs>
    <ds:schemaRef ds:uri="4211e5cf-16a6-4362-a69d-6dabc2536a2f"/>
    <ds:schemaRef ds:uri="4893a107-2ec3-42b4-b26b-f211177bf66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4CA6AE8-34FE-4125-A034-DEC675C0B5EE}">
  <ds:schemaRefs>
    <ds:schemaRef ds:uri="4211e5cf-16a6-4362-a69d-6dabc2536a2f"/>
    <ds:schemaRef ds:uri="4893a107-2ec3-42b4-b26b-f211177bf6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d3bed01-6d09-498e-ab05-f1e2fdb1b138}" enabled="0" method="" siteId="{1d3bed01-6d09-498e-ab05-f1e2fdb1b138}" removed="1"/>
</clbl:labelList>
</file>

<file path=docProps/app.xml><?xml version="1.0" encoding="utf-8"?>
<Properties xmlns="http://schemas.openxmlformats.org/officeDocument/2006/extended-properties" xmlns:vt="http://schemas.openxmlformats.org/officeDocument/2006/docPropsVTypes">
  <Template/>
  <TotalTime>5559</TotalTime>
  <Words>1235</Words>
  <Application>Microsoft Office PowerPoint</Application>
  <PresentationFormat>Widescreen</PresentationFormat>
  <Paragraphs>294</Paragraphs>
  <Slides>22</Slides>
  <Notes>16</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Segoe UI</vt:lpstr>
      <vt:lpstr>Wingdings</vt:lpstr>
      <vt:lpstr>Ascensus 2020</vt:lpstr>
      <vt:lpstr>Purpose</vt:lpstr>
      <vt:lpstr>Sprint Review</vt:lpstr>
      <vt:lpstr>Team Everest</vt:lpstr>
      <vt:lpstr>Product Vision</vt:lpstr>
      <vt:lpstr>Team Everest Roster</vt:lpstr>
      <vt:lpstr>Agenda</vt:lpstr>
      <vt:lpstr>PowerPoint Presentation</vt:lpstr>
      <vt:lpstr>Team Everest Updates – Completed Work</vt:lpstr>
      <vt:lpstr>Team Everest Updates – Completed Work Value</vt:lpstr>
      <vt:lpstr>PowerPoint Presentation</vt:lpstr>
      <vt:lpstr>Team Everest Updates – Completed Work</vt:lpstr>
      <vt:lpstr>Team Everest Updates – Completed Work Value</vt:lpstr>
      <vt:lpstr>PowerPoint Presentation</vt:lpstr>
      <vt:lpstr>Team Everest Updates – Completed Work</vt:lpstr>
      <vt:lpstr>Team Everest Updates – Completed Work Value</vt:lpstr>
      <vt:lpstr>Team Everest Sprint 8 - 2026 Goals</vt:lpstr>
      <vt:lpstr>PowerPoint Presentation</vt:lpstr>
      <vt:lpstr>Sprint 9 - 2026 Highlights</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Ascensus PowerPoint Template (Title Slide)</dc:title>
  <dc:creator>David Kepner</dc:creator>
  <cp:lastModifiedBy>Lori Jordan</cp:lastModifiedBy>
  <cp:revision>9</cp:revision>
  <dcterms:created xsi:type="dcterms:W3CDTF">2021-01-21T19:50:02Z</dcterms:created>
  <dcterms:modified xsi:type="dcterms:W3CDTF">2026-04-23T12:35:18Z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4720953</vt:lpwstr>
  </property>
  <property fmtid="{D5CDD505-2E9C-101B-9397-08002B2CF9AE}" pid="3" name="NXPowerLiteSettings">
    <vt:lpwstr>C880073804F000</vt:lpwstr>
  </property>
  <property fmtid="{D5CDD505-2E9C-101B-9397-08002B2CF9AE}" pid="4" name="NXPowerLiteVersion">
    <vt:lpwstr>D8.0.11</vt:lpwstr>
  </property>
  <property fmtid="{D5CDD505-2E9C-101B-9397-08002B2CF9AE}" pid="5" name="ContentTypeId">
    <vt:lpwstr>0x010100BEA6015A3D870944A40851B043433478</vt:lpwstr>
  </property>
  <property fmtid="{D5CDD505-2E9C-101B-9397-08002B2CF9AE}" pid="6" name="MediaServiceImageTags">
    <vt:lpwstr/>
  </property>
</Properties>
</file>