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handoutMasterIdLst>
    <p:handoutMasterId r:id="rId31"/>
  </p:handoutMasterIdLst>
  <p:sldIdLst>
    <p:sldId id="7057" r:id="rId5"/>
    <p:sldId id="7014" r:id="rId6"/>
    <p:sldId id="270" r:id="rId7"/>
    <p:sldId id="365" r:id="rId8"/>
    <p:sldId id="404" r:id="rId9"/>
    <p:sldId id="333" r:id="rId10"/>
    <p:sldId id="256" r:id="rId11"/>
    <p:sldId id="7072" r:id="rId12"/>
    <p:sldId id="7063" r:id="rId13"/>
    <p:sldId id="7064" r:id="rId14"/>
    <p:sldId id="7068" r:id="rId15"/>
    <p:sldId id="7069" r:id="rId16"/>
    <p:sldId id="7026" r:id="rId17"/>
    <p:sldId id="7065" r:id="rId18"/>
    <p:sldId id="7070" r:id="rId19"/>
    <p:sldId id="7037" r:id="rId20"/>
    <p:sldId id="7067" r:id="rId21"/>
    <p:sldId id="7051" r:id="rId22"/>
    <p:sldId id="402" r:id="rId23"/>
    <p:sldId id="407" r:id="rId24"/>
    <p:sldId id="7071" r:id="rId25"/>
    <p:sldId id="7059" r:id="rId26"/>
    <p:sldId id="7060" r:id="rId27"/>
    <p:sldId id="7061" r:id="rId28"/>
    <p:sldId id="30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ilsrud" initials="SG" lastIdx="1" clrIdx="0">
    <p:extLst>
      <p:ext uri="{19B8F6BF-5375-455C-9EA6-DF929625EA0E}">
        <p15:presenceInfo xmlns:p15="http://schemas.microsoft.com/office/powerpoint/2012/main" userId="S::Samuel.Gilsrud@ascensus.com::fd99005c-c65d-48e1-83a2-11593ebf0cd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76FFE8"/>
    <a:srgbClr val="026B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EB40DE-015D-4E89-52A8-974A4EAF3800}" v="197" dt="2026-04-08T18:17:58"/>
    <p1510:client id="{95A57320-7D94-425A-AE96-59906D9734E1}" v="138" dt="2026-04-09T13:30:59.137"/>
  </p1510:revLst>
</p1510:revInfo>
</file>

<file path=ppt/tableStyles.xml><?xml version="1.0" encoding="utf-8"?>
<a:tblStyleLst xmlns:a="http://schemas.openxmlformats.org/drawingml/2006/main" def="{6FF3EA9E-BB28-4088-AA58-0C9C6C2AA90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FF3EA9E-BB28-4088-AA58-0C9C6C2AA903}" styleName="Ascensus Table Sty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band1H>
      <a:tcStyle>
        <a:tcBdr>
          <a:top>
            <a:ln w="12700" cmpd="sng">
              <a:solidFill>
                <a:srgbClr val="BFBFBF"/>
              </a:solidFill>
            </a:ln>
          </a:top>
          <a:bottom>
            <a:ln w="12700" cmpd="sng">
              <a:solidFill>
                <a:srgbClr val="BFBFBF"/>
              </a:solidFill>
            </a:ln>
          </a:bottom>
        </a:tcBdr>
      </a:tcStyle>
    </a:band1H>
    <a:band1V>
      <a:tcStyle>
        <a:tcBdr>
          <a:left>
            <a:ln w="12700" cmpd="sng">
              <a:solidFill>
                <a:srgbClr val="BFBFBF"/>
              </a:solidFill>
            </a:ln>
          </a:left>
          <a:right>
            <a:ln w="12700" cmpd="sng">
              <a:solidFill>
                <a:srgbClr val="BFBFBF"/>
              </a:solidFill>
            </a:ln>
          </a:right>
        </a:tcBdr>
      </a:tcStyle>
    </a:band1V>
    <a:band2V>
      <a:tcStyle>
        <a:tcBdr>
          <a:left>
            <a:ln w="12700" cmpd="sng">
              <a:solidFill>
                <a:srgbClr val="BFBFBF"/>
              </a:solidFill>
            </a:ln>
          </a:left>
          <a:right>
            <a:ln w="12700" cmpd="sng">
              <a:solidFill>
                <a:srgbClr val="BFBFBF"/>
              </a:solidFill>
            </a:ln>
          </a:right>
        </a:tcBdr>
      </a:tcStyle>
    </a:band2V>
    <a:lastCol>
      <a:tcTxStyle b="on"/>
      <a:tcStyle>
        <a:tcBdr/>
      </a:tcStyle>
    </a:lastCol>
    <a:firstCol>
      <a:tcTxStyle b="on"/>
      <a:tcStyle>
        <a:tcBdr/>
      </a:tcStyle>
    </a:firstCol>
    <a:lastRow>
      <a:tcTxStyle b="on"/>
      <a:tcStyle>
        <a:tcBdr>
          <a:top>
            <a:ln w="50800" cmpd="dbl">
              <a:solidFill>
                <a:srgbClr val="BFBFBF"/>
              </a:solidFill>
            </a:ln>
          </a:top>
        </a:tcBdr>
      </a:tcStyle>
    </a:lastRow>
    <a:firstRow>
      <a:tcTxStyle b="off">
        <a:fontRef idx="minor">
          <a:scrgbClr r="0" g="0" b="0"/>
        </a:fontRef>
        <a:schemeClr val="accent2"/>
      </a:tcTxStyle>
      <a:tcStyle>
        <a:tcBdr>
          <a:bottom>
            <a:ln w="127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746" autoAdjust="0"/>
  </p:normalViewPr>
  <p:slideViewPr>
    <p:cSldViewPr snapToGrid="0">
      <p:cViewPr varScale="1">
        <p:scale>
          <a:sx n="82" d="100"/>
          <a:sy n="82" d="100"/>
        </p:scale>
        <p:origin x="1596" y="300"/>
      </p:cViewPr>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yna Wallace" userId="S::shayna.wallace@futureplan.com::446537f0-8e37-4437-a0e8-fc62aaf3aedd" providerId="AD" clId="Web-{7CEB40DE-015D-4E89-52A8-974A4EAF3800}"/>
    <pc:docChg chg="modSld">
      <pc:chgData name="Shayna Wallace" userId="S::shayna.wallace@futureplan.com::446537f0-8e37-4437-a0e8-fc62aaf3aedd" providerId="AD" clId="Web-{7CEB40DE-015D-4E89-52A8-974A4EAF3800}" dt="2026-04-08T18:17:58" v="196" actId="20577"/>
      <pc:docMkLst>
        <pc:docMk/>
      </pc:docMkLst>
      <pc:sldChg chg="modSp">
        <pc:chgData name="Shayna Wallace" userId="S::shayna.wallace@futureplan.com::446537f0-8e37-4437-a0e8-fc62aaf3aedd" providerId="AD" clId="Web-{7CEB40DE-015D-4E89-52A8-974A4EAF3800}" dt="2026-04-08T18:17:58" v="196" actId="20577"/>
        <pc:sldMkLst>
          <pc:docMk/>
          <pc:sldMk cId="2993017634" sldId="407"/>
        </pc:sldMkLst>
        <pc:spChg chg="mod">
          <ac:chgData name="Shayna Wallace" userId="S::shayna.wallace@futureplan.com::446537f0-8e37-4437-a0e8-fc62aaf3aedd" providerId="AD" clId="Web-{7CEB40DE-015D-4E89-52A8-974A4EAF3800}" dt="2026-04-08T18:17:58" v="196" actId="20577"/>
          <ac:spMkLst>
            <pc:docMk/>
            <pc:sldMk cId="2993017634" sldId="407"/>
            <ac:spMk id="2" creationId="{2B2CDF87-943D-B98D-0D6A-C88EAD58434B}"/>
          </ac:spMkLst>
        </pc:spChg>
        <pc:picChg chg="mod">
          <ac:chgData name="Shayna Wallace" userId="S::shayna.wallace@futureplan.com::446537f0-8e37-4437-a0e8-fc62aaf3aedd" providerId="AD" clId="Web-{7CEB40DE-015D-4E89-52A8-974A4EAF3800}" dt="2026-04-08T18:02:49.399" v="0" actId="1076"/>
          <ac:picMkLst>
            <pc:docMk/>
            <pc:sldMk cId="2993017634" sldId="407"/>
            <ac:picMk id="7" creationId="{F8AA8BF0-29DD-8229-8AAB-2D80682A4A34}"/>
          </ac:picMkLst>
        </pc:picChg>
      </pc:sldChg>
    </pc:docChg>
  </pc:docChgLst>
  <pc:docChgLst>
    <pc:chgData name="Lori Jordan" userId="7d119b52-e842-4928-b478-6508dc8390c9" providerId="ADAL" clId="{3DB210E8-71DB-4708-AFAA-A05B813483A6}"/>
    <pc:docChg chg="undo custSel addSld delSld modSld sldOrd">
      <pc:chgData name="Lori Jordan" userId="7d119b52-e842-4928-b478-6508dc8390c9" providerId="ADAL" clId="{3DB210E8-71DB-4708-AFAA-A05B813483A6}" dt="2026-04-09T14:23:59.505" v="4252" actId="20577"/>
      <pc:docMkLst>
        <pc:docMk/>
      </pc:docMkLst>
      <pc:sldChg chg="addSp delSp modSp add mod ord modTransition setBg modClrScheme delDesignElem chgLayout">
        <pc:chgData name="Lori Jordan" userId="7d119b52-e842-4928-b478-6508dc8390c9" providerId="ADAL" clId="{3DB210E8-71DB-4708-AFAA-A05B813483A6}" dt="2026-04-08T21:28:55.336" v="4018"/>
        <pc:sldMkLst>
          <pc:docMk/>
          <pc:sldMk cId="0" sldId="256"/>
        </pc:sldMkLst>
        <pc:spChg chg="mod ord">
          <ac:chgData name="Lori Jordan" userId="7d119b52-e842-4928-b478-6508dc8390c9" providerId="ADAL" clId="{3DB210E8-71DB-4708-AFAA-A05B813483A6}" dt="2026-04-08T16:57:51.396" v="251" actId="1076"/>
          <ac:spMkLst>
            <pc:docMk/>
            <pc:sldMk cId="0" sldId="256"/>
            <ac:spMk id="2" creationId="{00000000-0000-0000-0000-000000000000}"/>
          </ac:spMkLst>
        </pc:spChg>
        <pc:spChg chg="del mod ord">
          <ac:chgData name="Lori Jordan" userId="7d119b52-e842-4928-b478-6508dc8390c9" providerId="ADAL" clId="{3DB210E8-71DB-4708-AFAA-A05B813483A6}" dt="2026-04-08T16:57:17.384" v="244" actId="478"/>
          <ac:spMkLst>
            <pc:docMk/>
            <pc:sldMk cId="0" sldId="256"/>
            <ac:spMk id="3" creationId="{00000000-0000-0000-0000-000000000000}"/>
          </ac:spMkLst>
        </pc:spChg>
        <pc:spChg chg="add del mod ord">
          <ac:chgData name="Lori Jordan" userId="7d119b52-e842-4928-b478-6508dc8390c9" providerId="ADAL" clId="{3DB210E8-71DB-4708-AFAA-A05B813483A6}" dt="2026-04-08T16:57:39.378" v="248" actId="478"/>
          <ac:spMkLst>
            <pc:docMk/>
            <pc:sldMk cId="0" sldId="256"/>
            <ac:spMk id="4" creationId="{D144A225-5574-9C73-19BF-E2FC80B50D62}"/>
          </ac:spMkLst>
        </pc:spChg>
        <pc:spChg chg="add del mod">
          <ac:chgData name="Lori Jordan" userId="7d119b52-e842-4928-b478-6508dc8390c9" providerId="ADAL" clId="{3DB210E8-71DB-4708-AFAA-A05B813483A6}" dt="2026-04-08T16:57:17.387" v="246"/>
          <ac:spMkLst>
            <pc:docMk/>
            <pc:sldMk cId="0" sldId="256"/>
            <ac:spMk id="5" creationId="{B833ADDD-3227-E729-7C53-68BDC70294D7}"/>
          </ac:spMkLst>
        </pc:spChg>
        <pc:spChg chg="add mod">
          <ac:chgData name="Lori Jordan" userId="7d119b52-e842-4928-b478-6508dc8390c9" providerId="ADAL" clId="{3DB210E8-71DB-4708-AFAA-A05B813483A6}" dt="2026-04-08T16:57:09.808" v="243" actId="1076"/>
          <ac:spMkLst>
            <pc:docMk/>
            <pc:sldMk cId="0" sldId="256"/>
            <ac:spMk id="6" creationId="{4BCF348D-3B69-4A67-CDB9-3234DA437D15}"/>
          </ac:spMkLst>
        </pc:spChg>
        <pc:spChg chg="add del mod">
          <ac:chgData name="Lori Jordan" userId="7d119b52-e842-4928-b478-6508dc8390c9" providerId="ADAL" clId="{3DB210E8-71DB-4708-AFAA-A05B813483A6}" dt="2026-04-08T16:57:43.330" v="249" actId="478"/>
          <ac:spMkLst>
            <pc:docMk/>
            <pc:sldMk cId="0" sldId="256"/>
            <ac:spMk id="8" creationId="{23B16ABB-3ED9-9A07-71F9-CDF5F19E1062}"/>
          </ac:spMkLst>
        </pc:spChg>
        <pc:spChg chg="add del mod">
          <ac:chgData name="Lori Jordan" userId="7d119b52-e842-4928-b478-6508dc8390c9" providerId="ADAL" clId="{3DB210E8-71DB-4708-AFAA-A05B813483A6}" dt="2026-04-08T16:57:45.277" v="250" actId="478"/>
          <ac:spMkLst>
            <pc:docMk/>
            <pc:sldMk cId="0" sldId="256"/>
            <ac:spMk id="10" creationId="{CB6CFC29-AE7A-54B8-9338-1001DA202F70}"/>
          </ac:spMkLst>
        </pc:spChg>
        <pc:spChg chg="del">
          <ac:chgData name="Lori Jordan" userId="7d119b52-e842-4928-b478-6508dc8390c9" providerId="ADAL" clId="{3DB210E8-71DB-4708-AFAA-A05B813483A6}" dt="2026-04-08T16:56:16.220" v="238"/>
          <ac:spMkLst>
            <pc:docMk/>
            <pc:sldMk cId="0" sldId="256"/>
            <ac:spMk id="14" creationId="{4300840D-0A0B-4512-BACA-B439D5B9C57C}"/>
          </ac:spMkLst>
        </pc:spChg>
        <pc:spChg chg="del">
          <ac:chgData name="Lori Jordan" userId="7d119b52-e842-4928-b478-6508dc8390c9" providerId="ADAL" clId="{3DB210E8-71DB-4708-AFAA-A05B813483A6}" dt="2026-04-08T16:56:16.220" v="238"/>
          <ac:spMkLst>
            <pc:docMk/>
            <pc:sldMk cId="0" sldId="256"/>
            <ac:spMk id="15" creationId="{09588DA8-065E-4F6F-8EFD-43104AB2E0CF}"/>
          </ac:spMkLst>
        </pc:spChg>
        <pc:spChg chg="del">
          <ac:chgData name="Lori Jordan" userId="7d119b52-e842-4928-b478-6508dc8390c9" providerId="ADAL" clId="{3DB210E8-71DB-4708-AFAA-A05B813483A6}" dt="2026-04-08T16:56:16.220" v="238"/>
          <ac:spMkLst>
            <pc:docMk/>
            <pc:sldMk cId="0" sldId="256"/>
            <ac:spMk id="16" creationId="{D2B78728-A580-49A7-84F9-6EF6F583ADE0}"/>
          </ac:spMkLst>
        </pc:spChg>
        <pc:spChg chg="del">
          <ac:chgData name="Lori Jordan" userId="7d119b52-e842-4928-b478-6508dc8390c9" providerId="ADAL" clId="{3DB210E8-71DB-4708-AFAA-A05B813483A6}" dt="2026-04-08T16:56:16.220" v="238"/>
          <ac:spMkLst>
            <pc:docMk/>
            <pc:sldMk cId="0" sldId="256"/>
            <ac:spMk id="17" creationId="{C4285719-470E-454C-AF62-8323075F1F5B}"/>
          </ac:spMkLst>
        </pc:spChg>
        <pc:spChg chg="del">
          <ac:chgData name="Lori Jordan" userId="7d119b52-e842-4928-b478-6508dc8390c9" providerId="ADAL" clId="{3DB210E8-71DB-4708-AFAA-A05B813483A6}" dt="2026-04-08T16:56:16.220" v="238"/>
          <ac:spMkLst>
            <pc:docMk/>
            <pc:sldMk cId="0" sldId="256"/>
            <ac:spMk id="18" creationId="{38FAA1A1-D861-433F-88FA-1E9D6FD31D11}"/>
          </ac:spMkLst>
        </pc:spChg>
        <pc:spChg chg="del">
          <ac:chgData name="Lori Jordan" userId="7d119b52-e842-4928-b478-6508dc8390c9" providerId="ADAL" clId="{3DB210E8-71DB-4708-AFAA-A05B813483A6}" dt="2026-04-08T16:56:16.220" v="238"/>
          <ac:spMkLst>
            <pc:docMk/>
            <pc:sldMk cId="0" sldId="256"/>
            <ac:spMk id="19" creationId="{CD9FE4EF-C4D8-49A0-B2FF-81D8DB7D8A24}"/>
          </ac:spMkLst>
        </pc:spChg>
        <pc:spChg chg="del">
          <ac:chgData name="Lori Jordan" userId="7d119b52-e842-4928-b478-6508dc8390c9" providerId="ADAL" clId="{3DB210E8-71DB-4708-AFAA-A05B813483A6}" dt="2026-04-08T16:56:16.220" v="238"/>
          <ac:spMkLst>
            <pc:docMk/>
            <pc:sldMk cId="0" sldId="256"/>
            <ac:spMk id="20" creationId="{8D71EDA1-87BF-4D5D-AB79-F346FD19278A}"/>
          </ac:spMkLst>
        </pc:spChg>
      </pc:sldChg>
      <pc:sldChg chg="modSp">
        <pc:chgData name="Lori Jordan" userId="7d119b52-e842-4928-b478-6508dc8390c9" providerId="ADAL" clId="{3DB210E8-71DB-4708-AFAA-A05B813483A6}" dt="2026-04-08T13:46:59.251" v="1"/>
        <pc:sldMkLst>
          <pc:docMk/>
          <pc:sldMk cId="1521689392" sldId="270"/>
        </pc:sldMkLst>
        <pc:spChg chg="mod">
          <ac:chgData name="Lori Jordan" userId="7d119b52-e842-4928-b478-6508dc8390c9" providerId="ADAL" clId="{3DB210E8-71DB-4708-AFAA-A05B813483A6}" dt="2026-04-08T13:46:59.251" v="1"/>
          <ac:spMkLst>
            <pc:docMk/>
            <pc:sldMk cId="1521689392" sldId="270"/>
            <ac:spMk id="7" creationId="{9018A48E-A70F-4030-97D4-28D08EF6F7DD}"/>
          </ac:spMkLst>
        </pc:spChg>
      </pc:sldChg>
      <pc:sldChg chg="addSp delSp modSp mod">
        <pc:chgData name="Lori Jordan" userId="7d119b52-e842-4928-b478-6508dc8390c9" providerId="ADAL" clId="{3DB210E8-71DB-4708-AFAA-A05B813483A6}" dt="2026-04-08T21:30:33.071" v="4033" actId="1076"/>
        <pc:sldMkLst>
          <pc:docMk/>
          <pc:sldMk cId="997036787" sldId="333"/>
        </pc:sldMkLst>
        <pc:spChg chg="mod">
          <ac:chgData name="Lori Jordan" userId="7d119b52-e842-4928-b478-6508dc8390c9" providerId="ADAL" clId="{3DB210E8-71DB-4708-AFAA-A05B813483A6}" dt="2026-04-08T16:53:23.171" v="184" actId="1035"/>
          <ac:spMkLst>
            <pc:docMk/>
            <pc:sldMk cId="997036787" sldId="333"/>
            <ac:spMk id="2" creationId="{3D1AE132-9E62-E554-3EF0-7F9C3DC585FE}"/>
          </ac:spMkLst>
        </pc:spChg>
        <pc:spChg chg="mod">
          <ac:chgData name="Lori Jordan" userId="7d119b52-e842-4928-b478-6508dc8390c9" providerId="ADAL" clId="{3DB210E8-71DB-4708-AFAA-A05B813483A6}" dt="2026-04-08T21:30:33.071" v="4033" actId="1076"/>
          <ac:spMkLst>
            <pc:docMk/>
            <pc:sldMk cId="997036787" sldId="333"/>
            <ac:spMk id="3" creationId="{3B573BB7-25C1-00FD-5992-267A2D93C038}"/>
          </ac:spMkLst>
        </pc:spChg>
        <pc:spChg chg="add mod">
          <ac:chgData name="Lori Jordan" userId="7d119b52-e842-4928-b478-6508dc8390c9" providerId="ADAL" clId="{3DB210E8-71DB-4708-AFAA-A05B813483A6}" dt="2026-04-08T21:29:38.972" v="4026" actId="1076"/>
          <ac:spMkLst>
            <pc:docMk/>
            <pc:sldMk cId="997036787" sldId="333"/>
            <ac:spMk id="5" creationId="{F7EB74F2-6897-C2BC-F42D-2AE668638C3F}"/>
          </ac:spMkLst>
        </pc:spChg>
        <pc:spChg chg="mod">
          <ac:chgData name="Lori Jordan" userId="7d119b52-e842-4928-b478-6508dc8390c9" providerId="ADAL" clId="{3DB210E8-71DB-4708-AFAA-A05B813483A6}" dt="2026-04-08T16:53:23.171" v="184" actId="1035"/>
          <ac:spMkLst>
            <pc:docMk/>
            <pc:sldMk cId="997036787" sldId="333"/>
            <ac:spMk id="6" creationId="{35EE8D2B-77A3-4D22-8877-7F29458819E0}"/>
          </ac:spMkLst>
        </pc:spChg>
        <pc:spChg chg="mod">
          <ac:chgData name="Lori Jordan" userId="7d119b52-e842-4928-b478-6508dc8390c9" providerId="ADAL" clId="{3DB210E8-71DB-4708-AFAA-A05B813483A6}" dt="2026-04-08T21:29:48.323" v="4027" actId="1076"/>
          <ac:spMkLst>
            <pc:docMk/>
            <pc:sldMk cId="997036787" sldId="333"/>
            <ac:spMk id="7" creationId="{86521C37-1A83-FB54-2F37-42B5F70E3763}"/>
          </ac:spMkLst>
        </pc:spChg>
        <pc:spChg chg="mod">
          <ac:chgData name="Lori Jordan" userId="7d119b52-e842-4928-b478-6508dc8390c9" providerId="ADAL" clId="{3DB210E8-71DB-4708-AFAA-A05B813483A6}" dt="2026-04-08T16:53:23.171" v="184" actId="1035"/>
          <ac:spMkLst>
            <pc:docMk/>
            <pc:sldMk cId="997036787" sldId="333"/>
            <ac:spMk id="8" creationId="{E0E47F13-FEBE-70EB-3EB5-5C36A90F3826}"/>
          </ac:spMkLst>
        </pc:spChg>
        <pc:spChg chg="add del">
          <ac:chgData name="Lori Jordan" userId="7d119b52-e842-4928-b478-6508dc8390c9" providerId="ADAL" clId="{3DB210E8-71DB-4708-AFAA-A05B813483A6}" dt="2026-04-08T13:47:30.743" v="27" actId="22"/>
          <ac:spMkLst>
            <pc:docMk/>
            <pc:sldMk cId="997036787" sldId="333"/>
            <ac:spMk id="9" creationId="{966C09E0-4A1C-DB00-2286-583CF0CF915E}"/>
          </ac:spMkLst>
        </pc:spChg>
        <pc:spChg chg="add mod">
          <ac:chgData name="Lori Jordan" userId="7d119b52-e842-4928-b478-6508dc8390c9" providerId="ADAL" clId="{3DB210E8-71DB-4708-AFAA-A05B813483A6}" dt="2026-04-08T21:30:33.071" v="4033" actId="1076"/>
          <ac:spMkLst>
            <pc:docMk/>
            <pc:sldMk cId="997036787" sldId="333"/>
            <ac:spMk id="9" creationId="{FA55FEE2-F025-84AF-E287-2526914D2B65}"/>
          </ac:spMkLst>
        </pc:spChg>
        <pc:spChg chg="add mod">
          <ac:chgData name="Lori Jordan" userId="7d119b52-e842-4928-b478-6508dc8390c9" providerId="ADAL" clId="{3DB210E8-71DB-4708-AFAA-A05B813483A6}" dt="2026-04-08T21:30:33.071" v="4033" actId="1076"/>
          <ac:spMkLst>
            <pc:docMk/>
            <pc:sldMk cId="997036787" sldId="333"/>
            <ac:spMk id="10" creationId="{A636FD5B-2BE5-A6D1-E0BE-3C8EF5A7BBAB}"/>
          </ac:spMkLst>
        </pc:spChg>
        <pc:spChg chg="mod">
          <ac:chgData name="Lori Jordan" userId="7d119b52-e842-4928-b478-6508dc8390c9" providerId="ADAL" clId="{3DB210E8-71DB-4708-AFAA-A05B813483A6}" dt="2026-04-08T21:29:52.151" v="4028" actId="1076"/>
          <ac:spMkLst>
            <pc:docMk/>
            <pc:sldMk cId="997036787" sldId="333"/>
            <ac:spMk id="11" creationId="{7E4E1FEE-0A47-4387-9F4A-A060C5FE183D}"/>
          </ac:spMkLst>
        </pc:spChg>
        <pc:spChg chg="add mod">
          <ac:chgData name="Lori Jordan" userId="7d119b52-e842-4928-b478-6508dc8390c9" providerId="ADAL" clId="{3DB210E8-71DB-4708-AFAA-A05B813483A6}" dt="2026-04-08T21:30:33.071" v="4033" actId="1076"/>
          <ac:spMkLst>
            <pc:docMk/>
            <pc:sldMk cId="997036787" sldId="333"/>
            <ac:spMk id="12" creationId="{B818B621-DB51-FBA0-6060-08978F824D8C}"/>
          </ac:spMkLst>
        </pc:spChg>
        <pc:spChg chg="mod">
          <ac:chgData name="Lori Jordan" userId="7d119b52-e842-4928-b478-6508dc8390c9" providerId="ADAL" clId="{3DB210E8-71DB-4708-AFAA-A05B813483A6}" dt="2026-04-08T16:53:23.171" v="184" actId="1035"/>
          <ac:spMkLst>
            <pc:docMk/>
            <pc:sldMk cId="997036787" sldId="333"/>
            <ac:spMk id="13" creationId="{3BAB59C4-8225-4B10-8BF1-931D9D893387}"/>
          </ac:spMkLst>
        </pc:spChg>
        <pc:spChg chg="mod">
          <ac:chgData name="Lori Jordan" userId="7d119b52-e842-4928-b478-6508dc8390c9" providerId="ADAL" clId="{3DB210E8-71DB-4708-AFAA-A05B813483A6}" dt="2026-04-08T21:29:25.869" v="4024" actId="1076"/>
          <ac:spMkLst>
            <pc:docMk/>
            <pc:sldMk cId="997036787" sldId="333"/>
            <ac:spMk id="14" creationId="{AA8F0AAF-47C0-45D3-A421-E0CCF6D8931F}"/>
          </ac:spMkLst>
        </pc:spChg>
      </pc:sldChg>
      <pc:sldChg chg="modSp mod">
        <pc:chgData name="Lori Jordan" userId="7d119b52-e842-4928-b478-6508dc8390c9" providerId="ADAL" clId="{3DB210E8-71DB-4708-AFAA-A05B813483A6}" dt="2026-04-08T18:30:44.080" v="355" actId="20577"/>
        <pc:sldMkLst>
          <pc:docMk/>
          <pc:sldMk cId="4266182126" sldId="402"/>
        </pc:sldMkLst>
        <pc:spChg chg="mod">
          <ac:chgData name="Lori Jordan" userId="7d119b52-e842-4928-b478-6508dc8390c9" providerId="ADAL" clId="{3DB210E8-71DB-4708-AFAA-A05B813483A6}" dt="2026-04-08T18:30:44.080" v="355" actId="20577"/>
          <ac:spMkLst>
            <pc:docMk/>
            <pc:sldMk cId="4266182126" sldId="402"/>
            <ac:spMk id="9" creationId="{73F13DA2-A889-DF95-CAB9-64A6035D4357}"/>
          </ac:spMkLst>
        </pc:spChg>
      </pc:sldChg>
      <pc:sldChg chg="modSp mod">
        <pc:chgData name="Lori Jordan" userId="7d119b52-e842-4928-b478-6508dc8390c9" providerId="ADAL" clId="{3DB210E8-71DB-4708-AFAA-A05B813483A6}" dt="2026-04-08T16:58:33.979" v="272" actId="20577"/>
        <pc:sldMkLst>
          <pc:docMk/>
          <pc:sldMk cId="2993017634" sldId="407"/>
        </pc:sldMkLst>
        <pc:spChg chg="mod">
          <ac:chgData name="Lori Jordan" userId="7d119b52-e842-4928-b478-6508dc8390c9" providerId="ADAL" clId="{3DB210E8-71DB-4708-AFAA-A05B813483A6}" dt="2026-04-08T16:58:33.979" v="272" actId="20577"/>
          <ac:spMkLst>
            <pc:docMk/>
            <pc:sldMk cId="2993017634" sldId="407"/>
            <ac:spMk id="2" creationId="{2B2CDF87-943D-B98D-0D6A-C88EAD58434B}"/>
          </ac:spMkLst>
        </pc:spChg>
        <pc:spChg chg="mod">
          <ac:chgData name="Lori Jordan" userId="7d119b52-e842-4928-b478-6508dc8390c9" providerId="ADAL" clId="{3DB210E8-71DB-4708-AFAA-A05B813483A6}" dt="2026-04-08T13:46:51.312" v="0"/>
          <ac:spMkLst>
            <pc:docMk/>
            <pc:sldMk cId="2993017634" sldId="407"/>
            <ac:spMk id="5" creationId="{6E74C810-8CAF-BD5F-E203-F8E94EB9B5EB}"/>
          </ac:spMkLst>
        </pc:spChg>
      </pc:sldChg>
      <pc:sldChg chg="addSp delSp modSp mod">
        <pc:chgData name="Lori Jordan" userId="7d119b52-e842-4928-b478-6508dc8390c9" providerId="ADAL" clId="{3DB210E8-71DB-4708-AFAA-A05B813483A6}" dt="2026-04-08T20:30:29.104" v="3995" actId="732"/>
        <pc:sldMkLst>
          <pc:docMk/>
          <pc:sldMk cId="1178148151" sldId="7026"/>
        </pc:sldMkLst>
        <pc:picChg chg="add mod modCrop">
          <ac:chgData name="Lori Jordan" userId="7d119b52-e842-4928-b478-6508dc8390c9" providerId="ADAL" clId="{3DB210E8-71DB-4708-AFAA-A05B813483A6}" dt="2026-04-08T20:30:29.104" v="3995" actId="732"/>
          <ac:picMkLst>
            <pc:docMk/>
            <pc:sldMk cId="1178148151" sldId="7026"/>
            <ac:picMk id="7" creationId="{4CDE2A70-0CEB-B67D-691E-65380FFB1839}"/>
          </ac:picMkLst>
        </pc:picChg>
        <pc:picChg chg="del">
          <ac:chgData name="Lori Jordan" userId="7d119b52-e842-4928-b478-6508dc8390c9" providerId="ADAL" clId="{3DB210E8-71DB-4708-AFAA-A05B813483A6}" dt="2026-04-08T18:25:26.540" v="277" actId="478"/>
          <ac:picMkLst>
            <pc:docMk/>
            <pc:sldMk cId="1178148151" sldId="7026"/>
            <ac:picMk id="10" creationId="{222D5102-31AD-F47C-C6CE-E2A99B988923}"/>
          </ac:picMkLst>
        </pc:picChg>
        <pc:picChg chg="del mod">
          <ac:chgData name="Lori Jordan" userId="7d119b52-e842-4928-b478-6508dc8390c9" providerId="ADAL" clId="{3DB210E8-71DB-4708-AFAA-A05B813483A6}" dt="2026-04-08T20:30:16.729" v="3994" actId="478"/>
          <ac:picMkLst>
            <pc:docMk/>
            <pc:sldMk cId="1178148151" sldId="7026"/>
            <ac:picMk id="18" creationId="{34E3585D-C21A-9205-CF54-8E247C1B3138}"/>
          </ac:picMkLst>
        </pc:picChg>
        <pc:picChg chg="mod ord">
          <ac:chgData name="Lori Jordan" userId="7d119b52-e842-4928-b478-6508dc8390c9" providerId="ADAL" clId="{3DB210E8-71DB-4708-AFAA-A05B813483A6}" dt="2026-04-08T18:25:53.600" v="286" actId="1076"/>
          <ac:picMkLst>
            <pc:docMk/>
            <pc:sldMk cId="1178148151" sldId="7026"/>
            <ac:picMk id="22" creationId="{05AB6FE9-D73C-E5D6-5947-CF562AFEDE87}"/>
          </ac:picMkLst>
        </pc:picChg>
        <pc:picChg chg="del mod">
          <ac:chgData name="Lori Jordan" userId="7d119b52-e842-4928-b478-6508dc8390c9" providerId="ADAL" clId="{3DB210E8-71DB-4708-AFAA-A05B813483A6}" dt="2026-04-08T18:25:59.760" v="288" actId="478"/>
          <ac:picMkLst>
            <pc:docMk/>
            <pc:sldMk cId="1178148151" sldId="7026"/>
            <ac:picMk id="23" creationId="{1BCCE9EB-AED7-82C5-890F-7E4ED07CBC33}"/>
          </ac:picMkLst>
        </pc:picChg>
      </pc:sldChg>
      <pc:sldChg chg="addSp delSp modSp mod">
        <pc:chgData name="Lori Jordan" userId="7d119b52-e842-4928-b478-6508dc8390c9" providerId="ADAL" clId="{3DB210E8-71DB-4708-AFAA-A05B813483A6}" dt="2026-04-08T20:14:59.792" v="2706" actId="1076"/>
        <pc:sldMkLst>
          <pc:docMk/>
          <pc:sldMk cId="2710397977" sldId="7037"/>
        </pc:sldMkLst>
        <pc:spChg chg="add mod">
          <ac:chgData name="Lori Jordan" userId="7d119b52-e842-4928-b478-6508dc8390c9" providerId="ADAL" clId="{3DB210E8-71DB-4708-AFAA-A05B813483A6}" dt="2026-04-08T18:29:05.724" v="328" actId="20577"/>
          <ac:spMkLst>
            <pc:docMk/>
            <pc:sldMk cId="2710397977" sldId="7037"/>
            <ac:spMk id="8" creationId="{98364F5E-7F4C-316D-C9EC-6877621463EC}"/>
          </ac:spMkLst>
        </pc:spChg>
        <pc:picChg chg="add mod">
          <ac:chgData name="Lori Jordan" userId="7d119b52-e842-4928-b478-6508dc8390c9" providerId="ADAL" clId="{3DB210E8-71DB-4708-AFAA-A05B813483A6}" dt="2026-04-08T18:29:08.783" v="329" actId="1076"/>
          <ac:picMkLst>
            <pc:docMk/>
            <pc:sldMk cId="2710397977" sldId="7037"/>
            <ac:picMk id="3" creationId="{899CA770-D92A-3DF3-6276-7E9AAC63ADB5}"/>
          </ac:picMkLst>
        </pc:picChg>
        <pc:picChg chg="add mod">
          <ac:chgData name="Lori Jordan" userId="7d119b52-e842-4928-b478-6508dc8390c9" providerId="ADAL" clId="{3DB210E8-71DB-4708-AFAA-A05B813483A6}" dt="2026-04-08T20:14:59.792" v="2706" actId="1076"/>
          <ac:picMkLst>
            <pc:docMk/>
            <pc:sldMk cId="2710397977" sldId="7037"/>
            <ac:picMk id="10" creationId="{E2F32847-CFA0-5AE7-FC3B-50BBD3B5CFDC}"/>
          </ac:picMkLst>
        </pc:picChg>
        <pc:picChg chg="del">
          <ac:chgData name="Lori Jordan" userId="7d119b52-e842-4928-b478-6508dc8390c9" providerId="ADAL" clId="{3DB210E8-71DB-4708-AFAA-A05B813483A6}" dt="2026-04-08T18:27:36.576" v="289" actId="478"/>
          <ac:picMkLst>
            <pc:docMk/>
            <pc:sldMk cId="2710397977" sldId="7037"/>
            <ac:picMk id="11" creationId="{B793B5CA-F9CC-7D0A-8A48-7ED1BC33574A}"/>
          </ac:picMkLst>
        </pc:picChg>
      </pc:sldChg>
      <pc:sldChg chg="modSp mod">
        <pc:chgData name="Lori Jordan" userId="7d119b52-e842-4928-b478-6508dc8390c9" providerId="ADAL" clId="{3DB210E8-71DB-4708-AFAA-A05B813483A6}" dt="2026-04-08T13:52:33.786" v="161" actId="948"/>
        <pc:sldMkLst>
          <pc:docMk/>
          <pc:sldMk cId="3655110191" sldId="7051"/>
        </pc:sldMkLst>
        <pc:spChg chg="mod">
          <ac:chgData name="Lori Jordan" userId="7d119b52-e842-4928-b478-6508dc8390c9" providerId="ADAL" clId="{3DB210E8-71DB-4708-AFAA-A05B813483A6}" dt="2026-04-08T13:46:59.251" v="1"/>
          <ac:spMkLst>
            <pc:docMk/>
            <pc:sldMk cId="3655110191" sldId="7051"/>
            <ac:spMk id="5" creationId="{634F8979-3B29-D42D-DBDC-94483100A31B}"/>
          </ac:spMkLst>
        </pc:spChg>
        <pc:spChg chg="mod">
          <ac:chgData name="Lori Jordan" userId="7d119b52-e842-4928-b478-6508dc8390c9" providerId="ADAL" clId="{3DB210E8-71DB-4708-AFAA-A05B813483A6}" dt="2026-04-08T13:52:33.786" v="161" actId="948"/>
          <ac:spMkLst>
            <pc:docMk/>
            <pc:sldMk cId="3655110191" sldId="7051"/>
            <ac:spMk id="9" creationId="{21383A15-FD72-523B-244B-1160B2B7E54F}"/>
          </ac:spMkLst>
        </pc:spChg>
      </pc:sldChg>
      <pc:sldChg chg="addSp delSp modSp">
        <pc:chgData name="Lori Jordan" userId="7d119b52-e842-4928-b478-6508dc8390c9" providerId="ADAL" clId="{3DB210E8-71DB-4708-AFAA-A05B813483A6}" dt="2026-04-08T20:55:33.893" v="4003" actId="1076"/>
        <pc:sldMkLst>
          <pc:docMk/>
          <pc:sldMk cId="1109271626" sldId="7059"/>
        </pc:sldMkLst>
        <pc:picChg chg="del">
          <ac:chgData name="Lori Jordan" userId="7d119b52-e842-4928-b478-6508dc8390c9" providerId="ADAL" clId="{3DB210E8-71DB-4708-AFAA-A05B813483A6}" dt="2026-04-08T20:55:07.126" v="3996" actId="478"/>
          <ac:picMkLst>
            <pc:docMk/>
            <pc:sldMk cId="1109271626" sldId="7059"/>
            <ac:picMk id="5" creationId="{6325EDB0-6EDB-6181-8508-D40279CC4457}"/>
          </ac:picMkLst>
        </pc:picChg>
        <pc:picChg chg="add mod">
          <ac:chgData name="Lori Jordan" userId="7d119b52-e842-4928-b478-6508dc8390c9" providerId="ADAL" clId="{3DB210E8-71DB-4708-AFAA-A05B813483A6}" dt="2026-04-08T20:55:33.893" v="4003" actId="1076"/>
          <ac:picMkLst>
            <pc:docMk/>
            <pc:sldMk cId="1109271626" sldId="7059"/>
            <ac:picMk id="1026" creationId="{038F460C-77C4-C2FC-3B08-0B79F7DB520F}"/>
          </ac:picMkLst>
        </pc:picChg>
      </pc:sldChg>
      <pc:sldChg chg="addSp delSp modSp">
        <pc:chgData name="Lori Jordan" userId="7d119b52-e842-4928-b478-6508dc8390c9" providerId="ADAL" clId="{3DB210E8-71DB-4708-AFAA-A05B813483A6}" dt="2026-04-08T21:02:01.068" v="4011" actId="14100"/>
        <pc:sldMkLst>
          <pc:docMk/>
          <pc:sldMk cId="3001517754" sldId="7060"/>
        </pc:sldMkLst>
        <pc:picChg chg="add mod">
          <ac:chgData name="Lori Jordan" userId="7d119b52-e842-4928-b478-6508dc8390c9" providerId="ADAL" clId="{3DB210E8-71DB-4708-AFAA-A05B813483A6}" dt="2026-04-08T21:02:01.068" v="4011" actId="14100"/>
          <ac:picMkLst>
            <pc:docMk/>
            <pc:sldMk cId="3001517754" sldId="7060"/>
            <ac:picMk id="4" creationId="{91D069A5-83AF-2A23-E503-A9023B1308C9}"/>
          </ac:picMkLst>
        </pc:picChg>
        <pc:picChg chg="del">
          <ac:chgData name="Lori Jordan" userId="7d119b52-e842-4928-b478-6508dc8390c9" providerId="ADAL" clId="{3DB210E8-71DB-4708-AFAA-A05B813483A6}" dt="2026-04-08T20:55:38.237" v="4004" actId="478"/>
          <ac:picMkLst>
            <pc:docMk/>
            <pc:sldMk cId="3001517754" sldId="7060"/>
            <ac:picMk id="2050" creationId="{C106E359-69D9-9D13-2726-63FDED484D38}"/>
          </ac:picMkLst>
        </pc:picChg>
      </pc:sldChg>
      <pc:sldChg chg="addSp delSp modSp">
        <pc:chgData name="Lori Jordan" userId="7d119b52-e842-4928-b478-6508dc8390c9" providerId="ADAL" clId="{3DB210E8-71DB-4708-AFAA-A05B813483A6}" dt="2026-04-08T21:28:33.130" v="4016" actId="1076"/>
        <pc:sldMkLst>
          <pc:docMk/>
          <pc:sldMk cId="1964487281" sldId="7061"/>
        </pc:sldMkLst>
        <pc:picChg chg="add mod">
          <ac:chgData name="Lori Jordan" userId="7d119b52-e842-4928-b478-6508dc8390c9" providerId="ADAL" clId="{3DB210E8-71DB-4708-AFAA-A05B813483A6}" dt="2026-04-08T21:28:33.130" v="4016" actId="1076"/>
          <ac:picMkLst>
            <pc:docMk/>
            <pc:sldMk cId="1964487281" sldId="7061"/>
            <ac:picMk id="4" creationId="{03214967-DCE5-097C-BBC1-73B4CCD50C72}"/>
          </ac:picMkLst>
        </pc:picChg>
        <pc:picChg chg="del">
          <ac:chgData name="Lori Jordan" userId="7d119b52-e842-4928-b478-6508dc8390c9" providerId="ADAL" clId="{3DB210E8-71DB-4708-AFAA-A05B813483A6}" dt="2026-04-08T20:55:46.711" v="4005" actId="478"/>
          <ac:picMkLst>
            <pc:docMk/>
            <pc:sldMk cId="1964487281" sldId="7061"/>
            <ac:picMk id="3074" creationId="{E569AD17-33D1-EB37-123F-EAB0F0CD4999}"/>
          </ac:picMkLst>
        </pc:picChg>
      </pc:sldChg>
      <pc:sldChg chg="addSp delSp modSp mod">
        <pc:chgData name="Lori Jordan" userId="7d119b52-e842-4928-b478-6508dc8390c9" providerId="ADAL" clId="{3DB210E8-71DB-4708-AFAA-A05B813483A6}" dt="2026-04-08T18:24:25.156" v="275" actId="1076"/>
        <pc:sldMkLst>
          <pc:docMk/>
          <pc:sldMk cId="4257977950" sldId="7063"/>
        </pc:sldMkLst>
        <pc:picChg chg="add mod">
          <ac:chgData name="Lori Jordan" userId="7d119b52-e842-4928-b478-6508dc8390c9" providerId="ADAL" clId="{3DB210E8-71DB-4708-AFAA-A05B813483A6}" dt="2026-04-08T18:24:25.156" v="275" actId="1076"/>
          <ac:picMkLst>
            <pc:docMk/>
            <pc:sldMk cId="4257977950" sldId="7063"/>
            <ac:picMk id="7" creationId="{1C83F279-ACB5-ED1F-E4A0-1125BA859F79}"/>
          </ac:picMkLst>
        </pc:picChg>
        <pc:picChg chg="del">
          <ac:chgData name="Lori Jordan" userId="7d119b52-e842-4928-b478-6508dc8390c9" providerId="ADAL" clId="{3DB210E8-71DB-4708-AFAA-A05B813483A6}" dt="2026-04-08T18:23:15.827" v="273" actId="478"/>
          <ac:picMkLst>
            <pc:docMk/>
            <pc:sldMk cId="4257977950" sldId="7063"/>
            <ac:picMk id="12" creationId="{8C60571F-5D5A-8078-3D7B-9E3F208A3B77}"/>
          </ac:picMkLst>
        </pc:picChg>
      </pc:sldChg>
      <pc:sldChg chg="addSp delSp modSp add mod modNotesTx">
        <pc:chgData name="Lori Jordan" userId="7d119b52-e842-4928-b478-6508dc8390c9" providerId="ADAL" clId="{3DB210E8-71DB-4708-AFAA-A05B813483A6}" dt="2026-04-09T13:06:17.885" v="4116" actId="14100"/>
        <pc:sldMkLst>
          <pc:docMk/>
          <pc:sldMk cId="536880142" sldId="7064"/>
        </pc:sldMkLst>
        <pc:spChg chg="mod">
          <ac:chgData name="Lori Jordan" userId="7d119b52-e842-4928-b478-6508dc8390c9" providerId="ADAL" clId="{3DB210E8-71DB-4708-AFAA-A05B813483A6}" dt="2026-04-08T18:28:31.830" v="311" actId="113"/>
          <ac:spMkLst>
            <pc:docMk/>
            <pc:sldMk cId="536880142" sldId="7064"/>
            <ac:spMk id="5" creationId="{D2097083-7D29-8148-A246-5CA73E4BBD78}"/>
          </ac:spMkLst>
        </pc:spChg>
        <pc:spChg chg="mod">
          <ac:chgData name="Lori Jordan" userId="7d119b52-e842-4928-b478-6508dc8390c9" providerId="ADAL" clId="{3DB210E8-71DB-4708-AFAA-A05B813483A6}" dt="2026-04-09T13:06:04.492" v="4114" actId="20577"/>
          <ac:spMkLst>
            <pc:docMk/>
            <pc:sldMk cId="536880142" sldId="7064"/>
            <ac:spMk id="9" creationId="{B6438EDA-09D4-8FE3-8F52-59EFAD64804F}"/>
          </ac:spMkLst>
        </pc:spChg>
        <pc:spChg chg="add del mod">
          <ac:chgData name="Lori Jordan" userId="7d119b52-e842-4928-b478-6508dc8390c9" providerId="ADAL" clId="{3DB210E8-71DB-4708-AFAA-A05B813483A6}" dt="2026-04-08T18:37:14.215" v="530" actId="21"/>
          <ac:spMkLst>
            <pc:docMk/>
            <pc:sldMk cId="536880142" sldId="7064"/>
            <ac:spMk id="10" creationId="{5EE3EE6D-1CE6-4EF7-9CD4-D67E42D1E7C1}"/>
          </ac:spMkLst>
        </pc:spChg>
        <pc:picChg chg="del">
          <ac:chgData name="Lori Jordan" userId="7d119b52-e842-4928-b478-6508dc8390c9" providerId="ADAL" clId="{3DB210E8-71DB-4708-AFAA-A05B813483A6}" dt="2026-04-08T18:27:56.649" v="293" actId="478"/>
          <ac:picMkLst>
            <pc:docMk/>
            <pc:sldMk cId="536880142" sldId="7064"/>
            <ac:picMk id="7" creationId="{F9EE7F72-7186-702D-DEC5-4483596A3F85}"/>
          </ac:picMkLst>
        </pc:picChg>
        <pc:picChg chg="add mod">
          <ac:chgData name="Lori Jordan" userId="7d119b52-e842-4928-b478-6508dc8390c9" providerId="ADAL" clId="{3DB210E8-71DB-4708-AFAA-A05B813483A6}" dt="2026-04-08T18:36:32.469" v="523"/>
          <ac:picMkLst>
            <pc:docMk/>
            <pc:sldMk cId="536880142" sldId="7064"/>
            <ac:picMk id="8" creationId="{A857A755-68B0-D4B5-FFED-F46A0B98D590}"/>
          </ac:picMkLst>
        </pc:picChg>
        <pc:picChg chg="add mod">
          <ac:chgData name="Lori Jordan" userId="7d119b52-e842-4928-b478-6508dc8390c9" providerId="ADAL" clId="{3DB210E8-71DB-4708-AFAA-A05B813483A6}" dt="2026-04-09T13:06:17.885" v="4116" actId="14100"/>
          <ac:picMkLst>
            <pc:docMk/>
            <pc:sldMk cId="536880142" sldId="7064"/>
            <ac:picMk id="13" creationId="{83A3EFBF-57A0-40E3-420E-E93344785D33}"/>
          </ac:picMkLst>
        </pc:picChg>
      </pc:sldChg>
      <pc:sldChg chg="addSp delSp modSp add mod">
        <pc:chgData name="Lori Jordan" userId="7d119b52-e842-4928-b478-6508dc8390c9" providerId="ADAL" clId="{3DB210E8-71DB-4708-AFAA-A05B813483A6}" dt="2026-04-08T20:00:22.273" v="2705" actId="208"/>
        <pc:sldMkLst>
          <pc:docMk/>
          <pc:sldMk cId="964998118" sldId="7065"/>
        </pc:sldMkLst>
        <pc:spChg chg="mod">
          <ac:chgData name="Lori Jordan" userId="7d119b52-e842-4928-b478-6508dc8390c9" providerId="ADAL" clId="{3DB210E8-71DB-4708-AFAA-A05B813483A6}" dt="2026-04-08T18:28:22.266" v="308" actId="113"/>
          <ac:spMkLst>
            <pc:docMk/>
            <pc:sldMk cId="964998118" sldId="7065"/>
            <ac:spMk id="5" creationId="{8F54CC2A-07F4-F24A-6EB6-2BBB118B2C77}"/>
          </ac:spMkLst>
        </pc:spChg>
        <pc:spChg chg="mod">
          <ac:chgData name="Lori Jordan" userId="7d119b52-e842-4928-b478-6508dc8390c9" providerId="ADAL" clId="{3DB210E8-71DB-4708-AFAA-A05B813483A6}" dt="2026-04-08T19:53:51.275" v="2619" actId="20577"/>
          <ac:spMkLst>
            <pc:docMk/>
            <pc:sldMk cId="964998118" sldId="7065"/>
            <ac:spMk id="9" creationId="{9B049FE4-FB74-45EA-E7C1-4B4FF64ABC09}"/>
          </ac:spMkLst>
        </pc:spChg>
        <pc:picChg chg="del">
          <ac:chgData name="Lori Jordan" userId="7d119b52-e842-4928-b478-6508dc8390c9" providerId="ADAL" clId="{3DB210E8-71DB-4708-AFAA-A05B813483A6}" dt="2026-04-08T18:28:24.431" v="309" actId="478"/>
          <ac:picMkLst>
            <pc:docMk/>
            <pc:sldMk cId="964998118" sldId="7065"/>
            <ac:picMk id="7" creationId="{D4003A46-C58F-9755-8651-21F320CA8EB3}"/>
          </ac:picMkLst>
        </pc:picChg>
        <pc:picChg chg="add del mod">
          <ac:chgData name="Lori Jordan" userId="7d119b52-e842-4928-b478-6508dc8390c9" providerId="ADAL" clId="{3DB210E8-71DB-4708-AFAA-A05B813483A6}" dt="2026-04-08T19:59:06.758" v="2695" actId="478"/>
          <ac:picMkLst>
            <pc:docMk/>
            <pc:sldMk cId="964998118" sldId="7065"/>
            <ac:picMk id="8" creationId="{1491E282-98AA-A83B-1C70-D0FC7F2E1908}"/>
          </ac:picMkLst>
        </pc:picChg>
        <pc:picChg chg="add mod">
          <ac:chgData name="Lori Jordan" userId="7d119b52-e842-4928-b478-6508dc8390c9" providerId="ADAL" clId="{3DB210E8-71DB-4708-AFAA-A05B813483A6}" dt="2026-04-08T20:00:22.273" v="2705" actId="208"/>
          <ac:picMkLst>
            <pc:docMk/>
            <pc:sldMk cId="964998118" sldId="7065"/>
            <ac:picMk id="11" creationId="{0BECD0FD-C7E7-4A73-7AB3-1850E83B941F}"/>
          </ac:picMkLst>
        </pc:picChg>
        <pc:picChg chg="del">
          <ac:chgData name="Lori Jordan" userId="7d119b52-e842-4928-b478-6508dc8390c9" providerId="ADAL" clId="{3DB210E8-71DB-4708-AFAA-A05B813483A6}" dt="2026-04-08T19:50:25.353" v="2078" actId="478"/>
          <ac:picMkLst>
            <pc:docMk/>
            <pc:sldMk cId="964998118" sldId="7065"/>
            <ac:picMk id="18" creationId="{26C94AC5-67D3-2048-1185-60EFB6912868}"/>
          </ac:picMkLst>
        </pc:picChg>
        <pc:picChg chg="mod">
          <ac:chgData name="Lori Jordan" userId="7d119b52-e842-4928-b478-6508dc8390c9" providerId="ADAL" clId="{3DB210E8-71DB-4708-AFAA-A05B813483A6}" dt="2026-04-08T19:50:23.084" v="2077" actId="1076"/>
          <ac:picMkLst>
            <pc:docMk/>
            <pc:sldMk cId="964998118" sldId="7065"/>
            <ac:picMk id="22" creationId="{83DBF1A5-A5F6-42F9-B060-EEE680702BB5}"/>
          </ac:picMkLst>
        </pc:picChg>
      </pc:sldChg>
      <pc:sldChg chg="add del">
        <pc:chgData name="Lori Jordan" userId="7d119b52-e842-4928-b478-6508dc8390c9" providerId="ADAL" clId="{3DB210E8-71DB-4708-AFAA-A05B813483A6}" dt="2026-04-08T18:29:22.870" v="332" actId="47"/>
        <pc:sldMkLst>
          <pc:docMk/>
          <pc:sldMk cId="3924316396" sldId="7066"/>
        </pc:sldMkLst>
      </pc:sldChg>
      <pc:sldChg chg="delSp modSp add mod">
        <pc:chgData name="Lori Jordan" userId="7d119b52-e842-4928-b478-6508dc8390c9" providerId="ADAL" clId="{3DB210E8-71DB-4708-AFAA-A05B813483A6}" dt="2026-04-08T20:23:14.339" v="3774" actId="20577"/>
        <pc:sldMkLst>
          <pc:docMk/>
          <pc:sldMk cId="594993363" sldId="7067"/>
        </pc:sldMkLst>
        <pc:spChg chg="mod">
          <ac:chgData name="Lori Jordan" userId="7d119b52-e842-4928-b478-6508dc8390c9" providerId="ADAL" clId="{3DB210E8-71DB-4708-AFAA-A05B813483A6}" dt="2026-04-08T18:29:41.208" v="341" actId="207"/>
          <ac:spMkLst>
            <pc:docMk/>
            <pc:sldMk cId="594993363" sldId="7067"/>
            <ac:spMk id="5" creationId="{E15E34DB-514F-4DFC-5364-0A6F21DD3DE7}"/>
          </ac:spMkLst>
        </pc:spChg>
        <pc:spChg chg="mod">
          <ac:chgData name="Lori Jordan" userId="7d119b52-e842-4928-b478-6508dc8390c9" providerId="ADAL" clId="{3DB210E8-71DB-4708-AFAA-A05B813483A6}" dt="2026-04-08T20:23:14.339" v="3774" actId="20577"/>
          <ac:spMkLst>
            <pc:docMk/>
            <pc:sldMk cId="594993363" sldId="7067"/>
            <ac:spMk id="8" creationId="{111A7538-1EBD-037D-97FE-5DBF56B0E52F}"/>
          </ac:spMkLst>
        </pc:spChg>
        <pc:picChg chg="del">
          <ac:chgData name="Lori Jordan" userId="7d119b52-e842-4928-b478-6508dc8390c9" providerId="ADAL" clId="{3DB210E8-71DB-4708-AFAA-A05B813483A6}" dt="2026-04-08T18:29:29.710" v="334" actId="478"/>
          <ac:picMkLst>
            <pc:docMk/>
            <pc:sldMk cId="594993363" sldId="7067"/>
            <ac:picMk id="3" creationId="{5516A58E-5EBF-C939-186B-41893B336269}"/>
          </ac:picMkLst>
        </pc:picChg>
        <pc:picChg chg="del">
          <ac:chgData name="Lori Jordan" userId="7d119b52-e842-4928-b478-6508dc8390c9" providerId="ADAL" clId="{3DB210E8-71DB-4708-AFAA-A05B813483A6}" dt="2026-04-08T18:29:25.844" v="333" actId="478"/>
          <ac:picMkLst>
            <pc:docMk/>
            <pc:sldMk cId="594993363" sldId="7067"/>
            <ac:picMk id="10" creationId="{BF491F54-BEAE-5F00-2487-EC487723E759}"/>
          </ac:picMkLst>
        </pc:picChg>
      </pc:sldChg>
      <pc:sldChg chg="addSp modSp new mod modShow">
        <pc:chgData name="Lori Jordan" userId="7d119b52-e842-4928-b478-6508dc8390c9" providerId="ADAL" clId="{3DB210E8-71DB-4708-AFAA-A05B813483A6}" dt="2026-04-08T18:39:42.469" v="713" actId="729"/>
        <pc:sldMkLst>
          <pc:docMk/>
          <pc:sldMk cId="734107413" sldId="7068"/>
        </pc:sldMkLst>
        <pc:spChg chg="add mod">
          <ac:chgData name="Lori Jordan" userId="7d119b52-e842-4928-b478-6508dc8390c9" providerId="ADAL" clId="{3DB210E8-71DB-4708-AFAA-A05B813483A6}" dt="2026-04-08T18:37:25.089" v="533"/>
          <ac:spMkLst>
            <pc:docMk/>
            <pc:sldMk cId="734107413" sldId="7068"/>
            <ac:spMk id="10" creationId="{5EE3EE6D-1CE6-4EF7-9CD4-D67E42D1E7C1}"/>
          </ac:spMkLst>
        </pc:spChg>
        <pc:picChg chg="add mod">
          <ac:chgData name="Lori Jordan" userId="7d119b52-e842-4928-b478-6508dc8390c9" providerId="ADAL" clId="{3DB210E8-71DB-4708-AFAA-A05B813483A6}" dt="2026-04-08T18:35:50.590" v="515" actId="1076"/>
          <ac:picMkLst>
            <pc:docMk/>
            <pc:sldMk cId="734107413" sldId="7068"/>
            <ac:picMk id="1026" creationId="{68308F0B-6A07-0757-784C-110DCD020EEF}"/>
          </ac:picMkLst>
        </pc:picChg>
      </pc:sldChg>
      <pc:sldChg chg="addSp delSp modSp new mod modShow modNotesTx">
        <pc:chgData name="Lori Jordan" userId="7d119b52-e842-4928-b478-6508dc8390c9" providerId="ADAL" clId="{3DB210E8-71DB-4708-AFAA-A05B813483A6}" dt="2026-04-09T13:46:10.020" v="4218" actId="1076"/>
        <pc:sldMkLst>
          <pc:docMk/>
          <pc:sldMk cId="2764678438" sldId="7069"/>
        </pc:sldMkLst>
        <pc:spChg chg="add del mod">
          <ac:chgData name="Lori Jordan" userId="7d119b52-e842-4928-b478-6508dc8390c9" providerId="ADAL" clId="{3DB210E8-71DB-4708-AFAA-A05B813483A6}" dt="2026-04-08T19:21:42.084" v="745" actId="478"/>
          <ac:spMkLst>
            <pc:docMk/>
            <pc:sldMk cId="2764678438" sldId="7069"/>
            <ac:spMk id="4" creationId="{78D7E0CC-363F-181B-EEE4-027E8F23510B}"/>
          </ac:spMkLst>
        </pc:spChg>
        <pc:spChg chg="add mod">
          <ac:chgData name="Lori Jordan" userId="7d119b52-e842-4928-b478-6508dc8390c9" providerId="ADAL" clId="{3DB210E8-71DB-4708-AFAA-A05B813483A6}" dt="2026-04-08T19:22:23.173" v="783"/>
          <ac:spMkLst>
            <pc:docMk/>
            <pc:sldMk cId="2764678438" sldId="7069"/>
            <ac:spMk id="7" creationId="{1CA766AD-B40A-A40A-5861-70DAF338F6C1}"/>
          </ac:spMkLst>
        </pc:spChg>
        <pc:picChg chg="add del mod">
          <ac:chgData name="Lori Jordan" userId="7d119b52-e842-4928-b478-6508dc8390c9" providerId="ADAL" clId="{3DB210E8-71DB-4708-AFAA-A05B813483A6}" dt="2026-04-09T13:23:29.688" v="4211" actId="478"/>
          <ac:picMkLst>
            <pc:docMk/>
            <pc:sldMk cId="2764678438" sldId="7069"/>
            <ac:picMk id="5" creationId="{137EC4BD-2515-CB9E-579B-7EC34D7EF340}"/>
          </ac:picMkLst>
        </pc:picChg>
        <pc:picChg chg="add del mod">
          <ac:chgData name="Lori Jordan" userId="7d119b52-e842-4928-b478-6508dc8390c9" providerId="ADAL" clId="{3DB210E8-71DB-4708-AFAA-A05B813483A6}" dt="2026-04-09T13:10:14.332" v="4117" actId="478"/>
          <ac:picMkLst>
            <pc:docMk/>
            <pc:sldMk cId="2764678438" sldId="7069"/>
            <ac:picMk id="6" creationId="{B4BB5EDD-3B19-DC25-8DDA-84F59B22EBBB}"/>
          </ac:picMkLst>
        </pc:picChg>
        <pc:picChg chg="add del mod">
          <ac:chgData name="Lori Jordan" userId="7d119b52-e842-4928-b478-6508dc8390c9" providerId="ADAL" clId="{3DB210E8-71DB-4708-AFAA-A05B813483A6}" dt="2026-04-09T13:45:54.474" v="4216" actId="478"/>
          <ac:picMkLst>
            <pc:docMk/>
            <pc:sldMk cId="2764678438" sldId="7069"/>
            <ac:picMk id="9" creationId="{10292785-B588-4553-EF29-9460326E24BA}"/>
          </ac:picMkLst>
        </pc:picChg>
        <pc:picChg chg="add mod">
          <ac:chgData name="Lori Jordan" userId="7d119b52-e842-4928-b478-6508dc8390c9" providerId="ADAL" clId="{3DB210E8-71DB-4708-AFAA-A05B813483A6}" dt="2026-04-09T13:46:10.020" v="4218" actId="1076"/>
          <ac:picMkLst>
            <pc:docMk/>
            <pc:sldMk cId="2764678438" sldId="7069"/>
            <ac:picMk id="11" creationId="{2C007C7F-8814-4223-9181-AA540AF2B0C2}"/>
          </ac:picMkLst>
        </pc:picChg>
      </pc:sldChg>
      <pc:sldChg chg="addSp delSp modSp new mod modShow modNotesTx">
        <pc:chgData name="Lori Jordan" userId="7d119b52-e842-4928-b478-6508dc8390c9" providerId="ADAL" clId="{3DB210E8-71DB-4708-AFAA-A05B813483A6}" dt="2026-04-09T13:30:46.659" v="4215" actId="20577"/>
        <pc:sldMkLst>
          <pc:docMk/>
          <pc:sldMk cId="1610348212" sldId="7070"/>
        </pc:sldMkLst>
        <pc:spChg chg="add mod">
          <ac:chgData name="Lori Jordan" userId="7d119b52-e842-4928-b478-6508dc8390c9" providerId="ADAL" clId="{3DB210E8-71DB-4708-AFAA-A05B813483A6}" dt="2026-04-08T19:57:17.485" v="2657" actId="113"/>
          <ac:spMkLst>
            <pc:docMk/>
            <pc:sldMk cId="1610348212" sldId="7070"/>
            <ac:spMk id="10" creationId="{8A1DA0C2-1C07-9D97-25C6-C566DBD96040}"/>
          </ac:spMkLst>
        </pc:spChg>
        <pc:spChg chg="add mod">
          <ac:chgData name="Lori Jordan" userId="7d119b52-e842-4928-b478-6508dc8390c9" providerId="ADAL" clId="{3DB210E8-71DB-4708-AFAA-A05B813483A6}" dt="2026-04-08T19:58:49.360" v="2693" actId="1076"/>
          <ac:spMkLst>
            <pc:docMk/>
            <pc:sldMk cId="1610348212" sldId="7070"/>
            <ac:spMk id="20" creationId="{09DE169C-9A87-50E5-7CC3-212C8A5DB8A7}"/>
          </ac:spMkLst>
        </pc:spChg>
        <pc:spChg chg="add mod">
          <ac:chgData name="Lori Jordan" userId="7d119b52-e842-4928-b478-6508dc8390c9" providerId="ADAL" clId="{3DB210E8-71DB-4708-AFAA-A05B813483A6}" dt="2026-04-08T19:59:36.727" v="2697"/>
          <ac:spMkLst>
            <pc:docMk/>
            <pc:sldMk cId="1610348212" sldId="7070"/>
            <ac:spMk id="22" creationId="{B0796F3E-2D54-CA53-8730-CE446CFBD72B}"/>
          </ac:spMkLst>
        </pc:spChg>
        <pc:picChg chg="add mod">
          <ac:chgData name="Lori Jordan" userId="7d119b52-e842-4928-b478-6508dc8390c9" providerId="ADAL" clId="{3DB210E8-71DB-4708-AFAA-A05B813483A6}" dt="2026-04-08T19:55:38.360" v="2629" actId="1076"/>
          <ac:picMkLst>
            <pc:docMk/>
            <pc:sldMk cId="1610348212" sldId="7070"/>
            <ac:picMk id="4" creationId="{4F9BB72F-DB1D-C16D-6F62-6C5D4922D355}"/>
          </ac:picMkLst>
        </pc:picChg>
        <pc:inkChg chg="add">
          <ac:chgData name="Lori Jordan" userId="7d119b52-e842-4928-b478-6508dc8390c9" providerId="ADAL" clId="{3DB210E8-71DB-4708-AFAA-A05B813483A6}" dt="2026-04-08T19:55:53.731" v="2630" actId="9405"/>
          <ac:inkMkLst>
            <pc:docMk/>
            <pc:sldMk cId="1610348212" sldId="7070"/>
            <ac:inkMk id="5" creationId="{76282D47-F3C3-EE19-BB9B-9232B2E0A832}"/>
          </ac:inkMkLst>
        </pc:inkChg>
        <pc:inkChg chg="add del">
          <ac:chgData name="Lori Jordan" userId="7d119b52-e842-4928-b478-6508dc8390c9" providerId="ADAL" clId="{3DB210E8-71DB-4708-AFAA-A05B813483A6}" dt="2026-04-08T19:55:57.340" v="2632"/>
          <ac:inkMkLst>
            <pc:docMk/>
            <pc:sldMk cId="1610348212" sldId="7070"/>
            <ac:inkMk id="6" creationId="{238DB46E-1752-5830-F9F5-7077FD052F09}"/>
          </ac:inkMkLst>
        </pc:inkChg>
        <pc:inkChg chg="add mod">
          <ac:chgData name="Lori Jordan" userId="7d119b52-e842-4928-b478-6508dc8390c9" providerId="ADAL" clId="{3DB210E8-71DB-4708-AFAA-A05B813483A6}" dt="2026-04-08T19:55:59.280" v="2633"/>
          <ac:inkMkLst>
            <pc:docMk/>
            <pc:sldMk cId="1610348212" sldId="7070"/>
            <ac:inkMk id="7" creationId="{B8B037CA-2336-F3A9-731F-18FE04F96947}"/>
          </ac:inkMkLst>
        </pc:inkChg>
        <pc:inkChg chg="add">
          <ac:chgData name="Lori Jordan" userId="7d119b52-e842-4928-b478-6508dc8390c9" providerId="ADAL" clId="{3DB210E8-71DB-4708-AFAA-A05B813483A6}" dt="2026-04-08T19:56:01.562" v="2634" actId="9405"/>
          <ac:inkMkLst>
            <pc:docMk/>
            <pc:sldMk cId="1610348212" sldId="7070"/>
            <ac:inkMk id="8" creationId="{26A739D8-DB54-8B9F-AC06-BB405F82373A}"/>
          </ac:inkMkLst>
        </pc:inkChg>
        <pc:inkChg chg="add">
          <ac:chgData name="Lori Jordan" userId="7d119b52-e842-4928-b478-6508dc8390c9" providerId="ADAL" clId="{3DB210E8-71DB-4708-AFAA-A05B813483A6}" dt="2026-04-08T19:56:03.533" v="2635" actId="9405"/>
          <ac:inkMkLst>
            <pc:docMk/>
            <pc:sldMk cId="1610348212" sldId="7070"/>
            <ac:inkMk id="9" creationId="{68B5227B-2460-42A5-15E9-36DDC1442A18}"/>
          </ac:inkMkLst>
        </pc:inkChg>
        <pc:cxnChg chg="add mod">
          <ac:chgData name="Lori Jordan" userId="7d119b52-e842-4928-b478-6508dc8390c9" providerId="ADAL" clId="{3DB210E8-71DB-4708-AFAA-A05B813483A6}" dt="2026-04-08T19:58:06.240" v="2667" actId="1582"/>
          <ac:cxnSpMkLst>
            <pc:docMk/>
            <pc:sldMk cId="1610348212" sldId="7070"/>
            <ac:cxnSpMk id="12" creationId="{301FDB10-CD73-79CC-4964-8C6C90EB7453}"/>
          </ac:cxnSpMkLst>
        </pc:cxnChg>
        <pc:cxnChg chg="add del">
          <ac:chgData name="Lori Jordan" userId="7d119b52-e842-4928-b478-6508dc8390c9" providerId="ADAL" clId="{3DB210E8-71DB-4708-AFAA-A05B813483A6}" dt="2026-04-08T19:58:08.808" v="2668" actId="478"/>
          <ac:cxnSpMkLst>
            <pc:docMk/>
            <pc:sldMk cId="1610348212" sldId="7070"/>
            <ac:cxnSpMk id="16" creationId="{AAF3BA14-6190-C872-B73F-20B5CF33907B}"/>
          </ac:cxnSpMkLst>
        </pc:cxnChg>
        <pc:cxnChg chg="add mod">
          <ac:chgData name="Lori Jordan" userId="7d119b52-e842-4928-b478-6508dc8390c9" providerId="ADAL" clId="{3DB210E8-71DB-4708-AFAA-A05B813483A6}" dt="2026-04-08T19:58:49.360" v="2693" actId="1076"/>
          <ac:cxnSpMkLst>
            <pc:docMk/>
            <pc:sldMk cId="1610348212" sldId="7070"/>
            <ac:cxnSpMk id="21" creationId="{3EE00242-64B5-4D9C-D21F-16FFB35943A8}"/>
          </ac:cxnSpMkLst>
        </pc:cxnChg>
      </pc:sldChg>
      <pc:sldChg chg="addSp delSp modSp new mod modNotesTx">
        <pc:chgData name="Lori Jordan" userId="7d119b52-e842-4928-b478-6508dc8390c9" providerId="ADAL" clId="{3DB210E8-71DB-4708-AFAA-A05B813483A6}" dt="2026-04-09T14:23:59.505" v="4252" actId="20577"/>
        <pc:sldMkLst>
          <pc:docMk/>
          <pc:sldMk cId="3505085675" sldId="7071"/>
        </pc:sldMkLst>
        <pc:spChg chg="del mod">
          <ac:chgData name="Lori Jordan" userId="7d119b52-e842-4928-b478-6508dc8390c9" providerId="ADAL" clId="{3DB210E8-71DB-4708-AFAA-A05B813483A6}" dt="2026-04-08T20:27:42.973" v="3803" actId="22"/>
          <ac:spMkLst>
            <pc:docMk/>
            <pc:sldMk cId="3505085675" sldId="7071"/>
            <ac:spMk id="2" creationId="{0C016715-7AB7-157A-DEBC-86AE79A3E020}"/>
          </ac:spMkLst>
        </pc:spChg>
        <pc:spChg chg="mod">
          <ac:chgData name="Lori Jordan" userId="7d119b52-e842-4928-b478-6508dc8390c9" providerId="ADAL" clId="{3DB210E8-71DB-4708-AFAA-A05B813483A6}" dt="2026-04-08T20:25:06.100" v="3802" actId="1076"/>
          <ac:spMkLst>
            <pc:docMk/>
            <pc:sldMk cId="3505085675" sldId="7071"/>
            <ac:spMk id="5" creationId="{09784A57-08F5-2DFD-8258-F348C3D98753}"/>
          </ac:spMkLst>
        </pc:spChg>
        <pc:picChg chg="add mod ord">
          <ac:chgData name="Lori Jordan" userId="7d119b52-e842-4928-b478-6508dc8390c9" providerId="ADAL" clId="{3DB210E8-71DB-4708-AFAA-A05B813483A6}" dt="2026-04-08T20:27:44.781" v="3804" actId="1076"/>
          <ac:picMkLst>
            <pc:docMk/>
            <pc:sldMk cId="3505085675" sldId="7071"/>
            <ac:picMk id="7" creationId="{E63C1874-758D-28AC-BF4F-360687049D35}"/>
          </ac:picMkLst>
        </pc:picChg>
        <pc:picChg chg="add mod">
          <ac:chgData name="Lori Jordan" userId="7d119b52-e842-4928-b478-6508dc8390c9" providerId="ADAL" clId="{3DB210E8-71DB-4708-AFAA-A05B813483A6}" dt="2026-04-08T20:28:17.107" v="3810" actId="1076"/>
          <ac:picMkLst>
            <pc:docMk/>
            <pc:sldMk cId="3505085675" sldId="7071"/>
            <ac:picMk id="9" creationId="{98B5668F-062A-73CA-FA09-C1951E980836}"/>
          </ac:picMkLst>
        </pc:picChg>
      </pc:sldChg>
      <pc:sldChg chg="addSp delSp modSp new mod">
        <pc:chgData name="Lori Jordan" userId="7d119b52-e842-4928-b478-6508dc8390c9" providerId="ADAL" clId="{3DB210E8-71DB-4708-AFAA-A05B813483A6}" dt="2026-04-09T12:37:33.926" v="4075" actId="1076"/>
        <pc:sldMkLst>
          <pc:docMk/>
          <pc:sldMk cId="3972194265" sldId="7072"/>
        </pc:sldMkLst>
        <pc:spChg chg="add mod">
          <ac:chgData name="Lori Jordan" userId="7d119b52-e842-4928-b478-6508dc8390c9" providerId="ADAL" clId="{3DB210E8-71DB-4708-AFAA-A05B813483A6}" dt="2026-04-09T12:30:37.907" v="4070" actId="20577"/>
          <ac:spMkLst>
            <pc:docMk/>
            <pc:sldMk cId="3972194265" sldId="7072"/>
            <ac:spMk id="4" creationId="{532A0B5A-8908-D71A-9EDE-4FF8AAE3D13B}"/>
          </ac:spMkLst>
        </pc:spChg>
        <pc:picChg chg="add del mod">
          <ac:chgData name="Lori Jordan" userId="7d119b52-e842-4928-b478-6508dc8390c9" providerId="ADAL" clId="{3DB210E8-71DB-4708-AFAA-A05B813483A6}" dt="2026-04-09T12:31:11.154" v="4073" actId="478"/>
          <ac:picMkLst>
            <pc:docMk/>
            <pc:sldMk cId="3972194265" sldId="7072"/>
            <ac:picMk id="6" creationId="{FDC47DA1-3D4F-930D-6B62-63BC9F1306DC}"/>
          </ac:picMkLst>
        </pc:picChg>
        <pc:picChg chg="add mod">
          <ac:chgData name="Lori Jordan" userId="7d119b52-e842-4928-b478-6508dc8390c9" providerId="ADAL" clId="{3DB210E8-71DB-4708-AFAA-A05B813483A6}" dt="2026-04-09T12:37:33.926" v="4075" actId="1076"/>
          <ac:picMkLst>
            <pc:docMk/>
            <pc:sldMk cId="3972194265" sldId="7072"/>
            <ac:picMk id="8" creationId="{8E03B7F4-7F6B-2232-B554-379933C1B30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247A2F0-F2AC-448F-BACB-A26811FD127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a:extLst>
              <a:ext uri="{FF2B5EF4-FFF2-40B4-BE49-F238E27FC236}">
                <a16:creationId xmlns:a16="http://schemas.microsoft.com/office/drawing/2014/main" id="{CBEFD4BF-7633-4686-8517-0F94170973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04542C6-6B10-4658-BA05-62325E04E94B}" type="datetimeFigureOut">
              <a:rPr lang="en-US"/>
              <a:t>4/9/2026</a:t>
            </a:fld>
            <a:endParaRPr dirty="0"/>
          </a:p>
        </p:txBody>
      </p:sp>
      <p:sp>
        <p:nvSpPr>
          <p:cNvPr id="4" name="Footer Placeholder 3">
            <a:extLst>
              <a:ext uri="{FF2B5EF4-FFF2-40B4-BE49-F238E27FC236}">
                <a16:creationId xmlns:a16="http://schemas.microsoft.com/office/drawing/2014/main" id="{C91E4D1A-D8D7-401B-BD65-EB890475F3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a:extLst>
              <a:ext uri="{FF2B5EF4-FFF2-40B4-BE49-F238E27FC236}">
                <a16:creationId xmlns:a16="http://schemas.microsoft.com/office/drawing/2014/main" id="{AE196D87-720B-4714-AECB-BDFA3B9B6F5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9D9FE2-C580-4DAC-831D-9130DC6DF908}" type="slidenum">
              <a:rPr/>
              <a:t>‹#›</a:t>
            </a:fld>
            <a:endParaRPr dirty="0"/>
          </a:p>
        </p:txBody>
      </p:sp>
    </p:spTree>
    <p:extLst>
      <p:ext uri="{BB962C8B-B14F-4D97-AF65-F5344CB8AC3E}">
        <p14:creationId xmlns:p14="http://schemas.microsoft.com/office/powerpoint/2010/main" val="414040702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9:55:53.72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3026 68,'-407'0,"376"-2,0-2,0-1,0-1,-30-10,23 5,-73-9,13 16,1 5,-1 4,-124 23,-150 8,-503-36,381-2,466 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9:55:57.33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3388 0 0,'-3387'0'0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9:56:01.56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3613 1,'-3585'0,"3557"0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9:56:03.53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3657 162,'-50'-3,"1"-3,-1-1,-93-29,24 6,-12 2,-1 7,-265-10,-588 63,277-2,-7-26,576-5,101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843646-8963-4BF9-BE7F-CA9502928989}" type="datetimeFigureOut">
              <a:rPr lang="en-US"/>
              <a:t>4/9/2026</a:t>
            </a:fld>
            <a:endParaRPr dirty="0"/>
          </a:p>
        </p:txBody>
      </p:sp>
      <p:sp>
        <p:nvSpPr>
          <p:cNvPr id="4" name="Slide Image Placeholder 3"/>
          <p:cNvSpPr>
            <a:spLocks noGrp="1" noRot="1" noChangeAspect="1"/>
          </p:cNvSpPr>
          <p:nvPr>
            <p:ph type="sldImg" idx="2"/>
          </p:nvPr>
        </p:nvSpPr>
        <p:spPr>
          <a:xfrm>
            <a:off x="385520" y="684212"/>
            <a:ext cx="3932695" cy="2212141"/>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5520" y="3121777"/>
            <a:ext cx="6086959" cy="4879223"/>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1E682E-91A0-4C72-BD6A-856B62FD399B}" type="slidenum">
              <a:rPr/>
              <a:t>‹#›</a:t>
            </a:fld>
            <a:endParaRPr dirty="0"/>
          </a:p>
        </p:txBody>
      </p:sp>
    </p:spTree>
    <p:extLst>
      <p:ext uri="{BB962C8B-B14F-4D97-AF65-F5344CB8AC3E}">
        <p14:creationId xmlns:p14="http://schemas.microsoft.com/office/powerpoint/2010/main" val="3839350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p15:clr>
            <a:srgbClr val="F26B43"/>
          </p15:clr>
        </p15:guide>
        <p15:guide id="2" pos="2160">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1</a:t>
            </a:fld>
            <a:endParaRPr lang="en-US" dirty="0"/>
          </a:p>
        </p:txBody>
      </p:sp>
    </p:spTree>
    <p:extLst>
      <p:ext uri="{BB962C8B-B14F-4D97-AF65-F5344CB8AC3E}">
        <p14:creationId xmlns:p14="http://schemas.microsoft.com/office/powerpoint/2010/main" val="1743783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3</a:t>
            </a:fld>
            <a:endParaRPr lang="en-US" dirty="0"/>
          </a:p>
        </p:txBody>
      </p:sp>
    </p:spTree>
    <p:extLst>
      <p:ext uri="{BB962C8B-B14F-4D97-AF65-F5344CB8AC3E}">
        <p14:creationId xmlns:p14="http://schemas.microsoft.com/office/powerpoint/2010/main" val="3540132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4</a:t>
            </a:fld>
            <a:endParaRPr lang="en-US" dirty="0"/>
          </a:p>
        </p:txBody>
      </p:sp>
    </p:spTree>
    <p:extLst>
      <p:ext uri="{BB962C8B-B14F-4D97-AF65-F5344CB8AC3E}">
        <p14:creationId xmlns:p14="http://schemas.microsoft.com/office/powerpoint/2010/main" val="876103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5</a:t>
            </a:fld>
            <a:endParaRPr lang="en-US" dirty="0"/>
          </a:p>
        </p:txBody>
      </p:sp>
    </p:spTree>
    <p:extLst>
      <p:ext uri="{BB962C8B-B14F-4D97-AF65-F5344CB8AC3E}">
        <p14:creationId xmlns:p14="http://schemas.microsoft.com/office/powerpoint/2010/main" val="1521443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6</a:t>
            </a:fld>
            <a:endParaRPr lang="en-US" dirty="0"/>
          </a:p>
        </p:txBody>
      </p:sp>
    </p:spTree>
    <p:extLst>
      <p:ext uri="{BB962C8B-B14F-4D97-AF65-F5344CB8AC3E}">
        <p14:creationId xmlns:p14="http://schemas.microsoft.com/office/powerpoint/2010/main" val="3373976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9DB60-860E-3787-712C-45A9CC114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E378-30BC-49CF-CF6D-C0FB497B26FD}"/>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E5152BA8-4593-7D04-7F36-0B00D4221213}"/>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C54E517-356B-146E-29DF-18EAC81EB95F}"/>
              </a:ext>
            </a:extLst>
          </p:cNvPr>
          <p:cNvSpPr>
            <a:spLocks noGrp="1"/>
          </p:cNvSpPr>
          <p:nvPr>
            <p:ph type="sldNum" sz="quarter" idx="5"/>
          </p:nvPr>
        </p:nvSpPr>
        <p:spPr/>
        <p:txBody>
          <a:bodyPr/>
          <a:lstStyle/>
          <a:p>
            <a:fld id="{B91E682E-91A0-4C72-BD6A-856B62FD399B}" type="slidenum">
              <a:rPr lang="en-US" smtClean="0"/>
              <a:t>9</a:t>
            </a:fld>
            <a:endParaRPr lang="en-US" dirty="0"/>
          </a:p>
        </p:txBody>
      </p:sp>
    </p:spTree>
    <p:extLst>
      <p:ext uri="{BB962C8B-B14F-4D97-AF65-F5344CB8AC3E}">
        <p14:creationId xmlns:p14="http://schemas.microsoft.com/office/powerpoint/2010/main" val="3160121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5A481-301D-0C3E-A37C-0066BA7D2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C9A3A-1CB5-0B4E-DE01-194A81FD540C}"/>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EB092CF8-DAF3-2534-D494-4A9408219FA6}"/>
              </a:ext>
            </a:extLst>
          </p:cNvPr>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Problem</a:t>
            </a:r>
          </a:p>
          <a:p>
            <a:pPr fontAlgn="t"/>
            <a:r>
              <a:rPr lang="en-US" sz="1200" b="0" i="0" kern="1200" dirty="0">
                <a:solidFill>
                  <a:schemeClr val="tx1"/>
                </a:solidFill>
                <a:effectLst/>
                <a:latin typeface="+mn-lt"/>
                <a:ea typeface="+mn-ea"/>
                <a:cs typeface="+mn-cs"/>
              </a:rPr>
              <a:t>Storing encryption keys on a shared network drive caused reliability issues, leading to corrupted keys and user authentication failures in Mass Delivery.</a:t>
            </a:r>
          </a:p>
          <a:p>
            <a:pPr fontAlgn="t"/>
            <a:r>
              <a:rPr lang="en-US" sz="1200" b="1" i="0" kern="1200" dirty="0">
                <a:solidFill>
                  <a:schemeClr val="tx1"/>
                </a:solidFill>
                <a:effectLst/>
                <a:latin typeface="+mn-lt"/>
                <a:ea typeface="+mn-ea"/>
                <a:cs typeface="+mn-cs"/>
              </a:rPr>
              <a:t>Solution</a:t>
            </a:r>
          </a:p>
          <a:p>
            <a:pPr fontAlgn="t"/>
            <a:r>
              <a:rPr lang="en-US" sz="1200" b="0" i="0" kern="1200" dirty="0">
                <a:solidFill>
                  <a:schemeClr val="tx1"/>
                </a:solidFill>
                <a:effectLst/>
                <a:latin typeface="+mn-lt"/>
                <a:ea typeface="+mn-ea"/>
                <a:cs typeface="+mn-cs"/>
              </a:rPr>
              <a:t>Move encryption key storage to Redis to improve stability, reliability, and consistent user authentication.</a:t>
            </a:r>
          </a:p>
        </p:txBody>
      </p:sp>
      <p:sp>
        <p:nvSpPr>
          <p:cNvPr id="4" name="Slide Number Placeholder 3">
            <a:extLst>
              <a:ext uri="{FF2B5EF4-FFF2-40B4-BE49-F238E27FC236}">
                <a16:creationId xmlns:a16="http://schemas.microsoft.com/office/drawing/2014/main" id="{9AF69E3F-DA79-782B-F0A7-0D5657C921CF}"/>
              </a:ext>
            </a:extLst>
          </p:cNvPr>
          <p:cNvSpPr>
            <a:spLocks noGrp="1"/>
          </p:cNvSpPr>
          <p:nvPr>
            <p:ph type="sldNum" sz="quarter" idx="5"/>
          </p:nvPr>
        </p:nvSpPr>
        <p:spPr/>
        <p:txBody>
          <a:bodyPr/>
          <a:lstStyle/>
          <a:p>
            <a:fld id="{B91E682E-91A0-4C72-BD6A-856B62FD399B}" type="slidenum">
              <a:rPr lang="en-US" smtClean="0"/>
              <a:t>10</a:t>
            </a:fld>
            <a:endParaRPr lang="en-US" dirty="0"/>
          </a:p>
        </p:txBody>
      </p:sp>
    </p:spTree>
    <p:extLst>
      <p:ext uri="{BB962C8B-B14F-4D97-AF65-F5344CB8AC3E}">
        <p14:creationId xmlns:p14="http://schemas.microsoft.com/office/powerpoint/2010/main" val="2877265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sp>
      <p:sp>
        <p:nvSpPr>
          <p:cNvPr id="3" name="Notes Placeholder 2"/>
          <p:cNvSpPr>
            <a:spLocks noGrp="1"/>
          </p:cNvSpPr>
          <p:nvPr>
            <p:ph type="body" idx="1"/>
          </p:nvPr>
        </p:nvSpPr>
        <p:spPr/>
        <p:txBody>
          <a:bodyPr/>
          <a:lstStyle/>
          <a:p>
            <a:r>
              <a:rPr lang="en-US" dirty="0"/>
              <a:t>Environment agnostic / Application</a:t>
            </a:r>
          </a:p>
          <a:p>
            <a:r>
              <a:rPr lang="en-US" dirty="0"/>
              <a:t>PULL 4 x per day</a:t>
            </a:r>
          </a:p>
          <a:p>
            <a:r>
              <a:rPr lang="en-US" dirty="0"/>
              <a:t>Future state, moment we are passed information</a:t>
            </a:r>
          </a:p>
        </p:txBody>
      </p:sp>
      <p:sp>
        <p:nvSpPr>
          <p:cNvPr id="4" name="Slide Number Placeholder 3"/>
          <p:cNvSpPr>
            <a:spLocks noGrp="1"/>
          </p:cNvSpPr>
          <p:nvPr>
            <p:ph type="sldNum" sz="quarter" idx="5"/>
          </p:nvPr>
        </p:nvSpPr>
        <p:spPr/>
        <p:txBody>
          <a:bodyPr/>
          <a:lstStyle/>
          <a:p>
            <a:fld id="{B91E682E-91A0-4C72-BD6A-856B62FD399B}" type="slidenum">
              <a:rPr lang="en-US" smtClean="0"/>
              <a:t>12</a:t>
            </a:fld>
            <a:endParaRPr lang="en-US" dirty="0"/>
          </a:p>
        </p:txBody>
      </p:sp>
    </p:spTree>
    <p:extLst>
      <p:ext uri="{BB962C8B-B14F-4D97-AF65-F5344CB8AC3E}">
        <p14:creationId xmlns:p14="http://schemas.microsoft.com/office/powerpoint/2010/main" val="3513031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32004-382D-0E1A-EA58-7EB42A06B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39F4BB-2010-9FD6-9F5C-A39642325E38}"/>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0AC1AF83-331C-F831-A8A8-6110F7E77A1F}"/>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36335D1-6555-16CB-7258-C53B5B29C3AE}"/>
              </a:ext>
            </a:extLst>
          </p:cNvPr>
          <p:cNvSpPr>
            <a:spLocks noGrp="1"/>
          </p:cNvSpPr>
          <p:nvPr>
            <p:ph type="sldNum" sz="quarter" idx="5"/>
          </p:nvPr>
        </p:nvSpPr>
        <p:spPr/>
        <p:txBody>
          <a:bodyPr/>
          <a:lstStyle/>
          <a:p>
            <a:fld id="{B91E682E-91A0-4C72-BD6A-856B62FD399B}" type="slidenum">
              <a:rPr lang="en-US" smtClean="0"/>
              <a:t>13</a:t>
            </a:fld>
            <a:endParaRPr lang="en-US" dirty="0"/>
          </a:p>
        </p:txBody>
      </p:sp>
    </p:spTree>
    <p:extLst>
      <p:ext uri="{BB962C8B-B14F-4D97-AF65-F5344CB8AC3E}">
        <p14:creationId xmlns:p14="http://schemas.microsoft.com/office/powerpoint/2010/main" val="2913020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97A0E-9EE9-52BD-9B0A-71C0237EB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DD470-31DC-85F6-1228-1DC96738E17A}"/>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9383830F-5DA1-58E9-CB97-788A55403738}"/>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8BBB0EF-66E3-7BB0-D869-1A9D3CD420C8}"/>
              </a:ext>
            </a:extLst>
          </p:cNvPr>
          <p:cNvSpPr>
            <a:spLocks noGrp="1"/>
          </p:cNvSpPr>
          <p:nvPr>
            <p:ph type="sldNum" sz="quarter" idx="5"/>
          </p:nvPr>
        </p:nvSpPr>
        <p:spPr/>
        <p:txBody>
          <a:bodyPr/>
          <a:lstStyle/>
          <a:p>
            <a:fld id="{B91E682E-91A0-4C72-BD6A-856B62FD399B}" type="slidenum">
              <a:rPr lang="en-US" smtClean="0"/>
              <a:t>14</a:t>
            </a:fld>
            <a:endParaRPr lang="en-US" dirty="0"/>
          </a:p>
        </p:txBody>
      </p:sp>
    </p:spTree>
    <p:extLst>
      <p:ext uri="{BB962C8B-B14F-4D97-AF65-F5344CB8AC3E}">
        <p14:creationId xmlns:p14="http://schemas.microsoft.com/office/powerpoint/2010/main" val="21054894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sp>
      <p:sp>
        <p:nvSpPr>
          <p:cNvPr id="3" name="Notes Placeholder 2"/>
          <p:cNvSpPr>
            <a:spLocks noGrp="1"/>
          </p:cNvSpPr>
          <p:nvPr>
            <p:ph type="body" idx="1"/>
          </p:nvPr>
        </p:nvSpPr>
        <p:spPr/>
        <p:txBody>
          <a:bodyPr/>
          <a:lstStyle/>
          <a:p>
            <a:r>
              <a:rPr lang="en-US" dirty="0">
                <a:solidFill>
                  <a:srgbClr val="000000"/>
                </a:solidFill>
                <a:latin typeface="Calibri" panose="020F0502020204030204" pitchFamily="34" charset="0"/>
                <a:cs typeface="Calibri" panose="020F0502020204030204" pitchFamily="34" charset="0"/>
              </a:rPr>
              <a:t>Interim Amendment Only</a:t>
            </a:r>
          </a:p>
          <a:p>
            <a:r>
              <a:rPr lang="en-US" dirty="0">
                <a:solidFill>
                  <a:srgbClr val="000000"/>
                </a:solidFill>
                <a:latin typeface="Calibri" panose="020F0502020204030204" pitchFamily="34" charset="0"/>
                <a:cs typeface="Calibri" panose="020F0502020204030204" pitchFamily="34" charset="0"/>
              </a:rPr>
              <a:t>Includes Interim Amendment</a:t>
            </a:r>
          </a:p>
          <a:p>
            <a:r>
              <a:rPr lang="en-US" dirty="0">
                <a:solidFill>
                  <a:srgbClr val="000000"/>
                </a:solidFill>
                <a:latin typeface="Calibri" panose="020F0502020204030204" pitchFamily="34" charset="0"/>
                <a:cs typeface="Calibri" panose="020F0502020204030204" pitchFamily="34" charset="0"/>
              </a:rPr>
              <a:t>Excludes Interim Amendment</a:t>
            </a:r>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15</a:t>
            </a:fld>
            <a:endParaRPr lang="en-US" dirty="0"/>
          </a:p>
        </p:txBody>
      </p:sp>
    </p:spTree>
    <p:extLst>
      <p:ext uri="{BB962C8B-B14F-4D97-AF65-F5344CB8AC3E}">
        <p14:creationId xmlns:p14="http://schemas.microsoft.com/office/powerpoint/2010/main" val="853119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C7FB1-F323-DAC7-613A-0C9B9925B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9122D-FB36-4E9F-B44B-4C639D0F04C5}"/>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9CD0C6F4-459B-BB82-FC5A-5259C563C9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D5B928D-F371-12ED-6E78-615E9FC781BE}"/>
              </a:ext>
            </a:extLst>
          </p:cNvPr>
          <p:cNvSpPr>
            <a:spLocks noGrp="1"/>
          </p:cNvSpPr>
          <p:nvPr>
            <p:ph type="sldNum" sz="quarter" idx="5"/>
          </p:nvPr>
        </p:nvSpPr>
        <p:spPr/>
        <p:txBody>
          <a:bodyPr/>
          <a:lstStyle/>
          <a:p>
            <a:fld id="{B91E682E-91A0-4C72-BD6A-856B62FD399B}" type="slidenum">
              <a:rPr lang="en-US" smtClean="0"/>
              <a:t>16</a:t>
            </a:fld>
            <a:endParaRPr lang="en-US" dirty="0"/>
          </a:p>
        </p:txBody>
      </p:sp>
    </p:spTree>
    <p:extLst>
      <p:ext uri="{BB962C8B-B14F-4D97-AF65-F5344CB8AC3E}">
        <p14:creationId xmlns:p14="http://schemas.microsoft.com/office/powerpoint/2010/main" val="4233480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3D293-EDA8-2EAF-519B-2A4B958C5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92E7A-FFBD-BCCA-FEF9-06E43FC87921}"/>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CF0CE9AF-608C-9E87-CC87-C69B43F5050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B00E677-FDE3-D18B-5906-5B7BB2C063B1}"/>
              </a:ext>
            </a:extLst>
          </p:cNvPr>
          <p:cNvSpPr>
            <a:spLocks noGrp="1"/>
          </p:cNvSpPr>
          <p:nvPr>
            <p:ph type="sldNum" sz="quarter" idx="5"/>
          </p:nvPr>
        </p:nvSpPr>
        <p:spPr/>
        <p:txBody>
          <a:bodyPr/>
          <a:lstStyle/>
          <a:p>
            <a:fld id="{B91E682E-91A0-4C72-BD6A-856B62FD399B}" type="slidenum">
              <a:rPr lang="en-US" smtClean="0"/>
              <a:t>17</a:t>
            </a:fld>
            <a:endParaRPr lang="en-US" dirty="0"/>
          </a:p>
        </p:txBody>
      </p:sp>
    </p:spTree>
    <p:extLst>
      <p:ext uri="{BB962C8B-B14F-4D97-AF65-F5344CB8AC3E}">
        <p14:creationId xmlns:p14="http://schemas.microsoft.com/office/powerpoint/2010/main" val="1951679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3B38A-06C9-12EB-414A-C205A6908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BFDEC-E561-9EB7-5C7D-48B03DF275EB}"/>
              </a:ext>
            </a:extLst>
          </p:cNvPr>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a:extLst>
              <a:ext uri="{FF2B5EF4-FFF2-40B4-BE49-F238E27FC236}">
                <a16:creationId xmlns:a16="http://schemas.microsoft.com/office/drawing/2014/main" id="{5807E5A8-AF0D-0481-63C2-7F61591FC1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C71493-650C-9D9A-54A2-FB6874B32AAA}"/>
              </a:ext>
            </a:extLst>
          </p:cNvPr>
          <p:cNvSpPr>
            <a:spLocks noGrp="1"/>
          </p:cNvSpPr>
          <p:nvPr>
            <p:ph type="sldNum" sz="quarter" idx="5"/>
          </p:nvPr>
        </p:nvSpPr>
        <p:spPr/>
        <p:txBody>
          <a:bodyPr/>
          <a:lstStyle/>
          <a:p>
            <a:fld id="{B91E682E-91A0-4C72-BD6A-856B62FD399B}" type="slidenum">
              <a:rPr lang="en-US" smtClean="0"/>
              <a:t>18</a:t>
            </a:fld>
            <a:endParaRPr lang="en-US" dirty="0"/>
          </a:p>
        </p:txBody>
      </p:sp>
    </p:spTree>
    <p:extLst>
      <p:ext uri="{BB962C8B-B14F-4D97-AF65-F5344CB8AC3E}">
        <p14:creationId xmlns:p14="http://schemas.microsoft.com/office/powerpoint/2010/main" val="1128230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19</a:t>
            </a:fld>
            <a:endParaRPr lang="en-US" dirty="0"/>
          </a:p>
        </p:txBody>
      </p:sp>
    </p:spTree>
    <p:extLst>
      <p:ext uri="{BB962C8B-B14F-4D97-AF65-F5344CB8AC3E}">
        <p14:creationId xmlns:p14="http://schemas.microsoft.com/office/powerpoint/2010/main" val="7400970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20</a:t>
            </a:fld>
            <a:endParaRPr lang="en-US" dirty="0"/>
          </a:p>
        </p:txBody>
      </p:sp>
    </p:spTree>
    <p:extLst>
      <p:ext uri="{BB962C8B-B14F-4D97-AF65-F5344CB8AC3E}">
        <p14:creationId xmlns:p14="http://schemas.microsoft.com/office/powerpoint/2010/main" val="19564265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sp>
      <p:sp>
        <p:nvSpPr>
          <p:cNvPr id="3" name="Notes Placeholder 2"/>
          <p:cNvSpPr>
            <a:spLocks noGrp="1"/>
          </p:cNvSpPr>
          <p:nvPr>
            <p:ph type="body" idx="1"/>
          </p:nvPr>
        </p:nvSpPr>
        <p:spPr/>
        <p:txBody>
          <a:bodyPr/>
          <a:lstStyle/>
          <a:p>
            <a:r>
              <a:rPr lang="en-US" dirty="0"/>
              <a:t>Mass Delivery – on track for “reduced scope” delivery Mid to Late June. Moved team member to </a:t>
            </a:r>
            <a:r>
              <a:rPr lang="en-US"/>
              <a:t>this squad.</a:t>
            </a:r>
            <a:endParaRPr lang="en-US" dirty="0"/>
          </a:p>
          <a:p>
            <a:r>
              <a:rPr lang="en-US" dirty="0"/>
              <a:t>Interim Amendment – on track for being ready by early May </a:t>
            </a:r>
          </a:p>
        </p:txBody>
      </p:sp>
      <p:sp>
        <p:nvSpPr>
          <p:cNvPr id="4" name="Slide Number Placeholder 3"/>
          <p:cNvSpPr>
            <a:spLocks noGrp="1"/>
          </p:cNvSpPr>
          <p:nvPr>
            <p:ph type="sldNum" sz="quarter" idx="5"/>
          </p:nvPr>
        </p:nvSpPr>
        <p:spPr/>
        <p:txBody>
          <a:bodyPr/>
          <a:lstStyle/>
          <a:p>
            <a:fld id="{B91E682E-91A0-4C72-BD6A-856B62FD399B}" type="slidenum">
              <a:rPr lang="en-US" smtClean="0"/>
              <a:t>21</a:t>
            </a:fld>
            <a:endParaRPr lang="en-US" dirty="0"/>
          </a:p>
        </p:txBody>
      </p:sp>
    </p:spTree>
    <p:extLst>
      <p:ext uri="{BB962C8B-B14F-4D97-AF65-F5344CB8AC3E}">
        <p14:creationId xmlns:p14="http://schemas.microsoft.com/office/powerpoint/2010/main" val="38944808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5763" y="684213"/>
            <a:ext cx="3932237" cy="2211387"/>
          </a:xfrm>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1E682E-91A0-4C72-BD6A-856B62FD399B}" type="slidenum">
              <a:rPr lang="en-US" smtClean="0"/>
              <a:t>25</a:t>
            </a:fld>
            <a:endParaRPr lang="en-US" dirty="0"/>
          </a:p>
        </p:txBody>
      </p:sp>
    </p:spTree>
    <p:extLst>
      <p:ext uri="{BB962C8B-B14F-4D97-AF65-F5344CB8AC3E}">
        <p14:creationId xmlns:p14="http://schemas.microsoft.com/office/powerpoint/2010/main" val="3269161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Standard Content Layouts (organizing slate)">
    <p:bg>
      <p:bgRef idx="1001">
        <a:schemeClr val="bg2"/>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6498C98-2B65-4248-A3C7-A31F80B0CF88}"/>
              </a:ext>
            </a:extLst>
          </p:cNvPr>
          <p:cNvSpPr txBox="1"/>
          <p:nvPr/>
        </p:nvSpPr>
        <p:spPr>
          <a:xfrm>
            <a:off x="323850" y="1736229"/>
            <a:ext cx="11544300" cy="3385542"/>
          </a:xfrm>
          <a:prstGeom prst="rect">
            <a:avLst/>
          </a:prstGeom>
          <a:noFill/>
        </p:spPr>
        <p:txBody>
          <a:bodyPr wrap="square" lIns="0" tIns="0" rIns="0" bIns="0" rtlCol="0">
            <a:spAutoFit/>
          </a:bodyPr>
          <a:lstStyle/>
          <a:p>
            <a:pPr algn="ctr">
              <a:lnSpc>
                <a:spcPct val="100000"/>
              </a:lnSpc>
              <a:spcBef>
                <a:spcPts val="3600"/>
              </a:spcBef>
            </a:pPr>
            <a:r>
              <a:rPr sz="11000" b="1" dirty="0"/>
              <a:t>Standard Content Layouts</a:t>
            </a:r>
            <a:endParaRPr sz="11000" dirty="0"/>
          </a:p>
        </p:txBody>
      </p:sp>
    </p:spTree>
    <p:extLst>
      <p:ext uri="{BB962C8B-B14F-4D97-AF65-F5344CB8AC3E}">
        <p14:creationId xmlns:p14="http://schemas.microsoft.com/office/powerpoint/2010/main" val="24138968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7" name="superhead">
            <a:extLst>
              <a:ext uri="{FF2B5EF4-FFF2-40B4-BE49-F238E27FC236}">
                <a16:creationId xmlns:a16="http://schemas.microsoft.com/office/drawing/2014/main" id="{18FFE6D7-B1D8-44E2-92D9-C29BF95EE8F2}"/>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6" name="subtitle">
            <a:extLst>
              <a:ext uri="{FF2B5EF4-FFF2-40B4-BE49-F238E27FC236}">
                <a16:creationId xmlns:a16="http://schemas.microsoft.com/office/drawing/2014/main" id="{90DD623D-0826-4623-820B-3FD95A578E76}"/>
              </a:ext>
            </a:extLst>
          </p:cNvPr>
          <p:cNvSpPr>
            <a:spLocks noGrp="1"/>
          </p:cNvSpPr>
          <p:nvPr>
            <p:ph type="body" sz="quarter" idx="13" hasCustomPrompt="1"/>
          </p:nvPr>
        </p:nvSpPr>
        <p:spPr>
          <a:xfrm>
            <a:off x="457200" y="1353039"/>
            <a:ext cx="9144000" cy="439965"/>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 </a:t>
            </a:r>
          </a:p>
        </p:txBody>
      </p:sp>
      <p:sp>
        <p:nvSpPr>
          <p:cNvPr id="9" name="Content Placeholder 8">
            <a:extLst>
              <a:ext uri="{FF2B5EF4-FFF2-40B4-BE49-F238E27FC236}">
                <a16:creationId xmlns:a16="http://schemas.microsoft.com/office/drawing/2014/main" id="{AF4A3D14-14F3-4722-8E25-384E6813D9EE}"/>
              </a:ext>
            </a:extLst>
          </p:cNvPr>
          <p:cNvSpPr>
            <a:spLocks noGrp="1"/>
          </p:cNvSpPr>
          <p:nvPr>
            <p:ph sz="quarter" idx="15" hasCustomPrompt="1"/>
          </p:nvPr>
        </p:nvSpPr>
        <p:spPr>
          <a:xfrm>
            <a:off x="457200" y="2019300"/>
            <a:ext cx="11010900" cy="4152900"/>
          </a:xfrm>
        </p:spPr>
        <p:txBody>
          <a:bodyPr/>
          <a:lstStyle>
            <a:lvl1pPr>
              <a:defRPr/>
            </a:lvl1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3" name="Date Placeholder 2">
            <a:extLst>
              <a:ext uri="{FF2B5EF4-FFF2-40B4-BE49-F238E27FC236}">
                <a16:creationId xmlns:a16="http://schemas.microsoft.com/office/drawing/2014/main" id="{432DC6F4-AC55-4F39-AFDF-D3412036DDEC}"/>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3BB1696D-18A5-466C-9E77-30338ECE14AF}"/>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3714773B-62E6-48AA-A4A9-1123666A99CA}"/>
              </a:ext>
            </a:extLst>
          </p:cNvPr>
          <p:cNvSpPr>
            <a:spLocks noGrp="1"/>
          </p:cNvSpPr>
          <p:nvPr>
            <p:ph type="sldNum" sz="quarter" idx="12"/>
          </p:nvPr>
        </p:nvSpPr>
        <p:spPr/>
        <p:txBody>
          <a:bodyPr/>
          <a:lstStyle/>
          <a:p>
            <a:fld id="{8A05B047-7786-42C0-A2BF-6DB1A4525D42}" type="slidenum">
              <a:rPr/>
              <a:pPr/>
              <a:t>‹#›</a:t>
            </a:fld>
            <a:endParaRPr dirty="0"/>
          </a:p>
        </p:txBody>
      </p:sp>
      <p:sp>
        <p:nvSpPr>
          <p:cNvPr id="8" name="Title 7">
            <a:extLst>
              <a:ext uri="{FF2B5EF4-FFF2-40B4-BE49-F238E27FC236}">
                <a16:creationId xmlns:a16="http://schemas.microsoft.com/office/drawing/2014/main" id="{FE00D853-928E-41B6-97F2-35B511BF2195}"/>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238475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94B1CC-1493-4B8D-92A1-D16E786EAF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a:extLst>
              <a:ext uri="{FF2B5EF4-FFF2-40B4-BE49-F238E27FC236}">
                <a16:creationId xmlns:a16="http://schemas.microsoft.com/office/drawing/2014/main" id="{B19E6328-CD1B-40FF-AA4D-AC10EB156AFF}"/>
              </a:ext>
            </a:extLst>
          </p:cNvPr>
          <p:cNvSpPr>
            <a:spLocks noGrp="1"/>
          </p:cNvSpPr>
          <p:nvPr>
            <p:ph type="dt" sz="half" idx="10"/>
          </p:nvPr>
        </p:nvSpPr>
        <p:spPr/>
        <p:txBody>
          <a:bodyPr/>
          <a:lstStyle/>
          <a:p>
            <a:endParaRPr dirty="0"/>
          </a:p>
        </p:txBody>
      </p:sp>
      <p:sp>
        <p:nvSpPr>
          <p:cNvPr id="5" name="Footer Placeholder 4">
            <a:extLst>
              <a:ext uri="{FF2B5EF4-FFF2-40B4-BE49-F238E27FC236}">
                <a16:creationId xmlns:a16="http://schemas.microsoft.com/office/drawing/2014/main" id="{68E4BDA6-F8D0-400F-8D83-BE50061A6A99}"/>
              </a:ext>
            </a:extLst>
          </p:cNvPr>
          <p:cNvSpPr>
            <a:spLocks noGrp="1"/>
          </p:cNvSpPr>
          <p:nvPr>
            <p:ph type="ftr" sz="quarter" idx="11"/>
          </p:nvPr>
        </p:nvSpPr>
        <p:spPr/>
        <p:txBody>
          <a:bodyPr/>
          <a:lstStyle/>
          <a:p>
            <a:r>
              <a:rPr dirty="0"/>
              <a:t>Confidential. For Ascensus internal purposes only. Not intended for use with or distribution to clients or the public.</a:t>
            </a:r>
          </a:p>
        </p:txBody>
      </p:sp>
      <p:sp>
        <p:nvSpPr>
          <p:cNvPr id="6" name="Slide Number Placeholder 5">
            <a:extLst>
              <a:ext uri="{FF2B5EF4-FFF2-40B4-BE49-F238E27FC236}">
                <a16:creationId xmlns:a16="http://schemas.microsoft.com/office/drawing/2014/main" id="{D09C1F7B-02E3-4067-B256-BCA9940D8DB5}"/>
              </a:ext>
            </a:extLst>
          </p:cNvPr>
          <p:cNvSpPr>
            <a:spLocks noGrp="1"/>
          </p:cNvSpPr>
          <p:nvPr>
            <p:ph type="sldNum" sz="quarter" idx="12"/>
          </p:nvPr>
        </p:nvSpPr>
        <p:spPr/>
        <p:txBody>
          <a:bodyPr/>
          <a:lstStyle/>
          <a:p>
            <a:fld id="{F6399DB0-1606-4A34-A4F1-BB3CBF9AAD12}" type="slidenum">
              <a:rPr/>
              <a:t>‹#›</a:t>
            </a:fld>
            <a:endParaRPr dirty="0"/>
          </a:p>
        </p:txBody>
      </p:sp>
      <p:sp>
        <p:nvSpPr>
          <p:cNvPr id="7" name="Title 6">
            <a:extLst>
              <a:ext uri="{FF2B5EF4-FFF2-40B4-BE49-F238E27FC236}">
                <a16:creationId xmlns:a16="http://schemas.microsoft.com/office/drawing/2014/main" id="{53C6BD29-B35D-4E92-BAD8-CE515F28403E}"/>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2429995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and Subtitle">
    <p:spTree>
      <p:nvGrpSpPr>
        <p:cNvPr id="1" name=""/>
        <p:cNvGrpSpPr/>
        <p:nvPr/>
      </p:nvGrpSpPr>
      <p:grpSpPr>
        <a:xfrm>
          <a:off x="0" y="0"/>
          <a:ext cx="0" cy="0"/>
          <a:chOff x="0" y="0"/>
          <a:chExt cx="0" cy="0"/>
        </a:xfrm>
      </p:grpSpPr>
      <p:sp>
        <p:nvSpPr>
          <p:cNvPr id="7" name="superhead">
            <a:extLst>
              <a:ext uri="{FF2B5EF4-FFF2-40B4-BE49-F238E27FC236}">
                <a16:creationId xmlns:a16="http://schemas.microsoft.com/office/drawing/2014/main" id="{02FC455F-05E0-43DB-B2F5-F4A7F44DD185}"/>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6" name="subtitle">
            <a:extLst>
              <a:ext uri="{FF2B5EF4-FFF2-40B4-BE49-F238E27FC236}">
                <a16:creationId xmlns:a16="http://schemas.microsoft.com/office/drawing/2014/main" id="{50E924ED-66C7-4D36-96DB-921A13E19B4F}"/>
              </a:ext>
            </a:extLst>
          </p:cNvPr>
          <p:cNvSpPr>
            <a:spLocks noGrp="1"/>
          </p:cNvSpPr>
          <p:nvPr>
            <p:ph type="body" sz="quarter" idx="13" hasCustomPrompt="1"/>
          </p:nvPr>
        </p:nvSpPr>
        <p:spPr>
          <a:xfrm>
            <a:off x="457200" y="1353039"/>
            <a:ext cx="9144000" cy="439965"/>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3" name="Date Placeholder 2">
            <a:extLst>
              <a:ext uri="{FF2B5EF4-FFF2-40B4-BE49-F238E27FC236}">
                <a16:creationId xmlns:a16="http://schemas.microsoft.com/office/drawing/2014/main" id="{CD24B5CE-AB55-4AA3-910B-F5194E68976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9EA60F01-3C7C-474D-B151-DBC4A252213A}"/>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6C99034D-E319-46EB-8DBD-043BAE88E92F}"/>
              </a:ext>
            </a:extLst>
          </p:cNvPr>
          <p:cNvSpPr>
            <a:spLocks noGrp="1"/>
          </p:cNvSpPr>
          <p:nvPr>
            <p:ph type="sldNum" sz="quarter" idx="12"/>
          </p:nvPr>
        </p:nvSpPr>
        <p:spPr/>
        <p:txBody>
          <a:bodyPr/>
          <a:lstStyle/>
          <a:p>
            <a:fld id="{8A05B047-7786-42C0-A2BF-6DB1A4525D42}" type="slidenum">
              <a:rPr/>
              <a:pPr/>
              <a:t>‹#›</a:t>
            </a:fld>
            <a:endParaRPr dirty="0"/>
          </a:p>
        </p:txBody>
      </p:sp>
      <p:sp>
        <p:nvSpPr>
          <p:cNvPr id="8" name="Title 7">
            <a:extLst>
              <a:ext uri="{FF2B5EF4-FFF2-40B4-BE49-F238E27FC236}">
                <a16:creationId xmlns:a16="http://schemas.microsoft.com/office/drawing/2014/main" id="{47EAE114-4C9B-4356-B65F-6FDBC68D57C2}"/>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3742364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56E594F-8A88-47F9-8B29-45826725B65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75B65FBF-A2AB-4C26-A409-8927B6765705}"/>
              </a:ext>
            </a:extLst>
          </p:cNvPr>
          <p:cNvSpPr>
            <a:spLocks noGrp="1"/>
          </p:cNvSpPr>
          <p:nvPr>
            <p:ph type="ftr" sz="quarter" idx="11"/>
          </p:nvPr>
        </p:nvSpPr>
        <p:spPr/>
        <p:txBody>
          <a:bodyPr/>
          <a:lstStyle/>
          <a:p>
            <a:r>
              <a:rPr dirty="0"/>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43440D2B-B2B9-4168-B65E-E27C4EAEA50D}"/>
              </a:ext>
            </a:extLst>
          </p:cNvPr>
          <p:cNvSpPr>
            <a:spLocks noGrp="1"/>
          </p:cNvSpPr>
          <p:nvPr>
            <p:ph type="sldNum" sz="quarter" idx="12"/>
          </p:nvPr>
        </p:nvSpPr>
        <p:spPr/>
        <p:txBody>
          <a:bodyPr/>
          <a:lstStyle/>
          <a:p>
            <a:fld id="{8A05B047-7786-42C0-A2BF-6DB1A4525D42}" type="slidenum">
              <a:rPr/>
              <a:t>‹#›</a:t>
            </a:fld>
            <a:endParaRPr dirty="0"/>
          </a:p>
        </p:txBody>
      </p:sp>
      <p:sp>
        <p:nvSpPr>
          <p:cNvPr id="6" name="Title 5">
            <a:extLst>
              <a:ext uri="{FF2B5EF4-FFF2-40B4-BE49-F238E27FC236}">
                <a16:creationId xmlns:a16="http://schemas.microsoft.com/office/drawing/2014/main" id="{3BCFDDC1-BBDC-4A75-86A5-B95CF748C373}"/>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3563254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and Subtitle">
    <p:spTree>
      <p:nvGrpSpPr>
        <p:cNvPr id="1" name=""/>
        <p:cNvGrpSpPr/>
        <p:nvPr/>
      </p:nvGrpSpPr>
      <p:grpSpPr>
        <a:xfrm>
          <a:off x="0" y="0"/>
          <a:ext cx="0" cy="0"/>
          <a:chOff x="0" y="0"/>
          <a:chExt cx="0" cy="0"/>
        </a:xfrm>
      </p:grpSpPr>
      <p:sp>
        <p:nvSpPr>
          <p:cNvPr id="7" name="superhead">
            <a:extLst>
              <a:ext uri="{FF2B5EF4-FFF2-40B4-BE49-F238E27FC236}">
                <a16:creationId xmlns:a16="http://schemas.microsoft.com/office/drawing/2014/main" id="{02FC455F-05E0-43DB-B2F5-F4A7F44DD185}"/>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6" name="subtitle">
            <a:extLst>
              <a:ext uri="{FF2B5EF4-FFF2-40B4-BE49-F238E27FC236}">
                <a16:creationId xmlns:a16="http://schemas.microsoft.com/office/drawing/2014/main" id="{50E924ED-66C7-4D36-96DB-921A13E19B4F}"/>
              </a:ext>
            </a:extLst>
          </p:cNvPr>
          <p:cNvSpPr>
            <a:spLocks noGrp="1"/>
          </p:cNvSpPr>
          <p:nvPr>
            <p:ph type="body" sz="quarter" idx="13" hasCustomPrompt="1"/>
          </p:nvPr>
        </p:nvSpPr>
        <p:spPr>
          <a:xfrm>
            <a:off x="457200" y="1353039"/>
            <a:ext cx="9144000" cy="439965"/>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9" name="Content Placeholder 8">
            <a:extLst>
              <a:ext uri="{FF2B5EF4-FFF2-40B4-BE49-F238E27FC236}">
                <a16:creationId xmlns:a16="http://schemas.microsoft.com/office/drawing/2014/main" id="{E279E970-E2F1-4CDD-A08B-487D669AAC51}"/>
              </a:ext>
            </a:extLst>
          </p:cNvPr>
          <p:cNvSpPr>
            <a:spLocks noGrp="1"/>
          </p:cNvSpPr>
          <p:nvPr>
            <p:ph sz="quarter" idx="15" hasCustomPrompt="1"/>
          </p:nvPr>
        </p:nvSpPr>
        <p:spPr>
          <a:xfrm>
            <a:off x="457200" y="2019300"/>
            <a:ext cx="5334000" cy="4152899"/>
          </a:xfrm>
        </p:spPr>
        <p:txBody>
          <a:bodyPr/>
          <a:lstStyle/>
          <a:p>
            <a:pPr marL="228600" marR="0" lvl="0" indent="-228600" algn="l" defTabSz="914400" rtl="0" eaLnBrk="1" fontAlgn="auto" latinLnBrk="0" hangingPunct="1">
              <a:lnSpc>
                <a:spcPct val="90000"/>
              </a:lnSpc>
              <a:spcBef>
                <a:spcPts val="1800"/>
              </a:spcBef>
              <a:spcAft>
                <a:spcPts val="0"/>
              </a:spcAft>
              <a:buClr>
                <a:schemeClr val="tx1">
                  <a:lumMod val="50000"/>
                  <a:lumOff val="50000"/>
                </a:schemeClr>
              </a:buClr>
              <a:buSzTx/>
              <a:buFont typeface="Arial" panose="020B0604020202020204" pitchFamily="34" charset="0"/>
              <a:buChar char="•"/>
              <a:tabLst/>
              <a:defRPr/>
            </a:pPr>
            <a:r>
              <a:t>Click to add text or choose an icon below to insert other content</a:t>
            </a:r>
          </a:p>
          <a:p>
            <a:pPr lvl="1"/>
            <a:r>
              <a:t>Second level</a:t>
            </a:r>
          </a:p>
          <a:p>
            <a:pPr lvl="2"/>
            <a:r>
              <a:t>Third level</a:t>
            </a:r>
          </a:p>
          <a:p>
            <a:pPr lvl="3"/>
            <a:r>
              <a:t>Fourth level</a:t>
            </a:r>
          </a:p>
          <a:p>
            <a:pPr lvl="4"/>
            <a:r>
              <a:t>Fifth level</a:t>
            </a:r>
          </a:p>
        </p:txBody>
      </p:sp>
      <p:sp>
        <p:nvSpPr>
          <p:cNvPr id="10" name="Content Placeholder 8">
            <a:extLst>
              <a:ext uri="{FF2B5EF4-FFF2-40B4-BE49-F238E27FC236}">
                <a16:creationId xmlns:a16="http://schemas.microsoft.com/office/drawing/2014/main" id="{7A3506ED-8882-407B-BE5D-3BBACFC27503}"/>
              </a:ext>
            </a:extLst>
          </p:cNvPr>
          <p:cNvSpPr>
            <a:spLocks noGrp="1"/>
          </p:cNvSpPr>
          <p:nvPr>
            <p:ph sz="quarter" idx="16" hasCustomPrompt="1"/>
          </p:nvPr>
        </p:nvSpPr>
        <p:spPr>
          <a:xfrm>
            <a:off x="6134100" y="2019300"/>
            <a:ext cx="5334000" cy="4152899"/>
          </a:xfrm>
        </p:spPr>
        <p:txBody>
          <a:body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3" name="Date Placeholder 2">
            <a:extLst>
              <a:ext uri="{FF2B5EF4-FFF2-40B4-BE49-F238E27FC236}">
                <a16:creationId xmlns:a16="http://schemas.microsoft.com/office/drawing/2014/main" id="{CD24B5CE-AB55-4AA3-910B-F5194E68976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9EA60F01-3C7C-474D-B151-DBC4A252213A}"/>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6C99034D-E319-46EB-8DBD-043BAE88E92F}"/>
              </a:ext>
            </a:extLst>
          </p:cNvPr>
          <p:cNvSpPr>
            <a:spLocks noGrp="1"/>
          </p:cNvSpPr>
          <p:nvPr>
            <p:ph type="sldNum" sz="quarter" idx="12"/>
          </p:nvPr>
        </p:nvSpPr>
        <p:spPr/>
        <p:txBody>
          <a:bodyPr/>
          <a:lstStyle/>
          <a:p>
            <a:fld id="{8A05B047-7786-42C0-A2BF-6DB1A4525D42}" type="slidenum">
              <a:rPr/>
              <a:pPr/>
              <a:t>‹#›</a:t>
            </a:fld>
            <a:endParaRPr dirty="0"/>
          </a:p>
        </p:txBody>
      </p:sp>
      <p:sp>
        <p:nvSpPr>
          <p:cNvPr id="8" name="Title 7">
            <a:extLst>
              <a:ext uri="{FF2B5EF4-FFF2-40B4-BE49-F238E27FC236}">
                <a16:creationId xmlns:a16="http://schemas.microsoft.com/office/drawing/2014/main" id="{80547082-CFD4-42F4-8AC0-7822BDD01DED}"/>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1973586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364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 2/3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971D4-93CC-4765-A3F6-FF90E08AE6F0}"/>
              </a:ext>
            </a:extLst>
          </p:cNvPr>
          <p:cNvSpPr>
            <a:spLocks noGrp="1"/>
          </p:cNvSpPr>
          <p:nvPr>
            <p:ph type="title"/>
          </p:nvPr>
        </p:nvSpPr>
        <p:spPr>
          <a:xfrm>
            <a:off x="457200" y="822960"/>
            <a:ext cx="3448924" cy="1334533"/>
          </a:xfrm>
        </p:spPr>
        <p:txBody>
          <a:bodyPr anchor="t"/>
          <a:lstStyle>
            <a:lvl1pPr>
              <a:defRPr/>
            </a:lvl1pPr>
          </a:lstStyle>
          <a:p>
            <a:r>
              <a:rPr lang="en-US"/>
              <a:t>Click to edit Master title style</a:t>
            </a:r>
            <a:endParaRPr/>
          </a:p>
        </p:txBody>
      </p:sp>
      <p:sp>
        <p:nvSpPr>
          <p:cNvPr id="9" name="superhead">
            <a:extLst>
              <a:ext uri="{FF2B5EF4-FFF2-40B4-BE49-F238E27FC236}">
                <a16:creationId xmlns:a16="http://schemas.microsoft.com/office/drawing/2014/main" id="{594A7841-547E-416F-A1B9-A1DE671DF100}"/>
              </a:ext>
            </a:extLst>
          </p:cNvPr>
          <p:cNvSpPr>
            <a:spLocks noGrp="1"/>
          </p:cNvSpPr>
          <p:nvPr>
            <p:ph type="body" sz="quarter" idx="15"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8" name="subtitle">
            <a:extLst>
              <a:ext uri="{FF2B5EF4-FFF2-40B4-BE49-F238E27FC236}">
                <a16:creationId xmlns:a16="http://schemas.microsoft.com/office/drawing/2014/main" id="{DFA21477-71FB-4AE7-B2EA-760C5B3CFA9C}"/>
              </a:ext>
            </a:extLst>
          </p:cNvPr>
          <p:cNvSpPr>
            <a:spLocks noGrp="1"/>
          </p:cNvSpPr>
          <p:nvPr>
            <p:ph type="body" sz="quarter" idx="14" hasCustomPrompt="1"/>
          </p:nvPr>
        </p:nvSpPr>
        <p:spPr>
          <a:xfrm>
            <a:off x="457200" y="2304288"/>
            <a:ext cx="3448924" cy="651782"/>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7" name="Content Placeholder 6">
            <a:extLst>
              <a:ext uri="{FF2B5EF4-FFF2-40B4-BE49-F238E27FC236}">
                <a16:creationId xmlns:a16="http://schemas.microsoft.com/office/drawing/2014/main" id="{1B731BA0-20F9-4E83-9CC9-4E0D3DB7DD14}"/>
              </a:ext>
            </a:extLst>
          </p:cNvPr>
          <p:cNvSpPr>
            <a:spLocks noGrp="1"/>
          </p:cNvSpPr>
          <p:nvPr>
            <p:ph sz="quarter" idx="13" hasCustomPrompt="1"/>
          </p:nvPr>
        </p:nvSpPr>
        <p:spPr>
          <a:xfrm>
            <a:off x="4191000" y="886124"/>
            <a:ext cx="7277100" cy="5286076"/>
          </a:xfrm>
        </p:spPr>
        <p:txBody>
          <a:body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3" name="Date Placeholder 2">
            <a:extLst>
              <a:ext uri="{FF2B5EF4-FFF2-40B4-BE49-F238E27FC236}">
                <a16:creationId xmlns:a16="http://schemas.microsoft.com/office/drawing/2014/main" id="{5D71E8CF-EDCB-4345-9D93-489BBE53557D}"/>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7F28F700-71D8-477E-858A-32CBCA6F03CD}"/>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C3A41846-6A70-4838-983B-B4E16FFAEE38}"/>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3035916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552">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6A9040-0A79-4105-BAD8-3123080EBC4D}"/>
              </a:ext>
            </a:extLst>
          </p:cNvPr>
          <p:cNvSpPr>
            <a:spLocks noGrp="1"/>
          </p:cNvSpPr>
          <p:nvPr>
            <p:ph type="dt" sz="half" idx="10"/>
          </p:nvPr>
        </p:nvSpPr>
        <p:spPr/>
        <p:txBody>
          <a:bodyPr/>
          <a:lstStyle/>
          <a:p>
            <a:endParaRPr dirty="0"/>
          </a:p>
        </p:txBody>
      </p:sp>
      <p:sp>
        <p:nvSpPr>
          <p:cNvPr id="3" name="Footer Placeholder 2">
            <a:extLst>
              <a:ext uri="{FF2B5EF4-FFF2-40B4-BE49-F238E27FC236}">
                <a16:creationId xmlns:a16="http://schemas.microsoft.com/office/drawing/2014/main" id="{C94CA3ED-3294-4DFC-BC5D-1482AE2FE5F0}"/>
              </a:ext>
            </a:extLst>
          </p:cNvPr>
          <p:cNvSpPr>
            <a:spLocks noGrp="1"/>
          </p:cNvSpPr>
          <p:nvPr>
            <p:ph type="ftr" sz="quarter" idx="11"/>
          </p:nvPr>
        </p:nvSpPr>
        <p:spPr/>
        <p:txBody>
          <a:bodyPr/>
          <a:lstStyle/>
          <a:p>
            <a:r>
              <a:rPr dirty="0"/>
              <a:t>Confidential. For Ascensus internal purposes only. Not intended for use with or distribution to clients or the public.</a:t>
            </a:r>
          </a:p>
        </p:txBody>
      </p:sp>
      <p:sp>
        <p:nvSpPr>
          <p:cNvPr id="4" name="Slide Number Placeholder 3">
            <a:extLst>
              <a:ext uri="{FF2B5EF4-FFF2-40B4-BE49-F238E27FC236}">
                <a16:creationId xmlns:a16="http://schemas.microsoft.com/office/drawing/2014/main" id="{EF38A37F-D6BE-4BD6-8886-01BCC4A06B96}"/>
              </a:ext>
            </a:extLst>
          </p:cNvPr>
          <p:cNvSpPr>
            <a:spLocks noGrp="1"/>
          </p:cNvSpPr>
          <p:nvPr>
            <p:ph type="sldNum" sz="quarter" idx="12"/>
          </p:nvPr>
        </p:nvSpPr>
        <p:spPr/>
        <p:txBody>
          <a:bodyPr/>
          <a:lstStyle/>
          <a:p>
            <a:fld id="{8A05B047-7786-42C0-A2BF-6DB1A4525D42}" type="slidenum">
              <a:rPr/>
              <a:t>‹#›</a:t>
            </a:fld>
            <a:endParaRPr dirty="0"/>
          </a:p>
        </p:txBody>
      </p:sp>
    </p:spTree>
    <p:extLst>
      <p:ext uri="{BB962C8B-B14F-4D97-AF65-F5344CB8AC3E}">
        <p14:creationId xmlns:p14="http://schemas.microsoft.com/office/powerpoint/2010/main" val="787346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rue 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C34D85B-5C20-4D6D-B791-BE6D7128E20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64D469ED-52F5-40C6-B121-C15A0A78C058}"/>
              </a:ext>
            </a:extLst>
          </p:cNvPr>
          <p:cNvSpPr>
            <a:spLocks noGrp="1"/>
          </p:cNvSpPr>
          <p:nvPr>
            <p:ph type="ftr" sz="quarter" idx="11"/>
          </p:nvPr>
        </p:nvSpPr>
        <p:spPr/>
        <p:txBody>
          <a:bodyPr/>
          <a:lstStyle/>
          <a:p>
            <a:r>
              <a:rPr dirty="0">
                <a:solidFill>
                  <a:schemeClr val="tx1">
                    <a:lumMod val="50000"/>
                    <a:lumOff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A83B1DAA-2FA0-4778-A372-1294699CF616}"/>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1626268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Light Title + 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8CDE535-6EDB-4149-8341-B8C7B22FA490}"/>
              </a:ext>
            </a:extLst>
          </p:cNvPr>
          <p:cNvGrpSpPr/>
          <p:nvPr/>
        </p:nvGrpSpPr>
        <p:grpSpPr>
          <a:xfrm>
            <a:off x="7768196" y="-7294"/>
            <a:ext cx="4423804" cy="6865293"/>
            <a:chOff x="7768196" y="-7294"/>
            <a:chExt cx="4423804" cy="6865293"/>
          </a:xfrm>
        </p:grpSpPr>
        <p:sp>
          <p:nvSpPr>
            <p:cNvPr id="8" name="Freeform: Shape 7">
              <a:extLst>
                <a:ext uri="{FF2B5EF4-FFF2-40B4-BE49-F238E27FC236}">
                  <a16:creationId xmlns:a16="http://schemas.microsoft.com/office/drawing/2014/main" id="{1ED40C9B-DF46-4033-A905-E9C5EE38AE97}"/>
                </a:ext>
              </a:extLst>
            </p:cNvPr>
            <p:cNvSpPr/>
            <p:nvPr/>
          </p:nvSpPr>
          <p:spPr>
            <a:xfrm>
              <a:off x="7768196" y="0"/>
              <a:ext cx="4423804" cy="6857999"/>
            </a:xfrm>
            <a:custGeom>
              <a:avLst/>
              <a:gdLst>
                <a:gd name="connsiteX0" fmla="*/ 232955 w 4423804"/>
                <a:gd name="connsiteY0" fmla="*/ 0 h 6857999"/>
                <a:gd name="connsiteX1" fmla="*/ 1877453 w 4423804"/>
                <a:gd name="connsiteY1" fmla="*/ 0 h 6857999"/>
                <a:gd name="connsiteX2" fmla="*/ 4423804 w 4423804"/>
                <a:gd name="connsiteY2" fmla="*/ 0 h 6857999"/>
                <a:gd name="connsiteX3" fmla="*/ 4423804 w 4423804"/>
                <a:gd name="connsiteY3" fmla="*/ 6857999 h 6857999"/>
                <a:gd name="connsiteX4" fmla="*/ 3985654 w 4423804"/>
                <a:gd name="connsiteY4" fmla="*/ 6857999 h 6857999"/>
                <a:gd name="connsiteX5" fmla="*/ 3985654 w 4423804"/>
                <a:gd name="connsiteY5" fmla="*/ 457200 h 6857999"/>
                <a:gd name="connsiteX6" fmla="*/ 0 w 4423804"/>
                <a:gd name="connsiteY6" fmla="*/ 4572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3804" h="6857999">
                  <a:moveTo>
                    <a:pt x="232955" y="0"/>
                  </a:moveTo>
                  <a:lnTo>
                    <a:pt x="1877453" y="0"/>
                  </a:lnTo>
                  <a:lnTo>
                    <a:pt x="4423804" y="0"/>
                  </a:lnTo>
                  <a:lnTo>
                    <a:pt x="4423804" y="6857999"/>
                  </a:lnTo>
                  <a:lnTo>
                    <a:pt x="3985654" y="6857999"/>
                  </a:lnTo>
                  <a:lnTo>
                    <a:pt x="3985654" y="457200"/>
                  </a:lnTo>
                  <a:lnTo>
                    <a:pt x="0" y="457200"/>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2" name="Freeform: Shape 11">
              <a:extLst>
                <a:ext uri="{FF2B5EF4-FFF2-40B4-BE49-F238E27FC236}">
                  <a16:creationId xmlns:a16="http://schemas.microsoft.com/office/drawing/2014/main" id="{89E02C0F-75F0-4D56-B519-AA246102FEDB}"/>
                </a:ext>
              </a:extLst>
            </p:cNvPr>
            <p:cNvSpPr/>
            <p:nvPr/>
          </p:nvSpPr>
          <p:spPr>
            <a:xfrm>
              <a:off x="8645128" y="-7294"/>
              <a:ext cx="3546872" cy="4119818"/>
            </a:xfrm>
            <a:custGeom>
              <a:avLst/>
              <a:gdLst>
                <a:gd name="connsiteX0" fmla="*/ 1456356 w 3546872"/>
                <a:gd name="connsiteY0" fmla="*/ 0 h 4119818"/>
                <a:gd name="connsiteX1" fmla="*/ 3546872 w 3546872"/>
                <a:gd name="connsiteY1" fmla="*/ 0 h 4119818"/>
                <a:gd name="connsiteX2" fmla="*/ 3546872 w 3546872"/>
                <a:gd name="connsiteY2" fmla="*/ 3259900 h 4119818"/>
                <a:gd name="connsiteX3" fmla="*/ 3108722 w 3546872"/>
                <a:gd name="connsiteY3" fmla="*/ 4119818 h 4119818"/>
                <a:gd name="connsiteX4" fmla="*/ 3108722 w 3546872"/>
                <a:gd name="connsiteY4" fmla="*/ 464494 h 4119818"/>
                <a:gd name="connsiteX5" fmla="*/ 3108721 w 3546872"/>
                <a:gd name="connsiteY5" fmla="*/ 464494 h 4119818"/>
                <a:gd name="connsiteX6" fmla="*/ 2785991 w 3546872"/>
                <a:gd name="connsiteY6" fmla="*/ 464494 h 4119818"/>
                <a:gd name="connsiteX7" fmla="*/ 2103879 w 3546872"/>
                <a:gd name="connsiteY7" fmla="*/ 464494 h 4119818"/>
                <a:gd name="connsiteX8" fmla="*/ 1854385 w 3546872"/>
                <a:gd name="connsiteY8" fmla="*/ 464494 h 4119818"/>
                <a:gd name="connsiteX9" fmla="*/ 1219685 w 3546872"/>
                <a:gd name="connsiteY9" fmla="*/ 464494 h 4119818"/>
                <a:gd name="connsiteX10" fmla="*/ 0 w 3546872"/>
                <a:gd name="connsiteY10" fmla="*/ 464494 h 4119818"/>
                <a:gd name="connsiteX11" fmla="*/ 232955 w 3546872"/>
                <a:gd name="connsiteY11" fmla="*/ 7294 h 4119818"/>
                <a:gd name="connsiteX12" fmla="*/ 1452640 w 3546872"/>
                <a:gd name="connsiteY12" fmla="*/ 7294 h 41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6872" h="4119818">
                  <a:moveTo>
                    <a:pt x="1456356" y="0"/>
                  </a:moveTo>
                  <a:lnTo>
                    <a:pt x="3546872" y="0"/>
                  </a:lnTo>
                  <a:lnTo>
                    <a:pt x="3546872" y="3259900"/>
                  </a:lnTo>
                  <a:lnTo>
                    <a:pt x="3108722" y="4119818"/>
                  </a:lnTo>
                  <a:lnTo>
                    <a:pt x="3108722" y="464494"/>
                  </a:lnTo>
                  <a:lnTo>
                    <a:pt x="3108721" y="464494"/>
                  </a:lnTo>
                  <a:lnTo>
                    <a:pt x="2785991" y="464494"/>
                  </a:lnTo>
                  <a:lnTo>
                    <a:pt x="2103879" y="464494"/>
                  </a:lnTo>
                  <a:lnTo>
                    <a:pt x="1854385" y="464494"/>
                  </a:lnTo>
                  <a:lnTo>
                    <a:pt x="1219685" y="464494"/>
                  </a:lnTo>
                  <a:lnTo>
                    <a:pt x="0" y="464494"/>
                  </a:lnTo>
                  <a:lnTo>
                    <a:pt x="232955" y="7294"/>
                  </a:lnTo>
                  <a:lnTo>
                    <a:pt x="1452640" y="7294"/>
                  </a:lnTo>
                  <a:close/>
                </a:path>
              </a:pathLst>
            </a:cu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7" name="superhead">
            <a:extLst>
              <a:ext uri="{FF2B5EF4-FFF2-40B4-BE49-F238E27FC236}">
                <a16:creationId xmlns:a16="http://schemas.microsoft.com/office/drawing/2014/main" id="{18FFE6D7-B1D8-44E2-92D9-C29BF95EE8F2}"/>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6" name="subtitle">
            <a:extLst>
              <a:ext uri="{FF2B5EF4-FFF2-40B4-BE49-F238E27FC236}">
                <a16:creationId xmlns:a16="http://schemas.microsoft.com/office/drawing/2014/main" id="{90DD623D-0826-4623-820B-3FD95A578E76}"/>
              </a:ext>
            </a:extLst>
          </p:cNvPr>
          <p:cNvSpPr>
            <a:spLocks noGrp="1"/>
          </p:cNvSpPr>
          <p:nvPr>
            <p:ph type="body" sz="quarter" idx="13" hasCustomPrompt="1"/>
          </p:nvPr>
        </p:nvSpPr>
        <p:spPr>
          <a:xfrm>
            <a:off x="457200" y="1353039"/>
            <a:ext cx="9144000" cy="439965"/>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9" name="Content Placeholder 8">
            <a:extLst>
              <a:ext uri="{FF2B5EF4-FFF2-40B4-BE49-F238E27FC236}">
                <a16:creationId xmlns:a16="http://schemas.microsoft.com/office/drawing/2014/main" id="{AF4A3D14-14F3-4722-8E25-384E6813D9EE}"/>
              </a:ext>
            </a:extLst>
          </p:cNvPr>
          <p:cNvSpPr>
            <a:spLocks noGrp="1"/>
          </p:cNvSpPr>
          <p:nvPr>
            <p:ph sz="quarter" idx="15" hasCustomPrompt="1"/>
          </p:nvPr>
        </p:nvSpPr>
        <p:spPr>
          <a:xfrm>
            <a:off x="457200" y="2019300"/>
            <a:ext cx="11010900" cy="4152899"/>
          </a:xfrm>
        </p:spPr>
        <p:txBody>
          <a:body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3" name="Date Placeholder 2">
            <a:extLst>
              <a:ext uri="{FF2B5EF4-FFF2-40B4-BE49-F238E27FC236}">
                <a16:creationId xmlns:a16="http://schemas.microsoft.com/office/drawing/2014/main" id="{432DC6F4-AC55-4F39-AFDF-D3412036DDEC}"/>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3BB1696D-18A5-466C-9E77-30338ECE14AF}"/>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3714773B-62E6-48AA-A4A9-1123666A99CA}"/>
              </a:ext>
            </a:extLst>
          </p:cNvPr>
          <p:cNvSpPr>
            <a:spLocks noGrp="1"/>
          </p:cNvSpPr>
          <p:nvPr>
            <p:ph type="sldNum" sz="quarter" idx="12"/>
          </p:nvPr>
        </p:nvSpPr>
        <p:spPr/>
        <p:txBody>
          <a:bodyPr/>
          <a:lstStyle/>
          <a:p>
            <a:fld id="{8A05B047-7786-42C0-A2BF-6DB1A4525D42}" type="slidenum">
              <a:rPr/>
              <a:pPr/>
              <a:t>‹#›</a:t>
            </a:fld>
            <a:endParaRPr dirty="0"/>
          </a:p>
        </p:txBody>
      </p:sp>
      <p:sp>
        <p:nvSpPr>
          <p:cNvPr id="11" name="Title 10">
            <a:extLst>
              <a:ext uri="{FF2B5EF4-FFF2-40B4-BE49-F238E27FC236}">
                <a16:creationId xmlns:a16="http://schemas.microsoft.com/office/drawing/2014/main" id="{6CA941BC-6AFC-449E-8663-CE8433AE61D0}"/>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254208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Light Title + Subtitl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1EED0B8-57DE-47F3-A012-D6E47915A56B}"/>
              </a:ext>
            </a:extLst>
          </p:cNvPr>
          <p:cNvGrpSpPr/>
          <p:nvPr/>
        </p:nvGrpSpPr>
        <p:grpSpPr>
          <a:xfrm>
            <a:off x="7768196" y="-7294"/>
            <a:ext cx="4423804" cy="6865293"/>
            <a:chOff x="7768196" y="-7294"/>
            <a:chExt cx="4423804" cy="6865293"/>
          </a:xfrm>
        </p:grpSpPr>
        <p:sp>
          <p:nvSpPr>
            <p:cNvPr id="9" name="Freeform: Shape 8">
              <a:extLst>
                <a:ext uri="{FF2B5EF4-FFF2-40B4-BE49-F238E27FC236}">
                  <a16:creationId xmlns:a16="http://schemas.microsoft.com/office/drawing/2014/main" id="{D1C97986-0758-41F5-A2FC-EC0E34E97950}"/>
                </a:ext>
              </a:extLst>
            </p:cNvPr>
            <p:cNvSpPr/>
            <p:nvPr/>
          </p:nvSpPr>
          <p:spPr>
            <a:xfrm>
              <a:off x="7768196" y="0"/>
              <a:ext cx="4423804" cy="6857999"/>
            </a:xfrm>
            <a:custGeom>
              <a:avLst/>
              <a:gdLst>
                <a:gd name="connsiteX0" fmla="*/ 232955 w 4423804"/>
                <a:gd name="connsiteY0" fmla="*/ 0 h 6857999"/>
                <a:gd name="connsiteX1" fmla="*/ 1877453 w 4423804"/>
                <a:gd name="connsiteY1" fmla="*/ 0 h 6857999"/>
                <a:gd name="connsiteX2" fmla="*/ 4423804 w 4423804"/>
                <a:gd name="connsiteY2" fmla="*/ 0 h 6857999"/>
                <a:gd name="connsiteX3" fmla="*/ 4423804 w 4423804"/>
                <a:gd name="connsiteY3" fmla="*/ 6857999 h 6857999"/>
                <a:gd name="connsiteX4" fmla="*/ 3985654 w 4423804"/>
                <a:gd name="connsiteY4" fmla="*/ 6857999 h 6857999"/>
                <a:gd name="connsiteX5" fmla="*/ 3985654 w 4423804"/>
                <a:gd name="connsiteY5" fmla="*/ 457200 h 6857999"/>
                <a:gd name="connsiteX6" fmla="*/ 0 w 4423804"/>
                <a:gd name="connsiteY6" fmla="*/ 4572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3804" h="6857999">
                  <a:moveTo>
                    <a:pt x="232955" y="0"/>
                  </a:moveTo>
                  <a:lnTo>
                    <a:pt x="1877453" y="0"/>
                  </a:lnTo>
                  <a:lnTo>
                    <a:pt x="4423804" y="0"/>
                  </a:lnTo>
                  <a:lnTo>
                    <a:pt x="4423804" y="6857999"/>
                  </a:lnTo>
                  <a:lnTo>
                    <a:pt x="3985654" y="6857999"/>
                  </a:lnTo>
                  <a:lnTo>
                    <a:pt x="3985654" y="457200"/>
                  </a:lnTo>
                  <a:lnTo>
                    <a:pt x="0" y="457200"/>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1" name="Freeform: Shape 10">
              <a:extLst>
                <a:ext uri="{FF2B5EF4-FFF2-40B4-BE49-F238E27FC236}">
                  <a16:creationId xmlns:a16="http://schemas.microsoft.com/office/drawing/2014/main" id="{3D9B318F-5995-4833-A8A4-277AFCFEC3CF}"/>
                </a:ext>
              </a:extLst>
            </p:cNvPr>
            <p:cNvSpPr/>
            <p:nvPr/>
          </p:nvSpPr>
          <p:spPr>
            <a:xfrm>
              <a:off x="8645128" y="-7294"/>
              <a:ext cx="3546872" cy="4119818"/>
            </a:xfrm>
            <a:custGeom>
              <a:avLst/>
              <a:gdLst>
                <a:gd name="connsiteX0" fmla="*/ 1456356 w 3546872"/>
                <a:gd name="connsiteY0" fmla="*/ 0 h 4119818"/>
                <a:gd name="connsiteX1" fmla="*/ 3546872 w 3546872"/>
                <a:gd name="connsiteY1" fmla="*/ 0 h 4119818"/>
                <a:gd name="connsiteX2" fmla="*/ 3546872 w 3546872"/>
                <a:gd name="connsiteY2" fmla="*/ 3259900 h 4119818"/>
                <a:gd name="connsiteX3" fmla="*/ 3108722 w 3546872"/>
                <a:gd name="connsiteY3" fmla="*/ 4119818 h 4119818"/>
                <a:gd name="connsiteX4" fmla="*/ 3108722 w 3546872"/>
                <a:gd name="connsiteY4" fmla="*/ 464494 h 4119818"/>
                <a:gd name="connsiteX5" fmla="*/ 3108721 w 3546872"/>
                <a:gd name="connsiteY5" fmla="*/ 464494 h 4119818"/>
                <a:gd name="connsiteX6" fmla="*/ 2785991 w 3546872"/>
                <a:gd name="connsiteY6" fmla="*/ 464494 h 4119818"/>
                <a:gd name="connsiteX7" fmla="*/ 2103879 w 3546872"/>
                <a:gd name="connsiteY7" fmla="*/ 464494 h 4119818"/>
                <a:gd name="connsiteX8" fmla="*/ 1854385 w 3546872"/>
                <a:gd name="connsiteY8" fmla="*/ 464494 h 4119818"/>
                <a:gd name="connsiteX9" fmla="*/ 1219685 w 3546872"/>
                <a:gd name="connsiteY9" fmla="*/ 464494 h 4119818"/>
                <a:gd name="connsiteX10" fmla="*/ 0 w 3546872"/>
                <a:gd name="connsiteY10" fmla="*/ 464494 h 4119818"/>
                <a:gd name="connsiteX11" fmla="*/ 232955 w 3546872"/>
                <a:gd name="connsiteY11" fmla="*/ 7294 h 4119818"/>
                <a:gd name="connsiteX12" fmla="*/ 1452640 w 3546872"/>
                <a:gd name="connsiteY12" fmla="*/ 7294 h 41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6872" h="4119818">
                  <a:moveTo>
                    <a:pt x="1456356" y="0"/>
                  </a:moveTo>
                  <a:lnTo>
                    <a:pt x="3546872" y="0"/>
                  </a:lnTo>
                  <a:lnTo>
                    <a:pt x="3546872" y="3259900"/>
                  </a:lnTo>
                  <a:lnTo>
                    <a:pt x="3108722" y="4119818"/>
                  </a:lnTo>
                  <a:lnTo>
                    <a:pt x="3108722" y="464494"/>
                  </a:lnTo>
                  <a:lnTo>
                    <a:pt x="3108721" y="464494"/>
                  </a:lnTo>
                  <a:lnTo>
                    <a:pt x="2785991" y="464494"/>
                  </a:lnTo>
                  <a:lnTo>
                    <a:pt x="2103879" y="464494"/>
                  </a:lnTo>
                  <a:lnTo>
                    <a:pt x="1854385" y="464494"/>
                  </a:lnTo>
                  <a:lnTo>
                    <a:pt x="1219685" y="464494"/>
                  </a:lnTo>
                  <a:lnTo>
                    <a:pt x="0" y="464494"/>
                  </a:lnTo>
                  <a:lnTo>
                    <a:pt x="232955" y="7294"/>
                  </a:lnTo>
                  <a:lnTo>
                    <a:pt x="1452640" y="7294"/>
                  </a:lnTo>
                  <a:close/>
                </a:path>
              </a:pathLst>
            </a:cu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7" name="superhead">
            <a:extLst>
              <a:ext uri="{FF2B5EF4-FFF2-40B4-BE49-F238E27FC236}">
                <a16:creationId xmlns:a16="http://schemas.microsoft.com/office/drawing/2014/main" id="{02FC455F-05E0-43DB-B2F5-F4A7F44DD185}"/>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6" name="subtitle">
            <a:extLst>
              <a:ext uri="{FF2B5EF4-FFF2-40B4-BE49-F238E27FC236}">
                <a16:creationId xmlns:a16="http://schemas.microsoft.com/office/drawing/2014/main" id="{50E924ED-66C7-4D36-96DB-921A13E19B4F}"/>
              </a:ext>
            </a:extLst>
          </p:cNvPr>
          <p:cNvSpPr>
            <a:spLocks noGrp="1"/>
          </p:cNvSpPr>
          <p:nvPr>
            <p:ph type="body" sz="quarter" idx="13" hasCustomPrompt="1"/>
          </p:nvPr>
        </p:nvSpPr>
        <p:spPr>
          <a:xfrm>
            <a:off x="457200" y="1353039"/>
            <a:ext cx="9144000" cy="439965"/>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3" name="Date Placeholder 2">
            <a:extLst>
              <a:ext uri="{FF2B5EF4-FFF2-40B4-BE49-F238E27FC236}">
                <a16:creationId xmlns:a16="http://schemas.microsoft.com/office/drawing/2014/main" id="{CD24B5CE-AB55-4AA3-910B-F5194E68976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9EA60F01-3C7C-474D-B151-DBC4A252213A}"/>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6C99034D-E319-46EB-8DBD-043BAE88E92F}"/>
              </a:ext>
            </a:extLst>
          </p:cNvPr>
          <p:cNvSpPr>
            <a:spLocks noGrp="1"/>
          </p:cNvSpPr>
          <p:nvPr>
            <p:ph type="sldNum" sz="quarter" idx="12"/>
          </p:nvPr>
        </p:nvSpPr>
        <p:spPr/>
        <p:txBody>
          <a:bodyPr/>
          <a:lstStyle/>
          <a:p>
            <a:fld id="{8A05B047-7786-42C0-A2BF-6DB1A4525D42}" type="slidenum">
              <a:rPr/>
              <a:pPr/>
              <a:t>‹#›</a:t>
            </a:fld>
            <a:endParaRPr dirty="0"/>
          </a:p>
        </p:txBody>
      </p:sp>
      <p:sp>
        <p:nvSpPr>
          <p:cNvPr id="10" name="Title 9">
            <a:extLst>
              <a:ext uri="{FF2B5EF4-FFF2-40B4-BE49-F238E27FC236}">
                <a16:creationId xmlns:a16="http://schemas.microsoft.com/office/drawing/2014/main" id="{1B76F9B4-7AED-45A4-9EE7-754A79682EAA}"/>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3386015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Light Title + Two Content">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FBBD386-657F-456F-8814-E35C91872353}"/>
              </a:ext>
            </a:extLst>
          </p:cNvPr>
          <p:cNvGrpSpPr/>
          <p:nvPr/>
        </p:nvGrpSpPr>
        <p:grpSpPr>
          <a:xfrm>
            <a:off x="7768196" y="-7294"/>
            <a:ext cx="4423804" cy="6865293"/>
            <a:chOff x="7768196" y="-7294"/>
            <a:chExt cx="4423804" cy="6865293"/>
          </a:xfrm>
        </p:grpSpPr>
        <p:sp>
          <p:nvSpPr>
            <p:cNvPr id="8" name="Freeform: Shape 7">
              <a:extLst>
                <a:ext uri="{FF2B5EF4-FFF2-40B4-BE49-F238E27FC236}">
                  <a16:creationId xmlns:a16="http://schemas.microsoft.com/office/drawing/2014/main" id="{5DF9AAF2-749B-49B4-BDFC-3F114DA3FCBB}"/>
                </a:ext>
              </a:extLst>
            </p:cNvPr>
            <p:cNvSpPr/>
            <p:nvPr/>
          </p:nvSpPr>
          <p:spPr>
            <a:xfrm>
              <a:off x="7768196" y="0"/>
              <a:ext cx="4423804" cy="6857999"/>
            </a:xfrm>
            <a:custGeom>
              <a:avLst/>
              <a:gdLst>
                <a:gd name="connsiteX0" fmla="*/ 232955 w 4423804"/>
                <a:gd name="connsiteY0" fmla="*/ 0 h 6857999"/>
                <a:gd name="connsiteX1" fmla="*/ 1877453 w 4423804"/>
                <a:gd name="connsiteY1" fmla="*/ 0 h 6857999"/>
                <a:gd name="connsiteX2" fmla="*/ 4423804 w 4423804"/>
                <a:gd name="connsiteY2" fmla="*/ 0 h 6857999"/>
                <a:gd name="connsiteX3" fmla="*/ 4423804 w 4423804"/>
                <a:gd name="connsiteY3" fmla="*/ 6857999 h 6857999"/>
                <a:gd name="connsiteX4" fmla="*/ 3985654 w 4423804"/>
                <a:gd name="connsiteY4" fmla="*/ 6857999 h 6857999"/>
                <a:gd name="connsiteX5" fmla="*/ 3985654 w 4423804"/>
                <a:gd name="connsiteY5" fmla="*/ 457200 h 6857999"/>
                <a:gd name="connsiteX6" fmla="*/ 0 w 4423804"/>
                <a:gd name="connsiteY6" fmla="*/ 4572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3804" h="6857999">
                  <a:moveTo>
                    <a:pt x="232955" y="0"/>
                  </a:moveTo>
                  <a:lnTo>
                    <a:pt x="1877453" y="0"/>
                  </a:lnTo>
                  <a:lnTo>
                    <a:pt x="4423804" y="0"/>
                  </a:lnTo>
                  <a:lnTo>
                    <a:pt x="4423804" y="6857999"/>
                  </a:lnTo>
                  <a:lnTo>
                    <a:pt x="3985654" y="6857999"/>
                  </a:lnTo>
                  <a:lnTo>
                    <a:pt x="3985654" y="457200"/>
                  </a:lnTo>
                  <a:lnTo>
                    <a:pt x="0" y="457200"/>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3" name="Freeform: Shape 12">
              <a:extLst>
                <a:ext uri="{FF2B5EF4-FFF2-40B4-BE49-F238E27FC236}">
                  <a16:creationId xmlns:a16="http://schemas.microsoft.com/office/drawing/2014/main" id="{094DDCF7-C16F-439B-A497-34B422E1C035}"/>
                </a:ext>
              </a:extLst>
            </p:cNvPr>
            <p:cNvSpPr/>
            <p:nvPr/>
          </p:nvSpPr>
          <p:spPr>
            <a:xfrm>
              <a:off x="8645128" y="-7294"/>
              <a:ext cx="3546872" cy="4119818"/>
            </a:xfrm>
            <a:custGeom>
              <a:avLst/>
              <a:gdLst>
                <a:gd name="connsiteX0" fmla="*/ 1456356 w 3546872"/>
                <a:gd name="connsiteY0" fmla="*/ 0 h 4119818"/>
                <a:gd name="connsiteX1" fmla="*/ 3546872 w 3546872"/>
                <a:gd name="connsiteY1" fmla="*/ 0 h 4119818"/>
                <a:gd name="connsiteX2" fmla="*/ 3546872 w 3546872"/>
                <a:gd name="connsiteY2" fmla="*/ 3259900 h 4119818"/>
                <a:gd name="connsiteX3" fmla="*/ 3108722 w 3546872"/>
                <a:gd name="connsiteY3" fmla="*/ 4119818 h 4119818"/>
                <a:gd name="connsiteX4" fmla="*/ 3108722 w 3546872"/>
                <a:gd name="connsiteY4" fmla="*/ 464494 h 4119818"/>
                <a:gd name="connsiteX5" fmla="*/ 3108721 w 3546872"/>
                <a:gd name="connsiteY5" fmla="*/ 464494 h 4119818"/>
                <a:gd name="connsiteX6" fmla="*/ 2785991 w 3546872"/>
                <a:gd name="connsiteY6" fmla="*/ 464494 h 4119818"/>
                <a:gd name="connsiteX7" fmla="*/ 2103879 w 3546872"/>
                <a:gd name="connsiteY7" fmla="*/ 464494 h 4119818"/>
                <a:gd name="connsiteX8" fmla="*/ 1854385 w 3546872"/>
                <a:gd name="connsiteY8" fmla="*/ 464494 h 4119818"/>
                <a:gd name="connsiteX9" fmla="*/ 1219685 w 3546872"/>
                <a:gd name="connsiteY9" fmla="*/ 464494 h 4119818"/>
                <a:gd name="connsiteX10" fmla="*/ 0 w 3546872"/>
                <a:gd name="connsiteY10" fmla="*/ 464494 h 4119818"/>
                <a:gd name="connsiteX11" fmla="*/ 232955 w 3546872"/>
                <a:gd name="connsiteY11" fmla="*/ 7294 h 4119818"/>
                <a:gd name="connsiteX12" fmla="*/ 1452640 w 3546872"/>
                <a:gd name="connsiteY12" fmla="*/ 7294 h 41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6872" h="4119818">
                  <a:moveTo>
                    <a:pt x="1456356" y="0"/>
                  </a:moveTo>
                  <a:lnTo>
                    <a:pt x="3546872" y="0"/>
                  </a:lnTo>
                  <a:lnTo>
                    <a:pt x="3546872" y="3259900"/>
                  </a:lnTo>
                  <a:lnTo>
                    <a:pt x="3108722" y="4119818"/>
                  </a:lnTo>
                  <a:lnTo>
                    <a:pt x="3108722" y="464494"/>
                  </a:lnTo>
                  <a:lnTo>
                    <a:pt x="3108721" y="464494"/>
                  </a:lnTo>
                  <a:lnTo>
                    <a:pt x="2785991" y="464494"/>
                  </a:lnTo>
                  <a:lnTo>
                    <a:pt x="2103879" y="464494"/>
                  </a:lnTo>
                  <a:lnTo>
                    <a:pt x="1854385" y="464494"/>
                  </a:lnTo>
                  <a:lnTo>
                    <a:pt x="1219685" y="464494"/>
                  </a:lnTo>
                  <a:lnTo>
                    <a:pt x="0" y="464494"/>
                  </a:lnTo>
                  <a:lnTo>
                    <a:pt x="232955" y="7294"/>
                  </a:lnTo>
                  <a:lnTo>
                    <a:pt x="1452640" y="7294"/>
                  </a:lnTo>
                  <a:close/>
                </a:path>
              </a:pathLst>
            </a:cu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7" name="superhead">
            <a:extLst>
              <a:ext uri="{FF2B5EF4-FFF2-40B4-BE49-F238E27FC236}">
                <a16:creationId xmlns:a16="http://schemas.microsoft.com/office/drawing/2014/main" id="{02FC455F-05E0-43DB-B2F5-F4A7F44DD185}"/>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6" name="subtitle">
            <a:extLst>
              <a:ext uri="{FF2B5EF4-FFF2-40B4-BE49-F238E27FC236}">
                <a16:creationId xmlns:a16="http://schemas.microsoft.com/office/drawing/2014/main" id="{50E924ED-66C7-4D36-96DB-921A13E19B4F}"/>
              </a:ext>
            </a:extLst>
          </p:cNvPr>
          <p:cNvSpPr>
            <a:spLocks noGrp="1"/>
          </p:cNvSpPr>
          <p:nvPr>
            <p:ph type="body" sz="quarter" idx="13" hasCustomPrompt="1"/>
          </p:nvPr>
        </p:nvSpPr>
        <p:spPr>
          <a:xfrm>
            <a:off x="457200" y="1353039"/>
            <a:ext cx="9144000" cy="439965"/>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9" name="Content Placeholder 8">
            <a:extLst>
              <a:ext uri="{FF2B5EF4-FFF2-40B4-BE49-F238E27FC236}">
                <a16:creationId xmlns:a16="http://schemas.microsoft.com/office/drawing/2014/main" id="{E279E970-E2F1-4CDD-A08B-487D669AAC51}"/>
              </a:ext>
            </a:extLst>
          </p:cNvPr>
          <p:cNvSpPr>
            <a:spLocks noGrp="1"/>
          </p:cNvSpPr>
          <p:nvPr>
            <p:ph sz="quarter" idx="15" hasCustomPrompt="1"/>
          </p:nvPr>
        </p:nvSpPr>
        <p:spPr>
          <a:xfrm>
            <a:off x="457200" y="2019299"/>
            <a:ext cx="5334000" cy="4152899"/>
          </a:xfrm>
        </p:spPr>
        <p:txBody>
          <a:body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10" name="Content Placeholder 8">
            <a:extLst>
              <a:ext uri="{FF2B5EF4-FFF2-40B4-BE49-F238E27FC236}">
                <a16:creationId xmlns:a16="http://schemas.microsoft.com/office/drawing/2014/main" id="{7A3506ED-8882-407B-BE5D-3BBACFC27503}"/>
              </a:ext>
            </a:extLst>
          </p:cNvPr>
          <p:cNvSpPr>
            <a:spLocks noGrp="1"/>
          </p:cNvSpPr>
          <p:nvPr>
            <p:ph sz="quarter" idx="16" hasCustomPrompt="1"/>
          </p:nvPr>
        </p:nvSpPr>
        <p:spPr>
          <a:xfrm>
            <a:off x="6134100" y="2019299"/>
            <a:ext cx="5334000" cy="4152899"/>
          </a:xfrm>
        </p:spPr>
        <p:txBody>
          <a:body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3" name="Date Placeholder 2">
            <a:extLst>
              <a:ext uri="{FF2B5EF4-FFF2-40B4-BE49-F238E27FC236}">
                <a16:creationId xmlns:a16="http://schemas.microsoft.com/office/drawing/2014/main" id="{CD24B5CE-AB55-4AA3-910B-F5194E68976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9EA60F01-3C7C-474D-B151-DBC4A252213A}"/>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6C99034D-E319-46EB-8DBD-043BAE88E92F}"/>
              </a:ext>
            </a:extLst>
          </p:cNvPr>
          <p:cNvSpPr>
            <a:spLocks noGrp="1"/>
          </p:cNvSpPr>
          <p:nvPr>
            <p:ph type="sldNum" sz="quarter" idx="12"/>
          </p:nvPr>
        </p:nvSpPr>
        <p:spPr/>
        <p:txBody>
          <a:bodyPr/>
          <a:lstStyle/>
          <a:p>
            <a:fld id="{8A05B047-7786-42C0-A2BF-6DB1A4525D42}" type="slidenum">
              <a:rPr/>
              <a:pPr/>
              <a:t>‹#›</a:t>
            </a:fld>
            <a:endParaRPr dirty="0"/>
          </a:p>
        </p:txBody>
      </p:sp>
      <p:sp>
        <p:nvSpPr>
          <p:cNvPr id="12" name="Title 11">
            <a:extLst>
              <a:ext uri="{FF2B5EF4-FFF2-40B4-BE49-F238E27FC236}">
                <a16:creationId xmlns:a16="http://schemas.microsoft.com/office/drawing/2014/main" id="{52E5883E-EF45-46F4-B13F-554EB42FB83C}"/>
              </a:ext>
            </a:extLst>
          </p:cNvPr>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464113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64">
          <p15:clr>
            <a:srgbClr val="A4A3A4"/>
          </p15:clr>
        </p15:guide>
        <p15:guide id="2" pos="364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Light Title + 2/3 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0D274C3-261F-4FEF-9717-2ED699739719}"/>
              </a:ext>
            </a:extLst>
          </p:cNvPr>
          <p:cNvGrpSpPr/>
          <p:nvPr/>
        </p:nvGrpSpPr>
        <p:grpSpPr>
          <a:xfrm>
            <a:off x="7768196" y="-7294"/>
            <a:ext cx="4423804" cy="6865293"/>
            <a:chOff x="7768196" y="-7294"/>
            <a:chExt cx="4423804" cy="6865293"/>
          </a:xfrm>
        </p:grpSpPr>
        <p:sp>
          <p:nvSpPr>
            <p:cNvPr id="6" name="Freeform: Shape 5">
              <a:extLst>
                <a:ext uri="{FF2B5EF4-FFF2-40B4-BE49-F238E27FC236}">
                  <a16:creationId xmlns:a16="http://schemas.microsoft.com/office/drawing/2014/main" id="{F4BDB509-15F9-4F51-A600-E2602097B892}"/>
                </a:ext>
              </a:extLst>
            </p:cNvPr>
            <p:cNvSpPr/>
            <p:nvPr/>
          </p:nvSpPr>
          <p:spPr>
            <a:xfrm>
              <a:off x="7768196" y="0"/>
              <a:ext cx="4423804" cy="6857999"/>
            </a:xfrm>
            <a:custGeom>
              <a:avLst/>
              <a:gdLst>
                <a:gd name="connsiteX0" fmla="*/ 232955 w 4423804"/>
                <a:gd name="connsiteY0" fmla="*/ 0 h 6857999"/>
                <a:gd name="connsiteX1" fmla="*/ 1877453 w 4423804"/>
                <a:gd name="connsiteY1" fmla="*/ 0 h 6857999"/>
                <a:gd name="connsiteX2" fmla="*/ 4423804 w 4423804"/>
                <a:gd name="connsiteY2" fmla="*/ 0 h 6857999"/>
                <a:gd name="connsiteX3" fmla="*/ 4423804 w 4423804"/>
                <a:gd name="connsiteY3" fmla="*/ 6857999 h 6857999"/>
                <a:gd name="connsiteX4" fmla="*/ 3985654 w 4423804"/>
                <a:gd name="connsiteY4" fmla="*/ 6857999 h 6857999"/>
                <a:gd name="connsiteX5" fmla="*/ 3985654 w 4423804"/>
                <a:gd name="connsiteY5" fmla="*/ 457200 h 6857999"/>
                <a:gd name="connsiteX6" fmla="*/ 0 w 4423804"/>
                <a:gd name="connsiteY6" fmla="*/ 4572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3804" h="6857999">
                  <a:moveTo>
                    <a:pt x="232955" y="0"/>
                  </a:moveTo>
                  <a:lnTo>
                    <a:pt x="1877453" y="0"/>
                  </a:lnTo>
                  <a:lnTo>
                    <a:pt x="4423804" y="0"/>
                  </a:lnTo>
                  <a:lnTo>
                    <a:pt x="4423804" y="6857999"/>
                  </a:lnTo>
                  <a:lnTo>
                    <a:pt x="3985654" y="6857999"/>
                  </a:lnTo>
                  <a:lnTo>
                    <a:pt x="3985654" y="457200"/>
                  </a:lnTo>
                  <a:lnTo>
                    <a:pt x="0" y="457200"/>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2" name="Freeform: Shape 11">
              <a:extLst>
                <a:ext uri="{FF2B5EF4-FFF2-40B4-BE49-F238E27FC236}">
                  <a16:creationId xmlns:a16="http://schemas.microsoft.com/office/drawing/2014/main" id="{0973BE83-60E0-448D-902D-6F0F1B7C3992}"/>
                </a:ext>
              </a:extLst>
            </p:cNvPr>
            <p:cNvSpPr/>
            <p:nvPr/>
          </p:nvSpPr>
          <p:spPr>
            <a:xfrm>
              <a:off x="8645128" y="-7294"/>
              <a:ext cx="3546872" cy="4119818"/>
            </a:xfrm>
            <a:custGeom>
              <a:avLst/>
              <a:gdLst>
                <a:gd name="connsiteX0" fmla="*/ 1456356 w 3546872"/>
                <a:gd name="connsiteY0" fmla="*/ 0 h 4119818"/>
                <a:gd name="connsiteX1" fmla="*/ 3546872 w 3546872"/>
                <a:gd name="connsiteY1" fmla="*/ 0 h 4119818"/>
                <a:gd name="connsiteX2" fmla="*/ 3546872 w 3546872"/>
                <a:gd name="connsiteY2" fmla="*/ 3259900 h 4119818"/>
                <a:gd name="connsiteX3" fmla="*/ 3108722 w 3546872"/>
                <a:gd name="connsiteY3" fmla="*/ 4119818 h 4119818"/>
                <a:gd name="connsiteX4" fmla="*/ 3108722 w 3546872"/>
                <a:gd name="connsiteY4" fmla="*/ 464494 h 4119818"/>
                <a:gd name="connsiteX5" fmla="*/ 3108721 w 3546872"/>
                <a:gd name="connsiteY5" fmla="*/ 464494 h 4119818"/>
                <a:gd name="connsiteX6" fmla="*/ 2785991 w 3546872"/>
                <a:gd name="connsiteY6" fmla="*/ 464494 h 4119818"/>
                <a:gd name="connsiteX7" fmla="*/ 2103879 w 3546872"/>
                <a:gd name="connsiteY7" fmla="*/ 464494 h 4119818"/>
                <a:gd name="connsiteX8" fmla="*/ 1854385 w 3546872"/>
                <a:gd name="connsiteY8" fmla="*/ 464494 h 4119818"/>
                <a:gd name="connsiteX9" fmla="*/ 1219685 w 3546872"/>
                <a:gd name="connsiteY9" fmla="*/ 464494 h 4119818"/>
                <a:gd name="connsiteX10" fmla="*/ 0 w 3546872"/>
                <a:gd name="connsiteY10" fmla="*/ 464494 h 4119818"/>
                <a:gd name="connsiteX11" fmla="*/ 232955 w 3546872"/>
                <a:gd name="connsiteY11" fmla="*/ 7294 h 4119818"/>
                <a:gd name="connsiteX12" fmla="*/ 1452640 w 3546872"/>
                <a:gd name="connsiteY12" fmla="*/ 7294 h 41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6872" h="4119818">
                  <a:moveTo>
                    <a:pt x="1456356" y="0"/>
                  </a:moveTo>
                  <a:lnTo>
                    <a:pt x="3546872" y="0"/>
                  </a:lnTo>
                  <a:lnTo>
                    <a:pt x="3546872" y="3259900"/>
                  </a:lnTo>
                  <a:lnTo>
                    <a:pt x="3108722" y="4119818"/>
                  </a:lnTo>
                  <a:lnTo>
                    <a:pt x="3108722" y="464494"/>
                  </a:lnTo>
                  <a:lnTo>
                    <a:pt x="3108721" y="464494"/>
                  </a:lnTo>
                  <a:lnTo>
                    <a:pt x="2785991" y="464494"/>
                  </a:lnTo>
                  <a:lnTo>
                    <a:pt x="2103879" y="464494"/>
                  </a:lnTo>
                  <a:lnTo>
                    <a:pt x="1854385" y="464494"/>
                  </a:lnTo>
                  <a:lnTo>
                    <a:pt x="1219685" y="464494"/>
                  </a:lnTo>
                  <a:lnTo>
                    <a:pt x="0" y="464494"/>
                  </a:lnTo>
                  <a:lnTo>
                    <a:pt x="232955" y="7294"/>
                  </a:lnTo>
                  <a:lnTo>
                    <a:pt x="1452640" y="7294"/>
                  </a:lnTo>
                  <a:close/>
                </a:path>
              </a:pathLst>
            </a:cu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2" name="Title 1">
            <a:extLst>
              <a:ext uri="{FF2B5EF4-FFF2-40B4-BE49-F238E27FC236}">
                <a16:creationId xmlns:a16="http://schemas.microsoft.com/office/drawing/2014/main" id="{765971D4-93CC-4765-A3F6-FF90E08AE6F0}"/>
              </a:ext>
            </a:extLst>
          </p:cNvPr>
          <p:cNvSpPr>
            <a:spLocks noGrp="1"/>
          </p:cNvSpPr>
          <p:nvPr>
            <p:ph type="title"/>
          </p:nvPr>
        </p:nvSpPr>
        <p:spPr>
          <a:xfrm>
            <a:off x="457200" y="822960"/>
            <a:ext cx="3448924" cy="1334532"/>
          </a:xfrm>
        </p:spPr>
        <p:txBody>
          <a:bodyPr anchor="t"/>
          <a:lstStyle/>
          <a:p>
            <a:r>
              <a:rPr lang="en-US"/>
              <a:t>Click to edit Master title style</a:t>
            </a:r>
            <a:endParaRPr/>
          </a:p>
        </p:txBody>
      </p:sp>
      <p:sp>
        <p:nvSpPr>
          <p:cNvPr id="9" name="superhead">
            <a:extLst>
              <a:ext uri="{FF2B5EF4-FFF2-40B4-BE49-F238E27FC236}">
                <a16:creationId xmlns:a16="http://schemas.microsoft.com/office/drawing/2014/main" id="{594A7841-547E-416F-A1B9-A1DE671DF100}"/>
              </a:ext>
            </a:extLst>
          </p:cNvPr>
          <p:cNvSpPr>
            <a:spLocks noGrp="1"/>
          </p:cNvSpPr>
          <p:nvPr>
            <p:ph type="body" sz="quarter" idx="15"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8" name="subtitle">
            <a:extLst>
              <a:ext uri="{FF2B5EF4-FFF2-40B4-BE49-F238E27FC236}">
                <a16:creationId xmlns:a16="http://schemas.microsoft.com/office/drawing/2014/main" id="{DFA21477-71FB-4AE7-B2EA-760C5B3CFA9C}"/>
              </a:ext>
            </a:extLst>
          </p:cNvPr>
          <p:cNvSpPr>
            <a:spLocks noGrp="1"/>
          </p:cNvSpPr>
          <p:nvPr>
            <p:ph type="body" sz="quarter" idx="14" hasCustomPrompt="1"/>
          </p:nvPr>
        </p:nvSpPr>
        <p:spPr>
          <a:xfrm>
            <a:off x="457200" y="2304288"/>
            <a:ext cx="3448924" cy="651782"/>
          </a:xfrm>
        </p:spPr>
        <p:txBody>
          <a:bodyPr/>
          <a:lstStyle>
            <a:lvl1pPr marL="0" indent="0">
              <a:spcBef>
                <a:spcPts val="0"/>
              </a:spcBef>
              <a:buNone/>
              <a:defRPr sz="2000">
                <a:solidFill>
                  <a:schemeClr val="accent2"/>
                </a:solidFill>
              </a:defRPr>
            </a:lvl1pPr>
            <a:lvl2pPr marL="0" indent="0">
              <a:spcBef>
                <a:spcPts val="0"/>
              </a:spcBef>
              <a:buNone/>
              <a:defRPr sz="2000">
                <a:solidFill>
                  <a:schemeClr val="accent2"/>
                </a:solidFill>
              </a:defRPr>
            </a:lvl2pPr>
            <a:lvl3pPr marL="0" indent="0">
              <a:spcBef>
                <a:spcPts val="0"/>
              </a:spcBef>
              <a:buNone/>
              <a:defRPr sz="2000">
                <a:solidFill>
                  <a:schemeClr val="accent2"/>
                </a:solidFill>
              </a:defRPr>
            </a:lvl3pPr>
            <a:lvl4pPr marL="0" indent="0">
              <a:spcBef>
                <a:spcPts val="0"/>
              </a:spcBef>
              <a:buNone/>
              <a:defRPr sz="2000">
                <a:solidFill>
                  <a:schemeClr val="accent2"/>
                </a:solidFill>
              </a:defRPr>
            </a:lvl4pPr>
            <a:lvl5pPr marL="0" indent="0">
              <a:spcBef>
                <a:spcPts val="0"/>
              </a:spcBef>
              <a:buNone/>
              <a:defRPr sz="2000">
                <a:solidFill>
                  <a:schemeClr val="accent2"/>
                </a:solidFill>
              </a:defRPr>
            </a:lvl5pPr>
            <a:lvl6pPr marL="0" indent="0">
              <a:spcBef>
                <a:spcPts val="0"/>
              </a:spcBef>
              <a:buNone/>
              <a:defRPr sz="2000">
                <a:solidFill>
                  <a:schemeClr val="accent2"/>
                </a:solidFill>
              </a:defRPr>
            </a:lvl6pPr>
            <a:lvl7pPr marL="0" indent="0">
              <a:spcBef>
                <a:spcPts val="0"/>
              </a:spcBef>
              <a:buNone/>
              <a:defRPr sz="2000">
                <a:solidFill>
                  <a:schemeClr val="accent2"/>
                </a:solidFill>
              </a:defRPr>
            </a:lvl7pPr>
            <a:lvl8pPr marL="0" indent="0">
              <a:spcBef>
                <a:spcPts val="0"/>
              </a:spcBef>
              <a:buNone/>
              <a:defRPr sz="2000">
                <a:solidFill>
                  <a:schemeClr val="accent2"/>
                </a:solidFill>
              </a:defRPr>
            </a:lvl8pPr>
            <a:lvl9pPr marL="0" indent="0">
              <a:spcBef>
                <a:spcPts val="0"/>
              </a:spcBef>
              <a:buNone/>
              <a:defRPr sz="2000">
                <a:solidFill>
                  <a:schemeClr val="accent2"/>
                </a:solidFill>
              </a:defRPr>
            </a:lvl9pPr>
          </a:lstStyle>
          <a:p>
            <a:pPr lvl="0"/>
            <a:r>
              <a:t>Optional key takeaway</a:t>
            </a:r>
          </a:p>
        </p:txBody>
      </p:sp>
      <p:sp>
        <p:nvSpPr>
          <p:cNvPr id="7" name="Content Placeholder 6">
            <a:extLst>
              <a:ext uri="{FF2B5EF4-FFF2-40B4-BE49-F238E27FC236}">
                <a16:creationId xmlns:a16="http://schemas.microsoft.com/office/drawing/2014/main" id="{1B731BA0-20F9-4E83-9CC9-4E0D3DB7DD14}"/>
              </a:ext>
            </a:extLst>
          </p:cNvPr>
          <p:cNvSpPr>
            <a:spLocks noGrp="1"/>
          </p:cNvSpPr>
          <p:nvPr>
            <p:ph sz="quarter" idx="13" hasCustomPrompt="1"/>
          </p:nvPr>
        </p:nvSpPr>
        <p:spPr>
          <a:xfrm>
            <a:off x="4191000" y="886124"/>
            <a:ext cx="7277100" cy="5286076"/>
          </a:xfrm>
        </p:spPr>
        <p:txBody>
          <a:body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3" name="Date Placeholder 2">
            <a:extLst>
              <a:ext uri="{FF2B5EF4-FFF2-40B4-BE49-F238E27FC236}">
                <a16:creationId xmlns:a16="http://schemas.microsoft.com/office/drawing/2014/main" id="{5D71E8CF-EDCB-4345-9D93-489BBE53557D}"/>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7F28F700-71D8-477E-858A-32CBCA6F03CD}"/>
              </a:ext>
            </a:extLst>
          </p:cNvPr>
          <p:cNvSpPr>
            <a:spLocks noGrp="1"/>
          </p:cNvSpPr>
          <p:nvPr>
            <p:ph type="ftr" sz="quarter" idx="11"/>
          </p:nvPr>
        </p:nvSpPr>
        <p:spPr/>
        <p:txBody>
          <a:bodyPr/>
          <a:lstStyle/>
          <a:p>
            <a:r>
              <a:rPr dirty="0">
                <a:solidFill>
                  <a:schemeClr val="bg1">
                    <a:lumMod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C3A41846-6A70-4838-983B-B4E16FFAEE38}"/>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82787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552">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Light Blank">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3C095DC-C9FE-493B-94E7-59890688A61A}"/>
              </a:ext>
            </a:extLst>
          </p:cNvPr>
          <p:cNvGrpSpPr/>
          <p:nvPr/>
        </p:nvGrpSpPr>
        <p:grpSpPr>
          <a:xfrm>
            <a:off x="7768196" y="-7294"/>
            <a:ext cx="4423804" cy="6865293"/>
            <a:chOff x="7768196" y="-7294"/>
            <a:chExt cx="4423804" cy="6865293"/>
          </a:xfrm>
        </p:grpSpPr>
        <p:sp>
          <p:nvSpPr>
            <p:cNvPr id="6" name="Freeform: Shape 5">
              <a:extLst>
                <a:ext uri="{FF2B5EF4-FFF2-40B4-BE49-F238E27FC236}">
                  <a16:creationId xmlns:a16="http://schemas.microsoft.com/office/drawing/2014/main" id="{1F2CA622-146E-4D96-AE56-0F5C63356C21}"/>
                </a:ext>
              </a:extLst>
            </p:cNvPr>
            <p:cNvSpPr/>
            <p:nvPr/>
          </p:nvSpPr>
          <p:spPr>
            <a:xfrm>
              <a:off x="7768196" y="0"/>
              <a:ext cx="4423804" cy="6857999"/>
            </a:xfrm>
            <a:custGeom>
              <a:avLst/>
              <a:gdLst>
                <a:gd name="connsiteX0" fmla="*/ 232955 w 4423804"/>
                <a:gd name="connsiteY0" fmla="*/ 0 h 6857999"/>
                <a:gd name="connsiteX1" fmla="*/ 1877453 w 4423804"/>
                <a:gd name="connsiteY1" fmla="*/ 0 h 6857999"/>
                <a:gd name="connsiteX2" fmla="*/ 4423804 w 4423804"/>
                <a:gd name="connsiteY2" fmla="*/ 0 h 6857999"/>
                <a:gd name="connsiteX3" fmla="*/ 4423804 w 4423804"/>
                <a:gd name="connsiteY3" fmla="*/ 6857999 h 6857999"/>
                <a:gd name="connsiteX4" fmla="*/ 3985654 w 4423804"/>
                <a:gd name="connsiteY4" fmla="*/ 6857999 h 6857999"/>
                <a:gd name="connsiteX5" fmla="*/ 3985654 w 4423804"/>
                <a:gd name="connsiteY5" fmla="*/ 457200 h 6857999"/>
                <a:gd name="connsiteX6" fmla="*/ 0 w 4423804"/>
                <a:gd name="connsiteY6" fmla="*/ 4572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3804" h="6857999">
                  <a:moveTo>
                    <a:pt x="232955" y="0"/>
                  </a:moveTo>
                  <a:lnTo>
                    <a:pt x="1877453" y="0"/>
                  </a:lnTo>
                  <a:lnTo>
                    <a:pt x="4423804" y="0"/>
                  </a:lnTo>
                  <a:lnTo>
                    <a:pt x="4423804" y="6857999"/>
                  </a:lnTo>
                  <a:lnTo>
                    <a:pt x="3985654" y="6857999"/>
                  </a:lnTo>
                  <a:lnTo>
                    <a:pt x="3985654" y="457200"/>
                  </a:lnTo>
                  <a:lnTo>
                    <a:pt x="0" y="457200"/>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8" name="Freeform: Shape 7">
              <a:extLst>
                <a:ext uri="{FF2B5EF4-FFF2-40B4-BE49-F238E27FC236}">
                  <a16:creationId xmlns:a16="http://schemas.microsoft.com/office/drawing/2014/main" id="{36E4485C-35A0-4B0C-8B9D-A40F0F2E97F6}"/>
                </a:ext>
              </a:extLst>
            </p:cNvPr>
            <p:cNvSpPr/>
            <p:nvPr/>
          </p:nvSpPr>
          <p:spPr>
            <a:xfrm>
              <a:off x="8645128" y="-7294"/>
              <a:ext cx="3546872" cy="4119818"/>
            </a:xfrm>
            <a:custGeom>
              <a:avLst/>
              <a:gdLst>
                <a:gd name="connsiteX0" fmla="*/ 1456356 w 3546872"/>
                <a:gd name="connsiteY0" fmla="*/ 0 h 4119818"/>
                <a:gd name="connsiteX1" fmla="*/ 3546872 w 3546872"/>
                <a:gd name="connsiteY1" fmla="*/ 0 h 4119818"/>
                <a:gd name="connsiteX2" fmla="*/ 3546872 w 3546872"/>
                <a:gd name="connsiteY2" fmla="*/ 3259900 h 4119818"/>
                <a:gd name="connsiteX3" fmla="*/ 3108722 w 3546872"/>
                <a:gd name="connsiteY3" fmla="*/ 4119818 h 4119818"/>
                <a:gd name="connsiteX4" fmla="*/ 3108722 w 3546872"/>
                <a:gd name="connsiteY4" fmla="*/ 464494 h 4119818"/>
                <a:gd name="connsiteX5" fmla="*/ 3108721 w 3546872"/>
                <a:gd name="connsiteY5" fmla="*/ 464494 h 4119818"/>
                <a:gd name="connsiteX6" fmla="*/ 2785991 w 3546872"/>
                <a:gd name="connsiteY6" fmla="*/ 464494 h 4119818"/>
                <a:gd name="connsiteX7" fmla="*/ 2103879 w 3546872"/>
                <a:gd name="connsiteY7" fmla="*/ 464494 h 4119818"/>
                <a:gd name="connsiteX8" fmla="*/ 1854385 w 3546872"/>
                <a:gd name="connsiteY8" fmla="*/ 464494 h 4119818"/>
                <a:gd name="connsiteX9" fmla="*/ 1219685 w 3546872"/>
                <a:gd name="connsiteY9" fmla="*/ 464494 h 4119818"/>
                <a:gd name="connsiteX10" fmla="*/ 0 w 3546872"/>
                <a:gd name="connsiteY10" fmla="*/ 464494 h 4119818"/>
                <a:gd name="connsiteX11" fmla="*/ 232955 w 3546872"/>
                <a:gd name="connsiteY11" fmla="*/ 7294 h 4119818"/>
                <a:gd name="connsiteX12" fmla="*/ 1452640 w 3546872"/>
                <a:gd name="connsiteY12" fmla="*/ 7294 h 41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6872" h="4119818">
                  <a:moveTo>
                    <a:pt x="1456356" y="0"/>
                  </a:moveTo>
                  <a:lnTo>
                    <a:pt x="3546872" y="0"/>
                  </a:lnTo>
                  <a:lnTo>
                    <a:pt x="3546872" y="3259900"/>
                  </a:lnTo>
                  <a:lnTo>
                    <a:pt x="3108722" y="4119818"/>
                  </a:lnTo>
                  <a:lnTo>
                    <a:pt x="3108722" y="464494"/>
                  </a:lnTo>
                  <a:lnTo>
                    <a:pt x="3108721" y="464494"/>
                  </a:lnTo>
                  <a:lnTo>
                    <a:pt x="2785991" y="464494"/>
                  </a:lnTo>
                  <a:lnTo>
                    <a:pt x="2103879" y="464494"/>
                  </a:lnTo>
                  <a:lnTo>
                    <a:pt x="1854385" y="464494"/>
                  </a:lnTo>
                  <a:lnTo>
                    <a:pt x="1219685" y="464494"/>
                  </a:lnTo>
                  <a:lnTo>
                    <a:pt x="0" y="464494"/>
                  </a:lnTo>
                  <a:lnTo>
                    <a:pt x="232955" y="7294"/>
                  </a:lnTo>
                  <a:lnTo>
                    <a:pt x="1452640" y="7294"/>
                  </a:lnTo>
                  <a:close/>
                </a:path>
              </a:pathLst>
            </a:cu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2" name="Date Placeholder 1">
            <a:extLst>
              <a:ext uri="{FF2B5EF4-FFF2-40B4-BE49-F238E27FC236}">
                <a16:creationId xmlns:a16="http://schemas.microsoft.com/office/drawing/2014/main" id="{806A9040-0A79-4105-BAD8-3123080EBC4D}"/>
              </a:ext>
            </a:extLst>
          </p:cNvPr>
          <p:cNvSpPr>
            <a:spLocks noGrp="1"/>
          </p:cNvSpPr>
          <p:nvPr>
            <p:ph type="dt" sz="half" idx="10"/>
          </p:nvPr>
        </p:nvSpPr>
        <p:spPr/>
        <p:txBody>
          <a:bodyPr/>
          <a:lstStyle/>
          <a:p>
            <a:endParaRPr dirty="0"/>
          </a:p>
        </p:txBody>
      </p:sp>
      <p:sp>
        <p:nvSpPr>
          <p:cNvPr id="3" name="Footer Placeholder 2">
            <a:extLst>
              <a:ext uri="{FF2B5EF4-FFF2-40B4-BE49-F238E27FC236}">
                <a16:creationId xmlns:a16="http://schemas.microsoft.com/office/drawing/2014/main" id="{C94CA3ED-3294-4DFC-BC5D-1482AE2FE5F0}"/>
              </a:ext>
            </a:extLst>
          </p:cNvPr>
          <p:cNvSpPr>
            <a:spLocks noGrp="1"/>
          </p:cNvSpPr>
          <p:nvPr>
            <p:ph type="ftr" sz="quarter" idx="11"/>
          </p:nvPr>
        </p:nvSpPr>
        <p:spPr/>
        <p:txBody>
          <a:bodyPr/>
          <a:lstStyle/>
          <a:p>
            <a:r>
              <a:rPr dirty="0"/>
              <a:t>Confidential. For Ascensus internal purposes only. Not intended for use with or distribution to clients or the public.</a:t>
            </a:r>
          </a:p>
        </p:txBody>
      </p:sp>
      <p:sp>
        <p:nvSpPr>
          <p:cNvPr id="4" name="Slide Number Placeholder 3">
            <a:extLst>
              <a:ext uri="{FF2B5EF4-FFF2-40B4-BE49-F238E27FC236}">
                <a16:creationId xmlns:a16="http://schemas.microsoft.com/office/drawing/2014/main" id="{EF38A37F-D6BE-4BD6-8886-01BCC4A06B96}"/>
              </a:ext>
            </a:extLst>
          </p:cNvPr>
          <p:cNvSpPr>
            <a:spLocks noGrp="1"/>
          </p:cNvSpPr>
          <p:nvPr>
            <p:ph type="sldNum" sz="quarter" idx="12"/>
          </p:nvPr>
        </p:nvSpPr>
        <p:spPr/>
        <p:txBody>
          <a:bodyPr/>
          <a:lstStyle/>
          <a:p>
            <a:fld id="{8A05B047-7786-42C0-A2BF-6DB1A4525D42}" type="slidenum">
              <a:rPr/>
              <a:t>‹#›</a:t>
            </a:fld>
            <a:endParaRPr dirty="0"/>
          </a:p>
        </p:txBody>
      </p:sp>
    </p:spTree>
    <p:extLst>
      <p:ext uri="{BB962C8B-B14F-4D97-AF65-F5344CB8AC3E}">
        <p14:creationId xmlns:p14="http://schemas.microsoft.com/office/powerpoint/2010/main" val="36646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Layouts (organizing slate)">
    <p:bg>
      <p:bgRef idx="1001">
        <a:schemeClr val="bg2"/>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6498C98-2B65-4248-A3C7-A31F80B0CF88}"/>
              </a:ext>
            </a:extLst>
          </p:cNvPr>
          <p:cNvSpPr txBox="1"/>
          <p:nvPr/>
        </p:nvSpPr>
        <p:spPr>
          <a:xfrm>
            <a:off x="323850" y="1659285"/>
            <a:ext cx="11544300" cy="3539430"/>
          </a:xfrm>
          <a:prstGeom prst="rect">
            <a:avLst/>
          </a:prstGeom>
          <a:noFill/>
        </p:spPr>
        <p:txBody>
          <a:bodyPr wrap="square" lIns="0" tIns="0" rIns="0" bIns="0" rtlCol="0">
            <a:spAutoFit/>
          </a:bodyPr>
          <a:lstStyle/>
          <a:p>
            <a:pPr algn="ctr">
              <a:lnSpc>
                <a:spcPct val="100000"/>
              </a:lnSpc>
              <a:spcBef>
                <a:spcPts val="3600"/>
              </a:spcBef>
            </a:pPr>
            <a:r>
              <a:rPr sz="11500" b="1" dirty="0"/>
              <a:t>Title Slide Layouts</a:t>
            </a:r>
            <a:endParaRPr sz="6000" dirty="0"/>
          </a:p>
        </p:txBody>
      </p:sp>
    </p:spTree>
    <p:extLst>
      <p:ext uri="{BB962C8B-B14F-4D97-AF65-F5344CB8AC3E}">
        <p14:creationId xmlns:p14="http://schemas.microsoft.com/office/powerpoint/2010/main" val="36004509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DC313-DF92-4C6F-8138-260ED77651F2}"/>
              </a:ext>
            </a:extLst>
          </p:cNvPr>
          <p:cNvSpPr>
            <a:spLocks noGrp="1"/>
          </p:cNvSpPr>
          <p:nvPr>
            <p:ph type="ctrTitle"/>
          </p:nvPr>
        </p:nvSpPr>
        <p:spPr>
          <a:xfrm>
            <a:off x="5318143" y="2440243"/>
            <a:ext cx="5328979" cy="2191275"/>
          </a:xfrm>
        </p:spPr>
        <p:txBody>
          <a:bodyPr anchor="b"/>
          <a:lstStyle>
            <a:lvl1pPr algn="l">
              <a:lnSpc>
                <a:spcPct val="100000"/>
              </a:lnSpc>
              <a:defRPr sz="4000"/>
            </a:lvl1pPr>
          </a:lstStyle>
          <a:p>
            <a:r>
              <a:rPr lang="en-US"/>
              <a:t>Click to edit Master title style</a:t>
            </a:r>
            <a:endParaRPr/>
          </a:p>
        </p:txBody>
      </p:sp>
      <p:sp>
        <p:nvSpPr>
          <p:cNvPr id="3" name="Subtitle 2">
            <a:extLst>
              <a:ext uri="{FF2B5EF4-FFF2-40B4-BE49-F238E27FC236}">
                <a16:creationId xmlns:a16="http://schemas.microsoft.com/office/drawing/2014/main" id="{2339D62A-034E-4E59-96B0-54FDDBFB9B07}"/>
              </a:ext>
            </a:extLst>
          </p:cNvPr>
          <p:cNvSpPr>
            <a:spLocks noGrp="1"/>
          </p:cNvSpPr>
          <p:nvPr>
            <p:ph type="subTitle" idx="1" hasCustomPrompt="1"/>
          </p:nvPr>
        </p:nvSpPr>
        <p:spPr>
          <a:xfrm>
            <a:off x="5318144" y="4876799"/>
            <a:ext cx="5328978" cy="991275"/>
          </a:xfrm>
        </p:spPr>
        <p:txBody>
          <a:bodyPr/>
          <a:lstStyle>
            <a:lvl1pPr marL="0" indent="0" algn="l">
              <a:lnSpc>
                <a:spcPct val="100000"/>
              </a:lnSpc>
              <a:spcBef>
                <a:spcPts val="0"/>
              </a:spcBef>
              <a:buNone/>
              <a:defRPr sz="18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Presenter name (bold)</a:t>
            </a:r>
            <a:br>
              <a:rPr/>
            </a:br>
            <a:r>
              <a:t>Title, affiliations (not bold)</a:t>
            </a:r>
          </a:p>
        </p:txBody>
      </p:sp>
      <p:grpSp>
        <p:nvGrpSpPr>
          <p:cNvPr id="36" name="Group 35">
            <a:extLst>
              <a:ext uri="{FF2B5EF4-FFF2-40B4-BE49-F238E27FC236}">
                <a16:creationId xmlns:a16="http://schemas.microsoft.com/office/drawing/2014/main" id="{FAAFA910-8C10-4085-824F-71654EB71E0D}"/>
              </a:ext>
            </a:extLst>
          </p:cNvPr>
          <p:cNvGrpSpPr/>
          <p:nvPr/>
        </p:nvGrpSpPr>
        <p:grpSpPr>
          <a:xfrm>
            <a:off x="0" y="0"/>
            <a:ext cx="4778963" cy="6858001"/>
            <a:chOff x="0" y="0"/>
            <a:chExt cx="4778963" cy="6858001"/>
          </a:xfrm>
        </p:grpSpPr>
        <p:sp>
          <p:nvSpPr>
            <p:cNvPr id="37" name="Freeform: Shape 36">
              <a:extLst>
                <a:ext uri="{FF2B5EF4-FFF2-40B4-BE49-F238E27FC236}">
                  <a16:creationId xmlns:a16="http://schemas.microsoft.com/office/drawing/2014/main" id="{CF6DF294-3D07-491A-98BB-04F90C54EEA5}"/>
                </a:ext>
              </a:extLst>
            </p:cNvPr>
            <p:cNvSpPr/>
            <p:nvPr/>
          </p:nvSpPr>
          <p:spPr>
            <a:xfrm>
              <a:off x="0" y="0"/>
              <a:ext cx="2433042" cy="4775116"/>
            </a:xfrm>
            <a:custGeom>
              <a:avLst/>
              <a:gdLst>
                <a:gd name="connsiteX0" fmla="*/ 980950 w 2433042"/>
                <a:gd name="connsiteY0" fmla="*/ 0 h 4775116"/>
                <a:gd name="connsiteX1" fmla="*/ 2433042 w 2433042"/>
                <a:gd name="connsiteY1" fmla="*/ 0 h 4775116"/>
                <a:gd name="connsiteX2" fmla="*/ 0 w 2433042"/>
                <a:gd name="connsiteY2" fmla="*/ 4775116 h 4775116"/>
                <a:gd name="connsiteX3" fmla="*/ 0 w 2433042"/>
                <a:gd name="connsiteY3" fmla="*/ 1925224 h 4775116"/>
              </a:gdLst>
              <a:ahLst/>
              <a:cxnLst>
                <a:cxn ang="0">
                  <a:pos x="connsiteX0" y="connsiteY0"/>
                </a:cxn>
                <a:cxn ang="0">
                  <a:pos x="connsiteX1" y="connsiteY1"/>
                </a:cxn>
                <a:cxn ang="0">
                  <a:pos x="connsiteX2" y="connsiteY2"/>
                </a:cxn>
                <a:cxn ang="0">
                  <a:pos x="connsiteX3" y="connsiteY3"/>
                </a:cxn>
              </a:cxnLst>
              <a:rect l="l" t="t" r="r" b="b"/>
              <a:pathLst>
                <a:path w="2433042" h="4775116">
                  <a:moveTo>
                    <a:pt x="980950" y="0"/>
                  </a:moveTo>
                  <a:lnTo>
                    <a:pt x="2433042" y="0"/>
                  </a:lnTo>
                  <a:lnTo>
                    <a:pt x="0" y="4775116"/>
                  </a:lnTo>
                  <a:lnTo>
                    <a:pt x="0" y="1925224"/>
                  </a:lnTo>
                  <a:close/>
                </a:path>
              </a:pathLst>
            </a:cu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38" name="Rectangle: Diagonal Corners Snipped 37">
              <a:extLst>
                <a:ext uri="{FF2B5EF4-FFF2-40B4-BE49-F238E27FC236}">
                  <a16:creationId xmlns:a16="http://schemas.microsoft.com/office/drawing/2014/main" id="{DEE19587-495F-4313-9886-3C0784FB0D34}"/>
                </a:ext>
              </a:extLst>
            </p:cNvPr>
            <p:cNvSpPr/>
            <p:nvPr/>
          </p:nvSpPr>
          <p:spPr>
            <a:xfrm flipH="1">
              <a:off x="1325037" y="2440243"/>
              <a:ext cx="1168129" cy="2081782"/>
            </a:xfrm>
            <a:prstGeom prst="snip2DiagRect">
              <a:avLst>
                <a:gd name="adj1" fmla="val 0"/>
                <a:gd name="adj2"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2000" dirty="0"/>
            </a:p>
          </p:txBody>
        </p:sp>
        <p:sp>
          <p:nvSpPr>
            <p:cNvPr id="39" name="Freeform: Shape 38">
              <a:extLst>
                <a:ext uri="{FF2B5EF4-FFF2-40B4-BE49-F238E27FC236}">
                  <a16:creationId xmlns:a16="http://schemas.microsoft.com/office/drawing/2014/main" id="{3ACD309A-47F3-44D1-8803-F1D9FAB032A5}"/>
                </a:ext>
              </a:extLst>
            </p:cNvPr>
            <p:cNvSpPr/>
            <p:nvPr/>
          </p:nvSpPr>
          <p:spPr>
            <a:xfrm>
              <a:off x="0" y="4522027"/>
              <a:ext cx="2168904" cy="2335973"/>
            </a:xfrm>
            <a:custGeom>
              <a:avLst/>
              <a:gdLst>
                <a:gd name="connsiteX0" fmla="*/ 523212 w 2168904"/>
                <a:gd name="connsiteY0" fmla="*/ 0 h 2335973"/>
                <a:gd name="connsiteX1" fmla="*/ 2168904 w 2168904"/>
                <a:gd name="connsiteY1" fmla="*/ 0 h 2335973"/>
                <a:gd name="connsiteX2" fmla="*/ 973743 w 2168904"/>
                <a:gd name="connsiteY2" fmla="*/ 2335973 h 2335973"/>
                <a:gd name="connsiteX3" fmla="*/ 0 w 2168904"/>
                <a:gd name="connsiteY3" fmla="*/ 2335973 h 2335973"/>
                <a:gd name="connsiteX4" fmla="*/ 0 w 2168904"/>
                <a:gd name="connsiteY4" fmla="*/ 1026861 h 2335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8904" h="2335973">
                  <a:moveTo>
                    <a:pt x="523212" y="0"/>
                  </a:moveTo>
                  <a:lnTo>
                    <a:pt x="2168904" y="0"/>
                  </a:lnTo>
                  <a:lnTo>
                    <a:pt x="973743" y="2335973"/>
                  </a:lnTo>
                  <a:lnTo>
                    <a:pt x="0" y="2335973"/>
                  </a:lnTo>
                  <a:lnTo>
                    <a:pt x="0" y="1026861"/>
                  </a:lnTo>
                  <a:close/>
                </a:path>
              </a:pathLst>
            </a:custGeom>
            <a:gradFill flip="none" rotWithShape="1">
              <a:gsLst>
                <a:gs pos="0">
                  <a:srgbClr val="E6E6E6">
                    <a:lumMod val="84000"/>
                    <a:lumOff val="16000"/>
                  </a:srgbClr>
                </a:gs>
                <a:gs pos="100000">
                  <a:srgbClr val="E6E6E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0" name="Freeform: Shape 39">
              <a:extLst>
                <a:ext uri="{FF2B5EF4-FFF2-40B4-BE49-F238E27FC236}">
                  <a16:creationId xmlns:a16="http://schemas.microsoft.com/office/drawing/2014/main" id="{2379AF35-4358-4B82-93B8-82504BCC38B9}"/>
                </a:ext>
              </a:extLst>
            </p:cNvPr>
            <p:cNvSpPr/>
            <p:nvPr/>
          </p:nvSpPr>
          <p:spPr>
            <a:xfrm>
              <a:off x="523212" y="2440243"/>
              <a:ext cx="1969954" cy="2081784"/>
            </a:xfrm>
            <a:custGeom>
              <a:avLst/>
              <a:gdLst>
                <a:gd name="connsiteX0" fmla="*/ 1060722 w 1969954"/>
                <a:gd name="connsiteY0" fmla="*/ 0 h 2081784"/>
                <a:gd name="connsiteX1" fmla="*/ 1969954 w 1969954"/>
                <a:gd name="connsiteY1" fmla="*/ 0 h 2081784"/>
                <a:gd name="connsiteX2" fmla="*/ 909233 w 1969954"/>
                <a:gd name="connsiteY2" fmla="*/ 2081784 h 2081784"/>
                <a:gd name="connsiteX3" fmla="*/ 0 w 1969954"/>
                <a:gd name="connsiteY3" fmla="*/ 2081784 h 2081784"/>
              </a:gdLst>
              <a:ahLst/>
              <a:cxnLst>
                <a:cxn ang="0">
                  <a:pos x="connsiteX0" y="connsiteY0"/>
                </a:cxn>
                <a:cxn ang="0">
                  <a:pos x="connsiteX1" y="connsiteY1"/>
                </a:cxn>
                <a:cxn ang="0">
                  <a:pos x="connsiteX2" y="connsiteY2"/>
                </a:cxn>
                <a:cxn ang="0">
                  <a:pos x="connsiteX3" y="connsiteY3"/>
                </a:cxn>
              </a:cxnLst>
              <a:rect l="l" t="t" r="r" b="b"/>
              <a:pathLst>
                <a:path w="1969954" h="2081784">
                  <a:moveTo>
                    <a:pt x="1060722" y="0"/>
                  </a:moveTo>
                  <a:lnTo>
                    <a:pt x="1969954" y="0"/>
                  </a:lnTo>
                  <a:lnTo>
                    <a:pt x="909233" y="2081784"/>
                  </a:lnTo>
                  <a:lnTo>
                    <a:pt x="0" y="2081784"/>
                  </a:lnTo>
                  <a:close/>
                </a:path>
              </a:pathLst>
            </a:custGeom>
            <a:solidFill>
              <a:srgbClr val="026B8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1" name="Freeform: Shape 40">
              <a:extLst>
                <a:ext uri="{FF2B5EF4-FFF2-40B4-BE49-F238E27FC236}">
                  <a16:creationId xmlns:a16="http://schemas.microsoft.com/office/drawing/2014/main" id="{392F5C99-74BE-49EE-B589-FA033319F267}"/>
                </a:ext>
              </a:extLst>
            </p:cNvPr>
            <p:cNvSpPr/>
            <p:nvPr/>
          </p:nvSpPr>
          <p:spPr>
            <a:xfrm>
              <a:off x="1407330" y="2440243"/>
              <a:ext cx="2031037" cy="2124713"/>
            </a:xfrm>
            <a:custGeom>
              <a:avLst/>
              <a:gdLst>
                <a:gd name="connsiteX0" fmla="*/ 1082595 w 2031037"/>
                <a:gd name="connsiteY0" fmla="*/ 0 h 2124713"/>
                <a:gd name="connsiteX1" fmla="*/ 2031037 w 2031037"/>
                <a:gd name="connsiteY1" fmla="*/ 0 h 2124713"/>
                <a:gd name="connsiteX2" fmla="*/ 948443 w 2031037"/>
                <a:gd name="connsiteY2" fmla="*/ 2124713 h 2124713"/>
                <a:gd name="connsiteX3" fmla="*/ 0 w 2031037"/>
                <a:gd name="connsiteY3" fmla="*/ 2124713 h 2124713"/>
              </a:gdLst>
              <a:ahLst/>
              <a:cxnLst>
                <a:cxn ang="0">
                  <a:pos x="connsiteX0" y="connsiteY0"/>
                </a:cxn>
                <a:cxn ang="0">
                  <a:pos x="connsiteX1" y="connsiteY1"/>
                </a:cxn>
                <a:cxn ang="0">
                  <a:pos x="connsiteX2" y="connsiteY2"/>
                </a:cxn>
                <a:cxn ang="0">
                  <a:pos x="connsiteX3" y="connsiteY3"/>
                </a:cxn>
              </a:cxnLst>
              <a:rect l="l" t="t" r="r" b="b"/>
              <a:pathLst>
                <a:path w="2031037" h="2124713">
                  <a:moveTo>
                    <a:pt x="1082595" y="0"/>
                  </a:moveTo>
                  <a:lnTo>
                    <a:pt x="2031037" y="0"/>
                  </a:lnTo>
                  <a:lnTo>
                    <a:pt x="948443" y="2124713"/>
                  </a:lnTo>
                  <a:lnTo>
                    <a:pt x="0" y="2124713"/>
                  </a:lnTo>
                  <a:close/>
                </a:path>
              </a:pathLst>
            </a:custGeom>
            <a:gradFill flip="none" rotWithShape="1">
              <a:gsLst>
                <a:gs pos="0">
                  <a:srgbClr val="05A2C6"/>
                </a:gs>
                <a:gs pos="100000">
                  <a:srgbClr val="00A88C"/>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2" name="Freeform: Shape 41">
              <a:extLst>
                <a:ext uri="{FF2B5EF4-FFF2-40B4-BE49-F238E27FC236}">
                  <a16:creationId xmlns:a16="http://schemas.microsoft.com/office/drawing/2014/main" id="{604B177C-6E0F-459F-B2C1-074A0D9B45CA}"/>
                </a:ext>
              </a:extLst>
            </p:cNvPr>
            <p:cNvSpPr/>
            <p:nvPr/>
          </p:nvSpPr>
          <p:spPr>
            <a:xfrm>
              <a:off x="117628" y="4522026"/>
              <a:ext cx="2253871" cy="2335974"/>
            </a:xfrm>
            <a:custGeom>
              <a:avLst/>
              <a:gdLst>
                <a:gd name="connsiteX0" fmla="*/ 1306812 w 2253871"/>
                <a:gd name="connsiteY0" fmla="*/ 0 h 2335974"/>
                <a:gd name="connsiteX1" fmla="*/ 2253871 w 2253871"/>
                <a:gd name="connsiteY1" fmla="*/ 0 h 2335974"/>
                <a:gd name="connsiteX2" fmla="*/ 1063633 w 2253871"/>
                <a:gd name="connsiteY2" fmla="*/ 2335974 h 2335974"/>
                <a:gd name="connsiteX3" fmla="*/ 0 w 2253871"/>
                <a:gd name="connsiteY3" fmla="*/ 2335974 h 2335974"/>
                <a:gd name="connsiteX4" fmla="*/ 1 w 2253871"/>
                <a:gd name="connsiteY4" fmla="*/ 2335973 h 2335974"/>
                <a:gd name="connsiteX5" fmla="*/ 116574 w 2253871"/>
                <a:gd name="connsiteY5" fmla="*/ 2335973 h 233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3871" h="2335974">
                  <a:moveTo>
                    <a:pt x="1306812" y="0"/>
                  </a:moveTo>
                  <a:lnTo>
                    <a:pt x="2253871" y="0"/>
                  </a:lnTo>
                  <a:lnTo>
                    <a:pt x="1063633" y="2335974"/>
                  </a:lnTo>
                  <a:lnTo>
                    <a:pt x="0" y="2335974"/>
                  </a:lnTo>
                  <a:lnTo>
                    <a:pt x="1" y="2335973"/>
                  </a:lnTo>
                  <a:lnTo>
                    <a:pt x="116574" y="2335973"/>
                  </a:lnTo>
                  <a:close/>
                </a:path>
              </a:pathLst>
            </a:custGeom>
            <a:gradFill>
              <a:gsLst>
                <a:gs pos="0">
                  <a:srgbClr val="E6E6E6">
                    <a:lumMod val="95000"/>
                  </a:srgbClr>
                </a:gs>
                <a:gs pos="100000">
                  <a:srgbClr val="E6E6E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3" name="Freeform: Shape 42">
              <a:extLst>
                <a:ext uri="{FF2B5EF4-FFF2-40B4-BE49-F238E27FC236}">
                  <a16:creationId xmlns:a16="http://schemas.microsoft.com/office/drawing/2014/main" id="{559390DC-CBCC-4C6F-9B3A-6A3F7DC82FEF}"/>
                </a:ext>
              </a:extLst>
            </p:cNvPr>
            <p:cNvSpPr/>
            <p:nvPr/>
          </p:nvSpPr>
          <p:spPr>
            <a:xfrm>
              <a:off x="2585" y="0"/>
              <a:ext cx="1703853" cy="3344001"/>
            </a:xfrm>
            <a:custGeom>
              <a:avLst/>
              <a:gdLst>
                <a:gd name="connsiteX0" fmla="*/ 982828 w 1703853"/>
                <a:gd name="connsiteY0" fmla="*/ 0 h 3344001"/>
                <a:gd name="connsiteX1" fmla="*/ 1703853 w 1703853"/>
                <a:gd name="connsiteY1" fmla="*/ 0 h 3344001"/>
                <a:gd name="connsiteX2" fmla="*/ 0 w 1703853"/>
                <a:gd name="connsiteY2" fmla="*/ 3344001 h 3344001"/>
                <a:gd name="connsiteX3" fmla="*/ 0 w 1703853"/>
                <a:gd name="connsiteY3" fmla="*/ 1928909 h 3344001"/>
              </a:gdLst>
              <a:ahLst/>
              <a:cxnLst>
                <a:cxn ang="0">
                  <a:pos x="connsiteX0" y="connsiteY0"/>
                </a:cxn>
                <a:cxn ang="0">
                  <a:pos x="connsiteX1" y="connsiteY1"/>
                </a:cxn>
                <a:cxn ang="0">
                  <a:pos x="connsiteX2" y="connsiteY2"/>
                </a:cxn>
                <a:cxn ang="0">
                  <a:pos x="connsiteX3" y="connsiteY3"/>
                </a:cxn>
              </a:cxnLst>
              <a:rect l="l" t="t" r="r" b="b"/>
              <a:pathLst>
                <a:path w="1703853" h="3344001">
                  <a:moveTo>
                    <a:pt x="982828" y="0"/>
                  </a:moveTo>
                  <a:lnTo>
                    <a:pt x="1703853" y="0"/>
                  </a:lnTo>
                  <a:lnTo>
                    <a:pt x="0" y="3344001"/>
                  </a:lnTo>
                  <a:lnTo>
                    <a:pt x="0" y="1928909"/>
                  </a:lnTo>
                  <a:close/>
                </a:path>
              </a:pathLst>
            </a:custGeom>
            <a:gradFill>
              <a:gsLst>
                <a:gs pos="0">
                  <a:srgbClr val="E6E6E6"/>
                </a:gs>
                <a:gs pos="100000">
                  <a:srgbClr val="E6E6E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nvGrpSpPr>
            <p:cNvPr id="44" name="Group 43">
              <a:extLst>
                <a:ext uri="{FF2B5EF4-FFF2-40B4-BE49-F238E27FC236}">
                  <a16:creationId xmlns:a16="http://schemas.microsoft.com/office/drawing/2014/main" id="{BCA96DA3-F61E-4712-AFC8-E0BCCA46E7A3}"/>
                </a:ext>
              </a:extLst>
            </p:cNvPr>
            <p:cNvGrpSpPr/>
            <p:nvPr/>
          </p:nvGrpSpPr>
          <p:grpSpPr>
            <a:xfrm>
              <a:off x="436012" y="1080585"/>
              <a:ext cx="2750506" cy="1359658"/>
              <a:chOff x="457200" y="2247901"/>
              <a:chExt cx="2335499" cy="1154508"/>
            </a:xfrm>
          </p:grpSpPr>
          <p:sp>
            <p:nvSpPr>
              <p:cNvPr id="47" name="Freeform: Shape 46">
                <a:extLst>
                  <a:ext uri="{FF2B5EF4-FFF2-40B4-BE49-F238E27FC236}">
                    <a16:creationId xmlns:a16="http://schemas.microsoft.com/office/drawing/2014/main" id="{95508204-053D-4890-860D-95F795C93014}"/>
                  </a:ext>
                </a:extLst>
              </p:cNvPr>
              <p:cNvSpPr/>
              <p:nvPr/>
            </p:nvSpPr>
            <p:spPr>
              <a:xfrm>
                <a:off x="457200" y="2247901"/>
                <a:ext cx="1851599" cy="1154508"/>
              </a:xfrm>
              <a:custGeom>
                <a:avLst/>
                <a:gdLst>
                  <a:gd name="connsiteX0" fmla="*/ 740455 w 2330680"/>
                  <a:gd name="connsiteY0" fmla="*/ 0 h 1453225"/>
                  <a:gd name="connsiteX1" fmla="*/ 2330680 w 2330680"/>
                  <a:gd name="connsiteY1" fmla="*/ 0 h 1453225"/>
                  <a:gd name="connsiteX2" fmla="*/ 1590225 w 2330680"/>
                  <a:gd name="connsiteY2" fmla="*/ 1453225 h 1453225"/>
                  <a:gd name="connsiteX3" fmla="*/ 0 w 2330680"/>
                  <a:gd name="connsiteY3" fmla="*/ 1453225 h 1453225"/>
                </a:gdLst>
                <a:ahLst/>
                <a:cxnLst>
                  <a:cxn ang="0">
                    <a:pos x="connsiteX0" y="connsiteY0"/>
                  </a:cxn>
                  <a:cxn ang="0">
                    <a:pos x="connsiteX1" y="connsiteY1"/>
                  </a:cxn>
                  <a:cxn ang="0">
                    <a:pos x="connsiteX2" y="connsiteY2"/>
                  </a:cxn>
                  <a:cxn ang="0">
                    <a:pos x="connsiteX3" y="connsiteY3"/>
                  </a:cxn>
                </a:cxnLst>
                <a:rect l="l" t="t" r="r" b="b"/>
                <a:pathLst>
                  <a:path w="2330680" h="1453225">
                    <a:moveTo>
                      <a:pt x="740455" y="0"/>
                    </a:moveTo>
                    <a:lnTo>
                      <a:pt x="2330680" y="0"/>
                    </a:lnTo>
                    <a:lnTo>
                      <a:pt x="1590225" y="1453225"/>
                    </a:lnTo>
                    <a:lnTo>
                      <a:pt x="0" y="1453225"/>
                    </a:lnTo>
                    <a:close/>
                  </a:path>
                </a:pathLst>
              </a:custGeom>
              <a:solidFill>
                <a:srgbClr val="00A8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8" name="Freeform: Shape 47">
                <a:extLst>
                  <a:ext uri="{FF2B5EF4-FFF2-40B4-BE49-F238E27FC236}">
                    <a16:creationId xmlns:a16="http://schemas.microsoft.com/office/drawing/2014/main" id="{E32FB6C8-195A-497F-8C55-EF082279D92B}"/>
                  </a:ext>
                </a:extLst>
              </p:cNvPr>
              <p:cNvSpPr/>
              <p:nvPr/>
            </p:nvSpPr>
            <p:spPr>
              <a:xfrm>
                <a:off x="941100" y="2247901"/>
                <a:ext cx="1851599" cy="1154508"/>
              </a:xfrm>
              <a:custGeom>
                <a:avLst/>
                <a:gdLst>
                  <a:gd name="connsiteX0" fmla="*/ 740455 w 2330680"/>
                  <a:gd name="connsiteY0" fmla="*/ 0 h 1453225"/>
                  <a:gd name="connsiteX1" fmla="*/ 2330680 w 2330680"/>
                  <a:gd name="connsiteY1" fmla="*/ 0 h 1453225"/>
                  <a:gd name="connsiteX2" fmla="*/ 1590225 w 2330680"/>
                  <a:gd name="connsiteY2" fmla="*/ 1453225 h 1453225"/>
                  <a:gd name="connsiteX3" fmla="*/ 0 w 2330680"/>
                  <a:gd name="connsiteY3" fmla="*/ 1453225 h 1453225"/>
                </a:gdLst>
                <a:ahLst/>
                <a:cxnLst>
                  <a:cxn ang="0">
                    <a:pos x="connsiteX0" y="connsiteY0"/>
                  </a:cxn>
                  <a:cxn ang="0">
                    <a:pos x="connsiteX1" y="connsiteY1"/>
                  </a:cxn>
                  <a:cxn ang="0">
                    <a:pos x="connsiteX2" y="connsiteY2"/>
                  </a:cxn>
                  <a:cxn ang="0">
                    <a:pos x="connsiteX3" y="connsiteY3"/>
                  </a:cxn>
                </a:cxnLst>
                <a:rect l="l" t="t" r="r" b="b"/>
                <a:pathLst>
                  <a:path w="2330680" h="1453225">
                    <a:moveTo>
                      <a:pt x="740455" y="0"/>
                    </a:moveTo>
                    <a:lnTo>
                      <a:pt x="2330680" y="0"/>
                    </a:lnTo>
                    <a:lnTo>
                      <a:pt x="1590225" y="1453225"/>
                    </a:lnTo>
                    <a:lnTo>
                      <a:pt x="0" y="1453225"/>
                    </a:lnTo>
                    <a:close/>
                  </a:path>
                </a:pathLst>
              </a:custGeom>
              <a:solidFill>
                <a:srgbClr val="00A8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45" name="Freeform: Shape 44">
              <a:extLst>
                <a:ext uri="{FF2B5EF4-FFF2-40B4-BE49-F238E27FC236}">
                  <a16:creationId xmlns:a16="http://schemas.microsoft.com/office/drawing/2014/main" id="{024E088F-D3B0-4800-BFFF-903BD63E0652}"/>
                </a:ext>
              </a:extLst>
            </p:cNvPr>
            <p:cNvSpPr/>
            <p:nvPr/>
          </p:nvSpPr>
          <p:spPr>
            <a:xfrm>
              <a:off x="0" y="1080585"/>
              <a:ext cx="1153455" cy="1359658"/>
            </a:xfrm>
            <a:custGeom>
              <a:avLst/>
              <a:gdLst>
                <a:gd name="connsiteX0" fmla="*/ 0 w 1153455"/>
                <a:gd name="connsiteY0" fmla="*/ 0 h 1359658"/>
                <a:gd name="connsiteX1" fmla="*/ 1153455 w 1153455"/>
                <a:gd name="connsiteY1" fmla="*/ 0 h 1359658"/>
                <a:gd name="connsiteX2" fmla="*/ 460674 w 1153455"/>
                <a:gd name="connsiteY2" fmla="*/ 1359658 h 1359658"/>
                <a:gd name="connsiteX3" fmla="*/ 0 w 1153455"/>
                <a:gd name="connsiteY3" fmla="*/ 1359658 h 1359658"/>
              </a:gdLst>
              <a:ahLst/>
              <a:cxnLst>
                <a:cxn ang="0">
                  <a:pos x="connsiteX0" y="connsiteY0"/>
                </a:cxn>
                <a:cxn ang="0">
                  <a:pos x="connsiteX1" y="connsiteY1"/>
                </a:cxn>
                <a:cxn ang="0">
                  <a:pos x="connsiteX2" y="connsiteY2"/>
                </a:cxn>
                <a:cxn ang="0">
                  <a:pos x="connsiteX3" y="connsiteY3"/>
                </a:cxn>
              </a:cxnLst>
              <a:rect l="l" t="t" r="r" b="b"/>
              <a:pathLst>
                <a:path w="1153455" h="1359658">
                  <a:moveTo>
                    <a:pt x="0" y="0"/>
                  </a:moveTo>
                  <a:lnTo>
                    <a:pt x="1153455" y="0"/>
                  </a:lnTo>
                  <a:lnTo>
                    <a:pt x="460674" y="1359658"/>
                  </a:lnTo>
                  <a:lnTo>
                    <a:pt x="0" y="1359658"/>
                  </a:lnTo>
                  <a:close/>
                </a:path>
              </a:pathLst>
            </a:custGeom>
            <a:solidFill>
              <a:srgbClr val="026B8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6" name="Freeform: Shape 45">
              <a:extLst>
                <a:ext uri="{FF2B5EF4-FFF2-40B4-BE49-F238E27FC236}">
                  <a16:creationId xmlns:a16="http://schemas.microsoft.com/office/drawing/2014/main" id="{363894ED-6B81-4EC1-9925-76D332643163}"/>
                </a:ext>
              </a:extLst>
            </p:cNvPr>
            <p:cNvSpPr/>
            <p:nvPr/>
          </p:nvSpPr>
          <p:spPr>
            <a:xfrm>
              <a:off x="1163192" y="1080586"/>
              <a:ext cx="3615771" cy="5777415"/>
            </a:xfrm>
            <a:custGeom>
              <a:avLst/>
              <a:gdLst>
                <a:gd name="connsiteX0" fmla="*/ 2943740 w 3615771"/>
                <a:gd name="connsiteY0" fmla="*/ 0 h 5777415"/>
                <a:gd name="connsiteX1" fmla="*/ 3615771 w 3615771"/>
                <a:gd name="connsiteY1" fmla="*/ 0 h 5777415"/>
                <a:gd name="connsiteX2" fmla="*/ 672031 w 3615771"/>
                <a:gd name="connsiteY2" fmla="*/ 5777415 h 5777415"/>
                <a:gd name="connsiteX3" fmla="*/ 0 w 3615771"/>
                <a:gd name="connsiteY3" fmla="*/ 5777415 h 5777415"/>
              </a:gdLst>
              <a:ahLst/>
              <a:cxnLst>
                <a:cxn ang="0">
                  <a:pos x="connsiteX0" y="connsiteY0"/>
                </a:cxn>
                <a:cxn ang="0">
                  <a:pos x="connsiteX1" y="connsiteY1"/>
                </a:cxn>
                <a:cxn ang="0">
                  <a:pos x="connsiteX2" y="connsiteY2"/>
                </a:cxn>
                <a:cxn ang="0">
                  <a:pos x="connsiteX3" y="connsiteY3"/>
                </a:cxn>
              </a:cxnLst>
              <a:rect l="l" t="t" r="r" b="b"/>
              <a:pathLst>
                <a:path w="3615771" h="5777415">
                  <a:moveTo>
                    <a:pt x="2943740" y="0"/>
                  </a:moveTo>
                  <a:lnTo>
                    <a:pt x="3615771" y="0"/>
                  </a:lnTo>
                  <a:lnTo>
                    <a:pt x="672031" y="5777415"/>
                  </a:lnTo>
                  <a:lnTo>
                    <a:pt x="0" y="5777415"/>
                  </a:lnTo>
                  <a:close/>
                </a:path>
              </a:pathLst>
            </a:custGeom>
            <a:gradFill>
              <a:gsLst>
                <a:gs pos="0">
                  <a:srgbClr val="E6E6E6">
                    <a:lumMod val="68000"/>
                    <a:lumOff val="32000"/>
                  </a:srgbClr>
                </a:gs>
                <a:gs pos="100000">
                  <a:srgbClr val="E6E6E6">
                    <a:lumMod val="52000"/>
                    <a:lumOff val="4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pic>
        <p:nvPicPr>
          <p:cNvPr id="4" name="Picture 2">
            <a:extLst>
              <a:ext uri="{FF2B5EF4-FFF2-40B4-BE49-F238E27FC236}">
                <a16:creationId xmlns:a16="http://schemas.microsoft.com/office/drawing/2014/main" id="{2022990B-36F4-6FC2-E401-53651CBDE86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95767" y="690515"/>
            <a:ext cx="2151355" cy="380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82144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Slide Dark Picture">
    <p:bg>
      <p:bgPr>
        <a:solidFill>
          <a:schemeClr val="tx1"/>
        </a:solid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D8270B64-66B2-4793-992B-D5529EF18C3E}"/>
              </a:ext>
            </a:extLst>
          </p:cNvPr>
          <p:cNvSpPr/>
          <p:nvPr/>
        </p:nvSpPr>
        <p:spPr>
          <a:xfrm>
            <a:off x="2233896" y="0"/>
            <a:ext cx="9958105" cy="6858000"/>
          </a:xfrm>
          <a:custGeom>
            <a:avLst/>
            <a:gdLst>
              <a:gd name="connsiteX0" fmla="*/ 3494326 w 9958105"/>
              <a:gd name="connsiteY0" fmla="*/ 0 h 6858000"/>
              <a:gd name="connsiteX1" fmla="*/ 9958105 w 9958105"/>
              <a:gd name="connsiteY1" fmla="*/ 0 h 6858000"/>
              <a:gd name="connsiteX2" fmla="*/ 9958105 w 9958105"/>
              <a:gd name="connsiteY2" fmla="*/ 6858000 h 6858000"/>
              <a:gd name="connsiteX3" fmla="*/ 0 w 995810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958105" h="6858000">
                <a:moveTo>
                  <a:pt x="3494326" y="0"/>
                </a:moveTo>
                <a:lnTo>
                  <a:pt x="9958105" y="0"/>
                </a:lnTo>
                <a:lnTo>
                  <a:pt x="9958105" y="6858000"/>
                </a:lnTo>
                <a:lnTo>
                  <a:pt x="0" y="6858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sz="2000" dirty="0"/>
          </a:p>
        </p:txBody>
      </p:sp>
      <p:sp>
        <p:nvSpPr>
          <p:cNvPr id="10" name="Picture Placeholder 9">
            <a:extLst>
              <a:ext uri="{FF2B5EF4-FFF2-40B4-BE49-F238E27FC236}">
                <a16:creationId xmlns:a16="http://schemas.microsoft.com/office/drawing/2014/main" id="{5DEB3A00-CE02-46D6-A56C-14340CB0754E}"/>
              </a:ext>
            </a:extLst>
          </p:cNvPr>
          <p:cNvSpPr>
            <a:spLocks noGrp="1"/>
          </p:cNvSpPr>
          <p:nvPr>
            <p:ph type="pic" sz="quarter" idx="10" hasCustomPrompt="1"/>
          </p:nvPr>
        </p:nvSpPr>
        <p:spPr>
          <a:xfrm>
            <a:off x="1608449" y="0"/>
            <a:ext cx="10583550" cy="6857998"/>
          </a:xfrm>
          <a:custGeom>
            <a:avLst/>
            <a:gdLst>
              <a:gd name="connsiteX0" fmla="*/ 3700528 w 10583550"/>
              <a:gd name="connsiteY0" fmla="*/ 0 h 6857998"/>
              <a:gd name="connsiteX1" fmla="*/ 10583550 w 10583550"/>
              <a:gd name="connsiteY1" fmla="*/ 0 h 6857998"/>
              <a:gd name="connsiteX2" fmla="*/ 10583550 w 10583550"/>
              <a:gd name="connsiteY2" fmla="*/ 2764049 h 6857998"/>
              <a:gd name="connsiteX3" fmla="*/ 8497579 w 10583550"/>
              <a:gd name="connsiteY3" fmla="*/ 6857998 h 6857998"/>
              <a:gd name="connsiteX4" fmla="*/ 0 w 10583550"/>
              <a:gd name="connsiteY4" fmla="*/ 6857998 h 6857998"/>
              <a:gd name="connsiteX5" fmla="*/ 3494325 w 10583550"/>
              <a:gd name="connsiteY5" fmla="*/ 1 h 6857998"/>
              <a:gd name="connsiteX6" fmla="*/ 3700528 w 10583550"/>
              <a:gd name="connsiteY6"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83550" h="6857998">
                <a:moveTo>
                  <a:pt x="3700528" y="0"/>
                </a:moveTo>
                <a:lnTo>
                  <a:pt x="10583550" y="0"/>
                </a:lnTo>
                <a:lnTo>
                  <a:pt x="10583550" y="2764049"/>
                </a:lnTo>
                <a:lnTo>
                  <a:pt x="8497579" y="6857998"/>
                </a:lnTo>
                <a:lnTo>
                  <a:pt x="0" y="6857998"/>
                </a:lnTo>
                <a:lnTo>
                  <a:pt x="3494325" y="1"/>
                </a:lnTo>
                <a:lnTo>
                  <a:pt x="3700528" y="1"/>
                </a:lnTo>
                <a:close/>
              </a:path>
            </a:pathLst>
          </a:custGeom>
          <a:solidFill>
            <a:srgbClr val="003241"/>
          </a:solidFill>
        </p:spPr>
        <p:txBody>
          <a:bodyPr wrap="square" tIns="1280160" bIns="0" anchor="ctr" anchorCtr="0">
            <a:noAutofit/>
          </a:bodyPr>
          <a:lstStyle>
            <a:lvl1pPr marL="0" indent="0" algn="ctr">
              <a:lnSpc>
                <a:spcPct val="100000"/>
              </a:lnSpc>
              <a:spcBef>
                <a:spcPts val="0"/>
              </a:spcBef>
              <a:buNone/>
              <a:defRPr sz="2000">
                <a:solidFill>
                  <a:schemeClr val="accent5">
                    <a:lumMod val="60000"/>
                    <a:lumOff val="40000"/>
                  </a:schemeClr>
                </a:solidFill>
              </a:defRPr>
            </a:lvl1pPr>
          </a:lstStyle>
          <a:p>
            <a:r>
              <a:rPr dirty="0"/>
              <a:t>Click icon to insert a dark picture; </a:t>
            </a:r>
            <a:br>
              <a:rPr dirty="0"/>
            </a:br>
            <a:r>
              <a:rPr dirty="0"/>
              <a:t>send to back if necessary. </a:t>
            </a:r>
          </a:p>
        </p:txBody>
      </p:sp>
      <p:sp>
        <p:nvSpPr>
          <p:cNvPr id="7" name="Freeform: Shape 6">
            <a:extLst>
              <a:ext uri="{FF2B5EF4-FFF2-40B4-BE49-F238E27FC236}">
                <a16:creationId xmlns:a16="http://schemas.microsoft.com/office/drawing/2014/main" id="{F40E8370-BEA1-42E8-83C6-3191B83DBA01}"/>
              </a:ext>
            </a:extLst>
          </p:cNvPr>
          <p:cNvSpPr/>
          <p:nvPr/>
        </p:nvSpPr>
        <p:spPr>
          <a:xfrm>
            <a:off x="10106026" y="2764047"/>
            <a:ext cx="2085973" cy="4093953"/>
          </a:xfrm>
          <a:custGeom>
            <a:avLst/>
            <a:gdLst>
              <a:gd name="connsiteX0" fmla="*/ 1710308 w 1710308"/>
              <a:gd name="connsiteY0" fmla="*/ 0 h 3356669"/>
              <a:gd name="connsiteX1" fmla="*/ 1710308 w 1710308"/>
              <a:gd name="connsiteY1" fmla="*/ 3356669 h 3356669"/>
              <a:gd name="connsiteX2" fmla="*/ 0 w 1710308"/>
              <a:gd name="connsiteY2" fmla="*/ 3356669 h 3356669"/>
            </a:gdLst>
            <a:ahLst/>
            <a:cxnLst>
              <a:cxn ang="0">
                <a:pos x="connsiteX0" y="connsiteY0"/>
              </a:cxn>
              <a:cxn ang="0">
                <a:pos x="connsiteX1" y="connsiteY1"/>
              </a:cxn>
              <a:cxn ang="0">
                <a:pos x="connsiteX2" y="connsiteY2"/>
              </a:cxn>
            </a:cxnLst>
            <a:rect l="l" t="t" r="r" b="b"/>
            <a:pathLst>
              <a:path w="1710308" h="3356669">
                <a:moveTo>
                  <a:pt x="1710308" y="0"/>
                </a:moveTo>
                <a:lnTo>
                  <a:pt x="1710308" y="3356669"/>
                </a:lnTo>
                <a:lnTo>
                  <a:pt x="0" y="3356669"/>
                </a:lnTo>
                <a:close/>
              </a:path>
            </a:pathLst>
          </a:custGeom>
          <a:solidFill>
            <a:srgbClr val="00A8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3" name="overlay Media Placeholder 2">
            <a:extLst>
              <a:ext uri="{FF2B5EF4-FFF2-40B4-BE49-F238E27FC236}">
                <a16:creationId xmlns:a16="http://schemas.microsoft.com/office/drawing/2014/main" id="{2F4A1CAC-F2A9-45E5-9CB0-3D7831711627}"/>
              </a:ext>
            </a:extLst>
          </p:cNvPr>
          <p:cNvSpPr>
            <a:spLocks noGrp="1"/>
          </p:cNvSpPr>
          <p:nvPr>
            <p:ph type="media" sz="quarter" idx="11" hasCustomPrompt="1"/>
          </p:nvPr>
        </p:nvSpPr>
        <p:spPr>
          <a:xfrm>
            <a:off x="1608447" y="1"/>
            <a:ext cx="4487549" cy="6858002"/>
          </a:xfrm>
          <a:blipFill>
            <a:blip r:embed="rId2"/>
            <a:stretch>
              <a:fillRect/>
            </a:stretch>
          </a:blipFill>
        </p:spPr>
        <p:txBody>
          <a:bodyPr lIns="137160" tIns="2468880" rIns="0"/>
          <a:lstStyle>
            <a:lvl1pPr marL="0" indent="0">
              <a:spcBef>
                <a:spcPts val="800"/>
              </a:spcBef>
              <a:buNone/>
              <a:defRPr sz="1400">
                <a:solidFill>
                  <a:schemeClr val="accent5"/>
                </a:solidFill>
              </a:defRPr>
            </a:lvl1pPr>
          </a:lstStyle>
          <a:p>
            <a:r>
              <a:rPr dirty="0"/>
              <a:t>This gradient should be </a:t>
            </a:r>
            <a:br>
              <a:rPr dirty="0"/>
            </a:br>
            <a:r>
              <a:rPr dirty="0"/>
              <a:t>on top of the picture. </a:t>
            </a:r>
            <a:br>
              <a:rPr dirty="0"/>
            </a:br>
            <a:r>
              <a:rPr dirty="0"/>
              <a:t>This text and the </a:t>
            </a:r>
            <a:br>
              <a:rPr dirty="0"/>
            </a:br>
            <a:r>
              <a:rPr dirty="0"/>
              <a:t>media icon will </a:t>
            </a:r>
            <a:br>
              <a:rPr dirty="0"/>
            </a:br>
            <a:r>
              <a:rPr dirty="0"/>
              <a:t>not appear. </a:t>
            </a:r>
          </a:p>
        </p:txBody>
      </p:sp>
      <p:sp>
        <p:nvSpPr>
          <p:cNvPr id="5" name="Title 4">
            <a:extLst>
              <a:ext uri="{FF2B5EF4-FFF2-40B4-BE49-F238E27FC236}">
                <a16:creationId xmlns:a16="http://schemas.microsoft.com/office/drawing/2014/main" id="{0645EA02-3B80-4DB6-A93B-4A21095A1F40}"/>
              </a:ext>
            </a:extLst>
          </p:cNvPr>
          <p:cNvSpPr>
            <a:spLocks noGrp="1"/>
          </p:cNvSpPr>
          <p:nvPr>
            <p:ph type="title" hasCustomPrompt="1"/>
          </p:nvPr>
        </p:nvSpPr>
        <p:spPr bwMode="white">
          <a:xfrm>
            <a:off x="5962964" y="1066801"/>
            <a:ext cx="5303530" cy="1295400"/>
          </a:xfrm>
        </p:spPr>
        <p:txBody>
          <a:bodyPr anchor="t"/>
          <a:lstStyle>
            <a:lvl1pPr algn="r">
              <a:lnSpc>
                <a:spcPct val="100000"/>
              </a:lnSpc>
              <a:defRPr sz="4000">
                <a:solidFill>
                  <a:schemeClr val="tx1"/>
                </a:solidFill>
              </a:defRPr>
            </a:lvl1pPr>
          </a:lstStyle>
          <a:p>
            <a:r>
              <a:t>Click to add text</a:t>
            </a:r>
          </a:p>
        </p:txBody>
      </p:sp>
      <p:sp>
        <p:nvSpPr>
          <p:cNvPr id="14" name="Text Placeholder 13">
            <a:extLst>
              <a:ext uri="{FF2B5EF4-FFF2-40B4-BE49-F238E27FC236}">
                <a16:creationId xmlns:a16="http://schemas.microsoft.com/office/drawing/2014/main" id="{15A4ED72-B6B5-4B2A-8B70-4C2CA16194EF}"/>
              </a:ext>
            </a:extLst>
          </p:cNvPr>
          <p:cNvSpPr>
            <a:spLocks noGrp="1"/>
          </p:cNvSpPr>
          <p:nvPr>
            <p:ph type="body" sz="quarter" idx="12" hasCustomPrompt="1"/>
          </p:nvPr>
        </p:nvSpPr>
        <p:spPr bwMode="white">
          <a:xfrm>
            <a:off x="3852225" y="5334000"/>
            <a:ext cx="4010026" cy="666750"/>
          </a:xfrm>
        </p:spPr>
        <p:txBody>
          <a:bodyPr/>
          <a:lstStyle>
            <a:lvl1pPr marL="0" indent="0">
              <a:lnSpc>
                <a:spcPct val="100000"/>
              </a:lnSpc>
              <a:spcBef>
                <a:spcPts val="0"/>
              </a:spcBef>
              <a:buNone/>
              <a:defRPr sz="1800">
                <a:solidFill>
                  <a:schemeClr val="tx1"/>
                </a:solidFill>
              </a:defRPr>
            </a:lvl1pPr>
            <a:lvl2pPr marL="0" indent="0">
              <a:lnSpc>
                <a:spcPct val="100000"/>
              </a:lnSpc>
              <a:spcBef>
                <a:spcPts val="0"/>
              </a:spcBef>
              <a:buNone/>
              <a:defRPr sz="1800">
                <a:solidFill>
                  <a:schemeClr val="tx1">
                    <a:lumMod val="50000"/>
                    <a:lumOff val="50000"/>
                  </a:schemeClr>
                </a:solidFill>
              </a:defRPr>
            </a:lvl2pPr>
            <a:lvl3pPr marL="0" indent="0">
              <a:lnSpc>
                <a:spcPct val="100000"/>
              </a:lnSpc>
              <a:spcBef>
                <a:spcPts val="0"/>
              </a:spcBef>
              <a:buNone/>
              <a:defRPr sz="1800">
                <a:solidFill>
                  <a:schemeClr val="tx1">
                    <a:lumMod val="50000"/>
                    <a:lumOff val="50000"/>
                  </a:schemeClr>
                </a:solidFill>
              </a:defRPr>
            </a:lvl3pPr>
            <a:lvl4pPr marL="0" indent="0">
              <a:lnSpc>
                <a:spcPct val="100000"/>
              </a:lnSpc>
              <a:spcBef>
                <a:spcPts val="0"/>
              </a:spcBef>
              <a:buNone/>
              <a:defRPr sz="1800">
                <a:solidFill>
                  <a:schemeClr val="tx1">
                    <a:lumMod val="50000"/>
                    <a:lumOff val="50000"/>
                  </a:schemeClr>
                </a:solidFill>
              </a:defRPr>
            </a:lvl4pPr>
            <a:lvl5pPr marL="0" indent="0">
              <a:lnSpc>
                <a:spcPct val="100000"/>
              </a:lnSpc>
              <a:spcBef>
                <a:spcPts val="0"/>
              </a:spcBef>
              <a:buNone/>
              <a:defRPr sz="1800">
                <a:solidFill>
                  <a:schemeClr val="tx1">
                    <a:lumMod val="50000"/>
                    <a:lumOff val="50000"/>
                  </a:schemeClr>
                </a:solidFill>
              </a:defRPr>
            </a:lvl5pPr>
            <a:lvl6pPr marL="0" indent="0">
              <a:lnSpc>
                <a:spcPct val="100000"/>
              </a:lnSpc>
              <a:spcBef>
                <a:spcPts val="0"/>
              </a:spcBef>
              <a:buNone/>
              <a:defRPr sz="1800">
                <a:solidFill>
                  <a:schemeClr val="tx1">
                    <a:lumMod val="50000"/>
                    <a:lumOff val="50000"/>
                  </a:schemeClr>
                </a:solidFill>
              </a:defRPr>
            </a:lvl6pPr>
            <a:lvl7pPr marL="0" indent="0">
              <a:lnSpc>
                <a:spcPct val="100000"/>
              </a:lnSpc>
              <a:spcBef>
                <a:spcPts val="0"/>
              </a:spcBef>
              <a:buNone/>
              <a:defRPr sz="1800">
                <a:solidFill>
                  <a:schemeClr val="tx1">
                    <a:lumMod val="50000"/>
                    <a:lumOff val="50000"/>
                  </a:schemeClr>
                </a:solidFill>
              </a:defRPr>
            </a:lvl7pPr>
            <a:lvl8pPr marL="0" indent="0">
              <a:lnSpc>
                <a:spcPct val="100000"/>
              </a:lnSpc>
              <a:spcBef>
                <a:spcPts val="0"/>
              </a:spcBef>
              <a:buNone/>
              <a:defRPr sz="1800">
                <a:solidFill>
                  <a:schemeClr val="tx1">
                    <a:lumMod val="50000"/>
                    <a:lumOff val="50000"/>
                  </a:schemeClr>
                </a:solidFill>
              </a:defRPr>
            </a:lvl8pPr>
            <a:lvl9pPr marL="0" indent="0">
              <a:lnSpc>
                <a:spcPct val="100000"/>
              </a:lnSpc>
              <a:spcBef>
                <a:spcPts val="0"/>
              </a:spcBef>
              <a:buNone/>
              <a:defRPr sz="1800">
                <a:solidFill>
                  <a:schemeClr val="tx1">
                    <a:lumMod val="50000"/>
                    <a:lumOff val="50000"/>
                  </a:schemeClr>
                </a:solidFill>
              </a:defRPr>
            </a:lvl9pPr>
          </a:lstStyle>
          <a:p>
            <a:pPr lvl="0"/>
            <a:r>
              <a:t>Presenter name (bold) </a:t>
            </a:r>
            <a:br>
              <a:rPr/>
            </a:br>
            <a:r>
              <a:t>Title, affiliations (not bold)</a:t>
            </a:r>
          </a:p>
        </p:txBody>
      </p:sp>
      <p:pic>
        <p:nvPicPr>
          <p:cNvPr id="6" name="Picture 2">
            <a:extLst>
              <a:ext uri="{FF2B5EF4-FFF2-40B4-BE49-F238E27FC236}">
                <a16:creationId xmlns:a16="http://schemas.microsoft.com/office/drawing/2014/main" id="{053C460D-84FA-21B6-D2E5-7BA212D2639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2466" y="876596"/>
            <a:ext cx="2151355" cy="380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009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Light Pictur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57994F39-008B-4B36-AD32-9E4AEF525037}"/>
              </a:ext>
            </a:extLst>
          </p:cNvPr>
          <p:cNvSpPr/>
          <p:nvPr/>
        </p:nvSpPr>
        <p:spPr>
          <a:xfrm>
            <a:off x="2233896" y="0"/>
            <a:ext cx="9958105" cy="6858000"/>
          </a:xfrm>
          <a:custGeom>
            <a:avLst/>
            <a:gdLst>
              <a:gd name="connsiteX0" fmla="*/ 3494326 w 9958105"/>
              <a:gd name="connsiteY0" fmla="*/ 0 h 6858000"/>
              <a:gd name="connsiteX1" fmla="*/ 9958105 w 9958105"/>
              <a:gd name="connsiteY1" fmla="*/ 0 h 6858000"/>
              <a:gd name="connsiteX2" fmla="*/ 9958105 w 9958105"/>
              <a:gd name="connsiteY2" fmla="*/ 6858000 h 6858000"/>
              <a:gd name="connsiteX3" fmla="*/ 0 w 995810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958105" h="6858000">
                <a:moveTo>
                  <a:pt x="3494326" y="0"/>
                </a:moveTo>
                <a:lnTo>
                  <a:pt x="9958105" y="0"/>
                </a:lnTo>
                <a:lnTo>
                  <a:pt x="9958105" y="6858000"/>
                </a:lnTo>
                <a:lnTo>
                  <a:pt x="0"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sz="2000" dirty="0"/>
          </a:p>
        </p:txBody>
      </p:sp>
      <p:sp>
        <p:nvSpPr>
          <p:cNvPr id="10" name="Picture Placeholder 9">
            <a:extLst>
              <a:ext uri="{FF2B5EF4-FFF2-40B4-BE49-F238E27FC236}">
                <a16:creationId xmlns:a16="http://schemas.microsoft.com/office/drawing/2014/main" id="{5DEB3A00-CE02-46D6-A56C-14340CB0754E}"/>
              </a:ext>
            </a:extLst>
          </p:cNvPr>
          <p:cNvSpPr>
            <a:spLocks noGrp="1"/>
          </p:cNvSpPr>
          <p:nvPr>
            <p:ph type="pic" sz="quarter" idx="10"/>
          </p:nvPr>
        </p:nvSpPr>
        <p:spPr>
          <a:xfrm>
            <a:off x="1608449" y="0"/>
            <a:ext cx="10583550" cy="6857998"/>
          </a:xfrm>
          <a:custGeom>
            <a:avLst/>
            <a:gdLst>
              <a:gd name="connsiteX0" fmla="*/ 3700528 w 10583550"/>
              <a:gd name="connsiteY0" fmla="*/ 0 h 6857998"/>
              <a:gd name="connsiteX1" fmla="*/ 10583550 w 10583550"/>
              <a:gd name="connsiteY1" fmla="*/ 0 h 6857998"/>
              <a:gd name="connsiteX2" fmla="*/ 10583550 w 10583550"/>
              <a:gd name="connsiteY2" fmla="*/ 2764049 h 6857998"/>
              <a:gd name="connsiteX3" fmla="*/ 8497579 w 10583550"/>
              <a:gd name="connsiteY3" fmla="*/ 6857998 h 6857998"/>
              <a:gd name="connsiteX4" fmla="*/ 0 w 10583550"/>
              <a:gd name="connsiteY4" fmla="*/ 6857998 h 6857998"/>
              <a:gd name="connsiteX5" fmla="*/ 3494325 w 10583550"/>
              <a:gd name="connsiteY5" fmla="*/ 1 h 6857998"/>
              <a:gd name="connsiteX6" fmla="*/ 3700528 w 10583550"/>
              <a:gd name="connsiteY6" fmla="*/ 1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83550" h="6857998">
                <a:moveTo>
                  <a:pt x="3700528" y="0"/>
                </a:moveTo>
                <a:lnTo>
                  <a:pt x="10583550" y="0"/>
                </a:lnTo>
                <a:lnTo>
                  <a:pt x="10583550" y="2764049"/>
                </a:lnTo>
                <a:lnTo>
                  <a:pt x="8497579" y="6857998"/>
                </a:lnTo>
                <a:lnTo>
                  <a:pt x="0" y="6857998"/>
                </a:lnTo>
                <a:lnTo>
                  <a:pt x="3494325" y="1"/>
                </a:lnTo>
                <a:lnTo>
                  <a:pt x="3700528" y="1"/>
                </a:lnTo>
                <a:close/>
              </a:path>
            </a:pathLst>
          </a:custGeom>
          <a:solidFill>
            <a:srgbClr val="F2F2F2"/>
          </a:solidFill>
        </p:spPr>
        <p:txBody>
          <a:bodyPr wrap="square" tIns="1280160" bIns="0" anchor="ctr" anchorCtr="0">
            <a:noAutofit/>
          </a:bodyPr>
          <a:lstStyle>
            <a:lvl1pPr marL="0" indent="0" algn="ctr">
              <a:lnSpc>
                <a:spcPct val="100000"/>
              </a:lnSpc>
              <a:spcBef>
                <a:spcPts val="0"/>
              </a:spcBef>
              <a:buNone/>
              <a:defRPr sz="2000">
                <a:solidFill>
                  <a:schemeClr val="accent5"/>
                </a:solidFill>
              </a:defRPr>
            </a:lvl1pPr>
          </a:lstStyle>
          <a:p>
            <a:pPr marL="228600" marR="0" lvl="0" indent="-228600" algn="ctr" defTabSz="914400" rtl="0" eaLnBrk="1" fontAlgn="auto" latinLnBrk="0" hangingPunct="1">
              <a:lnSpc>
                <a:spcPct val="90000"/>
              </a:lnSpc>
              <a:spcBef>
                <a:spcPts val="1800"/>
              </a:spcBef>
              <a:spcAft>
                <a:spcPts val="0"/>
              </a:spcAft>
              <a:buClr>
                <a:schemeClr val="tx1">
                  <a:lumMod val="50000"/>
                  <a:lumOff val="50000"/>
                </a:schemeClr>
              </a:buClr>
              <a:buSzTx/>
              <a:buFont typeface="Arial" panose="020B0604020202020204" pitchFamily="34" charset="0"/>
              <a:buNone/>
              <a:tabLst/>
              <a:defRPr/>
            </a:pPr>
            <a:endParaRPr dirty="0"/>
          </a:p>
        </p:txBody>
      </p:sp>
      <p:sp>
        <p:nvSpPr>
          <p:cNvPr id="7" name="Freeform: Shape 6">
            <a:extLst>
              <a:ext uri="{FF2B5EF4-FFF2-40B4-BE49-F238E27FC236}">
                <a16:creationId xmlns:a16="http://schemas.microsoft.com/office/drawing/2014/main" id="{F40E8370-BEA1-42E8-83C6-3191B83DBA01}"/>
              </a:ext>
            </a:extLst>
          </p:cNvPr>
          <p:cNvSpPr/>
          <p:nvPr/>
        </p:nvSpPr>
        <p:spPr>
          <a:xfrm>
            <a:off x="10106026" y="2764047"/>
            <a:ext cx="2085973" cy="4093953"/>
          </a:xfrm>
          <a:custGeom>
            <a:avLst/>
            <a:gdLst>
              <a:gd name="connsiteX0" fmla="*/ 1710308 w 1710308"/>
              <a:gd name="connsiteY0" fmla="*/ 0 h 3356669"/>
              <a:gd name="connsiteX1" fmla="*/ 1710308 w 1710308"/>
              <a:gd name="connsiteY1" fmla="*/ 3356669 h 3356669"/>
              <a:gd name="connsiteX2" fmla="*/ 0 w 1710308"/>
              <a:gd name="connsiteY2" fmla="*/ 3356669 h 3356669"/>
            </a:gdLst>
            <a:ahLst/>
            <a:cxnLst>
              <a:cxn ang="0">
                <a:pos x="connsiteX0" y="connsiteY0"/>
              </a:cxn>
              <a:cxn ang="0">
                <a:pos x="connsiteX1" y="connsiteY1"/>
              </a:cxn>
              <a:cxn ang="0">
                <a:pos x="connsiteX2" y="connsiteY2"/>
              </a:cxn>
            </a:cxnLst>
            <a:rect l="l" t="t" r="r" b="b"/>
            <a:pathLst>
              <a:path w="1710308" h="3356669">
                <a:moveTo>
                  <a:pt x="1710308" y="0"/>
                </a:moveTo>
                <a:lnTo>
                  <a:pt x="1710308" y="3356669"/>
                </a:lnTo>
                <a:lnTo>
                  <a:pt x="0" y="3356669"/>
                </a:lnTo>
                <a:close/>
              </a:path>
            </a:pathLst>
          </a:custGeom>
          <a:solidFill>
            <a:srgbClr val="00A88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3" name="Media Placeholder 2">
            <a:extLst>
              <a:ext uri="{FF2B5EF4-FFF2-40B4-BE49-F238E27FC236}">
                <a16:creationId xmlns:a16="http://schemas.microsoft.com/office/drawing/2014/main" id="{2F4A1CAC-F2A9-45E5-9CB0-3D7831711627}"/>
              </a:ext>
            </a:extLst>
          </p:cNvPr>
          <p:cNvSpPr>
            <a:spLocks noGrp="1"/>
          </p:cNvSpPr>
          <p:nvPr>
            <p:ph type="media" sz="quarter" idx="11"/>
          </p:nvPr>
        </p:nvSpPr>
        <p:spPr>
          <a:xfrm>
            <a:off x="1593137" y="-4"/>
            <a:ext cx="4487549" cy="6858002"/>
          </a:xfrm>
          <a:blipFill>
            <a:blip r:embed="rId2"/>
            <a:stretch>
              <a:fillRect/>
            </a:stretch>
          </a:blipFill>
        </p:spPr>
        <p:txBody>
          <a:bodyPr lIns="137160" tIns="2468880" rIns="0"/>
          <a:lstStyle>
            <a:lvl1pPr marL="0" indent="0">
              <a:spcBef>
                <a:spcPts val="800"/>
              </a:spcBef>
              <a:buNone/>
              <a:defRPr sz="1400">
                <a:solidFill>
                  <a:schemeClr val="accent5"/>
                </a:solidFill>
              </a:defRPr>
            </a:lvl1pPr>
          </a:lstStyle>
          <a:p>
            <a:endParaRPr lang="en-US" dirty="0"/>
          </a:p>
        </p:txBody>
      </p:sp>
      <p:sp>
        <p:nvSpPr>
          <p:cNvPr id="5" name="Title 4">
            <a:extLst>
              <a:ext uri="{FF2B5EF4-FFF2-40B4-BE49-F238E27FC236}">
                <a16:creationId xmlns:a16="http://schemas.microsoft.com/office/drawing/2014/main" id="{0645EA02-3B80-4DB6-A93B-4A21095A1F40}"/>
              </a:ext>
            </a:extLst>
          </p:cNvPr>
          <p:cNvSpPr>
            <a:spLocks noGrp="1"/>
          </p:cNvSpPr>
          <p:nvPr>
            <p:ph type="title" hasCustomPrompt="1"/>
          </p:nvPr>
        </p:nvSpPr>
        <p:spPr>
          <a:xfrm>
            <a:off x="5962964" y="1066801"/>
            <a:ext cx="5303530" cy="1295400"/>
          </a:xfrm>
        </p:spPr>
        <p:txBody>
          <a:bodyPr anchor="t"/>
          <a:lstStyle>
            <a:lvl1pPr algn="r">
              <a:lnSpc>
                <a:spcPct val="100000"/>
              </a:lnSpc>
              <a:defRPr sz="4000"/>
            </a:lvl1pPr>
          </a:lstStyle>
          <a:p>
            <a:r>
              <a:t>Click to add text</a:t>
            </a:r>
          </a:p>
        </p:txBody>
      </p:sp>
      <p:sp>
        <p:nvSpPr>
          <p:cNvPr id="14" name="Text Placeholder 13">
            <a:extLst>
              <a:ext uri="{FF2B5EF4-FFF2-40B4-BE49-F238E27FC236}">
                <a16:creationId xmlns:a16="http://schemas.microsoft.com/office/drawing/2014/main" id="{15A4ED72-B6B5-4B2A-8B70-4C2CA16194EF}"/>
              </a:ext>
            </a:extLst>
          </p:cNvPr>
          <p:cNvSpPr>
            <a:spLocks noGrp="1"/>
          </p:cNvSpPr>
          <p:nvPr>
            <p:ph type="body" sz="quarter" idx="12" hasCustomPrompt="1"/>
          </p:nvPr>
        </p:nvSpPr>
        <p:spPr>
          <a:xfrm>
            <a:off x="3852225" y="5334000"/>
            <a:ext cx="4010026" cy="666750"/>
          </a:xfrm>
        </p:spPr>
        <p:txBody>
          <a:bodyPr/>
          <a:lstStyle>
            <a:lvl1pPr marL="0" indent="0">
              <a:lnSpc>
                <a:spcPct val="100000"/>
              </a:lnSpc>
              <a:spcBef>
                <a:spcPts val="0"/>
              </a:spcBef>
              <a:buNone/>
              <a:defRPr sz="1800">
                <a:solidFill>
                  <a:schemeClr val="tx1">
                    <a:lumMod val="50000"/>
                    <a:lumOff val="50000"/>
                  </a:schemeClr>
                </a:solidFill>
              </a:defRPr>
            </a:lvl1pPr>
            <a:lvl2pPr marL="0" indent="0">
              <a:lnSpc>
                <a:spcPct val="100000"/>
              </a:lnSpc>
              <a:spcBef>
                <a:spcPts val="0"/>
              </a:spcBef>
              <a:buNone/>
              <a:defRPr sz="1800">
                <a:solidFill>
                  <a:schemeClr val="tx1">
                    <a:lumMod val="50000"/>
                    <a:lumOff val="50000"/>
                  </a:schemeClr>
                </a:solidFill>
              </a:defRPr>
            </a:lvl2pPr>
            <a:lvl3pPr marL="0" indent="0">
              <a:lnSpc>
                <a:spcPct val="100000"/>
              </a:lnSpc>
              <a:spcBef>
                <a:spcPts val="0"/>
              </a:spcBef>
              <a:buNone/>
              <a:defRPr sz="1800">
                <a:solidFill>
                  <a:schemeClr val="tx1">
                    <a:lumMod val="50000"/>
                    <a:lumOff val="50000"/>
                  </a:schemeClr>
                </a:solidFill>
              </a:defRPr>
            </a:lvl3pPr>
            <a:lvl4pPr marL="0" indent="0">
              <a:lnSpc>
                <a:spcPct val="100000"/>
              </a:lnSpc>
              <a:spcBef>
                <a:spcPts val="0"/>
              </a:spcBef>
              <a:buNone/>
              <a:defRPr sz="1800">
                <a:solidFill>
                  <a:schemeClr val="tx1">
                    <a:lumMod val="50000"/>
                    <a:lumOff val="50000"/>
                  </a:schemeClr>
                </a:solidFill>
              </a:defRPr>
            </a:lvl4pPr>
            <a:lvl5pPr marL="0" indent="0">
              <a:lnSpc>
                <a:spcPct val="100000"/>
              </a:lnSpc>
              <a:spcBef>
                <a:spcPts val="0"/>
              </a:spcBef>
              <a:buNone/>
              <a:defRPr sz="1800">
                <a:solidFill>
                  <a:schemeClr val="tx1">
                    <a:lumMod val="50000"/>
                    <a:lumOff val="50000"/>
                  </a:schemeClr>
                </a:solidFill>
              </a:defRPr>
            </a:lvl5pPr>
            <a:lvl6pPr marL="0" indent="0">
              <a:lnSpc>
                <a:spcPct val="100000"/>
              </a:lnSpc>
              <a:spcBef>
                <a:spcPts val="0"/>
              </a:spcBef>
              <a:buNone/>
              <a:defRPr sz="1800">
                <a:solidFill>
                  <a:schemeClr val="tx1">
                    <a:lumMod val="50000"/>
                    <a:lumOff val="50000"/>
                  </a:schemeClr>
                </a:solidFill>
              </a:defRPr>
            </a:lvl6pPr>
            <a:lvl7pPr marL="0" indent="0">
              <a:lnSpc>
                <a:spcPct val="100000"/>
              </a:lnSpc>
              <a:spcBef>
                <a:spcPts val="0"/>
              </a:spcBef>
              <a:buNone/>
              <a:defRPr sz="1800">
                <a:solidFill>
                  <a:schemeClr val="tx1">
                    <a:lumMod val="50000"/>
                    <a:lumOff val="50000"/>
                  </a:schemeClr>
                </a:solidFill>
              </a:defRPr>
            </a:lvl7pPr>
            <a:lvl8pPr marL="0" indent="0">
              <a:lnSpc>
                <a:spcPct val="100000"/>
              </a:lnSpc>
              <a:spcBef>
                <a:spcPts val="0"/>
              </a:spcBef>
              <a:buNone/>
              <a:defRPr sz="1800">
                <a:solidFill>
                  <a:schemeClr val="tx1">
                    <a:lumMod val="50000"/>
                    <a:lumOff val="50000"/>
                  </a:schemeClr>
                </a:solidFill>
              </a:defRPr>
            </a:lvl8pPr>
            <a:lvl9pPr marL="0" indent="0">
              <a:lnSpc>
                <a:spcPct val="100000"/>
              </a:lnSpc>
              <a:spcBef>
                <a:spcPts val="0"/>
              </a:spcBef>
              <a:buNone/>
              <a:defRPr sz="1800">
                <a:solidFill>
                  <a:schemeClr val="tx1">
                    <a:lumMod val="50000"/>
                    <a:lumOff val="50000"/>
                  </a:schemeClr>
                </a:solidFill>
              </a:defRPr>
            </a:lvl9pPr>
          </a:lstStyle>
          <a:p>
            <a:pPr lvl="0"/>
            <a:r>
              <a:t>Presenter name (bold) </a:t>
            </a:r>
            <a:br>
              <a:rPr/>
            </a:br>
            <a:r>
              <a:t>Title, affiliations (not bold)</a:t>
            </a:r>
          </a:p>
        </p:txBody>
      </p:sp>
    </p:spTree>
    <p:extLst>
      <p:ext uri="{BB962C8B-B14F-4D97-AF65-F5344CB8AC3E}">
        <p14:creationId xmlns:p14="http://schemas.microsoft.com/office/powerpoint/2010/main" val="1761311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le Slide Alterna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082C4-253D-4055-8422-4113C4A3640F}"/>
              </a:ext>
            </a:extLst>
          </p:cNvPr>
          <p:cNvSpPr>
            <a:spLocks noGrp="1"/>
          </p:cNvSpPr>
          <p:nvPr>
            <p:ph type="title"/>
          </p:nvPr>
        </p:nvSpPr>
        <p:spPr>
          <a:xfrm>
            <a:off x="6096001" y="2387491"/>
            <a:ext cx="5302228" cy="2230519"/>
          </a:xfrm>
        </p:spPr>
        <p:txBody>
          <a:bodyPr anchor="b"/>
          <a:lstStyle>
            <a:lvl1pPr>
              <a:lnSpc>
                <a:spcPct val="100000"/>
              </a:lnSpc>
              <a:defRPr sz="4000"/>
            </a:lvl1pPr>
          </a:lstStyle>
          <a:p>
            <a:r>
              <a:rPr lang="en-US"/>
              <a:t>Click to edit Master title style</a:t>
            </a:r>
            <a:endParaRPr/>
          </a:p>
        </p:txBody>
      </p:sp>
      <p:sp>
        <p:nvSpPr>
          <p:cNvPr id="6" name="Text Placeholder 13">
            <a:extLst>
              <a:ext uri="{FF2B5EF4-FFF2-40B4-BE49-F238E27FC236}">
                <a16:creationId xmlns:a16="http://schemas.microsoft.com/office/drawing/2014/main" id="{130BC9F5-DB3F-47AC-BAF7-C4AEBC42A139}"/>
              </a:ext>
            </a:extLst>
          </p:cNvPr>
          <p:cNvSpPr>
            <a:spLocks noGrp="1"/>
          </p:cNvSpPr>
          <p:nvPr>
            <p:ph type="body" sz="quarter" idx="13" hasCustomPrompt="1"/>
          </p:nvPr>
        </p:nvSpPr>
        <p:spPr>
          <a:xfrm>
            <a:off x="6096000" y="5013634"/>
            <a:ext cx="5302228" cy="666750"/>
          </a:xfrm>
        </p:spPr>
        <p:txBody>
          <a:bodyPr/>
          <a:lstStyle>
            <a:lvl1pPr marL="0" indent="0">
              <a:lnSpc>
                <a:spcPct val="100000"/>
              </a:lnSpc>
              <a:spcBef>
                <a:spcPts val="0"/>
              </a:spcBef>
              <a:buNone/>
              <a:defRPr sz="1800">
                <a:solidFill>
                  <a:schemeClr val="tx1">
                    <a:lumMod val="50000"/>
                    <a:lumOff val="50000"/>
                  </a:schemeClr>
                </a:solidFill>
              </a:defRPr>
            </a:lvl1pPr>
            <a:lvl2pPr marL="0" indent="0">
              <a:lnSpc>
                <a:spcPct val="100000"/>
              </a:lnSpc>
              <a:spcBef>
                <a:spcPts val="0"/>
              </a:spcBef>
              <a:buNone/>
              <a:defRPr sz="1800">
                <a:solidFill>
                  <a:schemeClr val="tx1">
                    <a:lumMod val="50000"/>
                    <a:lumOff val="50000"/>
                  </a:schemeClr>
                </a:solidFill>
              </a:defRPr>
            </a:lvl2pPr>
            <a:lvl3pPr marL="0" indent="0">
              <a:lnSpc>
                <a:spcPct val="100000"/>
              </a:lnSpc>
              <a:spcBef>
                <a:spcPts val="0"/>
              </a:spcBef>
              <a:buNone/>
              <a:defRPr sz="1800">
                <a:solidFill>
                  <a:schemeClr val="tx1">
                    <a:lumMod val="50000"/>
                    <a:lumOff val="50000"/>
                  </a:schemeClr>
                </a:solidFill>
              </a:defRPr>
            </a:lvl3pPr>
            <a:lvl4pPr marL="0" indent="0">
              <a:lnSpc>
                <a:spcPct val="100000"/>
              </a:lnSpc>
              <a:spcBef>
                <a:spcPts val="0"/>
              </a:spcBef>
              <a:buNone/>
              <a:defRPr sz="1800">
                <a:solidFill>
                  <a:schemeClr val="tx1">
                    <a:lumMod val="50000"/>
                    <a:lumOff val="50000"/>
                  </a:schemeClr>
                </a:solidFill>
              </a:defRPr>
            </a:lvl4pPr>
            <a:lvl5pPr marL="0" indent="0">
              <a:lnSpc>
                <a:spcPct val="100000"/>
              </a:lnSpc>
              <a:spcBef>
                <a:spcPts val="0"/>
              </a:spcBef>
              <a:buNone/>
              <a:defRPr sz="1800">
                <a:solidFill>
                  <a:schemeClr val="tx1">
                    <a:lumMod val="50000"/>
                    <a:lumOff val="50000"/>
                  </a:schemeClr>
                </a:solidFill>
              </a:defRPr>
            </a:lvl5pPr>
            <a:lvl6pPr marL="0" indent="0">
              <a:lnSpc>
                <a:spcPct val="100000"/>
              </a:lnSpc>
              <a:spcBef>
                <a:spcPts val="0"/>
              </a:spcBef>
              <a:buNone/>
              <a:defRPr sz="1800">
                <a:solidFill>
                  <a:schemeClr val="tx1">
                    <a:lumMod val="50000"/>
                    <a:lumOff val="50000"/>
                  </a:schemeClr>
                </a:solidFill>
              </a:defRPr>
            </a:lvl6pPr>
            <a:lvl7pPr marL="0" indent="0">
              <a:lnSpc>
                <a:spcPct val="100000"/>
              </a:lnSpc>
              <a:spcBef>
                <a:spcPts val="0"/>
              </a:spcBef>
              <a:buNone/>
              <a:defRPr sz="1800">
                <a:solidFill>
                  <a:schemeClr val="tx1">
                    <a:lumMod val="50000"/>
                    <a:lumOff val="50000"/>
                  </a:schemeClr>
                </a:solidFill>
              </a:defRPr>
            </a:lvl7pPr>
            <a:lvl8pPr marL="0" indent="0">
              <a:lnSpc>
                <a:spcPct val="100000"/>
              </a:lnSpc>
              <a:spcBef>
                <a:spcPts val="0"/>
              </a:spcBef>
              <a:buNone/>
              <a:defRPr sz="1800">
                <a:solidFill>
                  <a:schemeClr val="tx1">
                    <a:lumMod val="50000"/>
                    <a:lumOff val="50000"/>
                  </a:schemeClr>
                </a:solidFill>
              </a:defRPr>
            </a:lvl8pPr>
            <a:lvl9pPr marL="0" indent="0">
              <a:lnSpc>
                <a:spcPct val="100000"/>
              </a:lnSpc>
              <a:spcBef>
                <a:spcPts val="0"/>
              </a:spcBef>
              <a:buNone/>
              <a:defRPr sz="1800">
                <a:solidFill>
                  <a:schemeClr val="tx1">
                    <a:lumMod val="50000"/>
                    <a:lumOff val="50000"/>
                  </a:schemeClr>
                </a:solidFill>
              </a:defRPr>
            </a:lvl9pPr>
          </a:lstStyle>
          <a:p>
            <a:pPr lvl="0"/>
            <a:r>
              <a:t>Presenter name (bold) </a:t>
            </a:r>
            <a:br>
              <a:rPr/>
            </a:br>
            <a:r>
              <a:t>Title, affiliations (not bold)</a:t>
            </a:r>
          </a:p>
        </p:txBody>
      </p:sp>
      <p:sp>
        <p:nvSpPr>
          <p:cNvPr id="11" name="Picture Placeholder 10">
            <a:extLst>
              <a:ext uri="{FF2B5EF4-FFF2-40B4-BE49-F238E27FC236}">
                <a16:creationId xmlns:a16="http://schemas.microsoft.com/office/drawing/2014/main" id="{272A832C-1627-4A7E-B82C-100A3D5AD481}"/>
              </a:ext>
            </a:extLst>
          </p:cNvPr>
          <p:cNvSpPr>
            <a:spLocks noGrp="1"/>
          </p:cNvSpPr>
          <p:nvPr>
            <p:ph type="pic" sz="quarter" idx="15" hasCustomPrompt="1"/>
          </p:nvPr>
        </p:nvSpPr>
        <p:spPr>
          <a:xfrm>
            <a:off x="0" y="-3"/>
            <a:ext cx="6334127" cy="6858000"/>
          </a:xfrm>
          <a:custGeom>
            <a:avLst/>
            <a:gdLst>
              <a:gd name="connsiteX0" fmla="*/ 0 w 6334127"/>
              <a:gd name="connsiteY0" fmla="*/ 0 h 6858000"/>
              <a:gd name="connsiteX1" fmla="*/ 6334127 w 6334127"/>
              <a:gd name="connsiteY1" fmla="*/ 0 h 6858000"/>
              <a:gd name="connsiteX2" fmla="*/ 6334127 w 6334127"/>
              <a:gd name="connsiteY2" fmla="*/ 3 h 6858000"/>
              <a:gd name="connsiteX3" fmla="*/ 6333194 w 6334127"/>
              <a:gd name="connsiteY3" fmla="*/ 3 h 6858000"/>
              <a:gd name="connsiteX4" fmla="*/ 2838868 w 6334127"/>
              <a:gd name="connsiteY4" fmla="*/ 6858000 h 6858000"/>
              <a:gd name="connsiteX5" fmla="*/ 0 w 6334127"/>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4127" h="6858000">
                <a:moveTo>
                  <a:pt x="0" y="0"/>
                </a:moveTo>
                <a:lnTo>
                  <a:pt x="6334127" y="0"/>
                </a:lnTo>
                <a:lnTo>
                  <a:pt x="6334127" y="3"/>
                </a:lnTo>
                <a:lnTo>
                  <a:pt x="6333194" y="3"/>
                </a:lnTo>
                <a:lnTo>
                  <a:pt x="2838868" y="6858000"/>
                </a:lnTo>
                <a:lnTo>
                  <a:pt x="0" y="6858000"/>
                </a:lnTo>
                <a:close/>
              </a:path>
            </a:pathLst>
          </a:custGeom>
          <a:solidFill>
            <a:srgbClr val="F2F2F2"/>
          </a:solidFill>
        </p:spPr>
        <p:txBody>
          <a:bodyPr wrap="square" tIns="0" bIns="1005840" anchor="ctr" anchorCtr="0">
            <a:noAutofit/>
          </a:bodyPr>
          <a:lstStyle>
            <a:lvl1pPr marL="0" indent="0" algn="ctr">
              <a:spcBef>
                <a:spcPts val="0"/>
              </a:spcBef>
              <a:buNone/>
              <a:defRPr sz="2000">
                <a:solidFill>
                  <a:schemeClr val="accent5"/>
                </a:solidFill>
              </a:defRPr>
            </a:lvl1pPr>
          </a:lstStyle>
          <a:p>
            <a:r>
              <a:rPr dirty="0"/>
              <a:t>Click icon to insert picture;</a:t>
            </a:r>
            <a:br>
              <a:rPr dirty="0"/>
            </a:br>
            <a:r>
              <a:rPr dirty="0"/>
              <a:t>send to back if necessary.</a:t>
            </a:r>
          </a:p>
        </p:txBody>
      </p:sp>
      <p:sp>
        <p:nvSpPr>
          <p:cNvPr id="8" name="Freeform: Shape 7">
            <a:extLst>
              <a:ext uri="{FF2B5EF4-FFF2-40B4-BE49-F238E27FC236}">
                <a16:creationId xmlns:a16="http://schemas.microsoft.com/office/drawing/2014/main" id="{8A0A04D5-3B0D-457B-9D61-B806B573B03A}"/>
              </a:ext>
            </a:extLst>
          </p:cNvPr>
          <p:cNvSpPr/>
          <p:nvPr/>
        </p:nvSpPr>
        <p:spPr>
          <a:xfrm>
            <a:off x="2838868" y="1"/>
            <a:ext cx="4243858" cy="6858001"/>
          </a:xfrm>
          <a:custGeom>
            <a:avLst/>
            <a:gdLst>
              <a:gd name="connsiteX0" fmla="*/ 3494326 w 4243858"/>
              <a:gd name="connsiteY0" fmla="*/ 0 h 6858001"/>
              <a:gd name="connsiteX1" fmla="*/ 4243858 w 4243858"/>
              <a:gd name="connsiteY1" fmla="*/ 0 h 6858001"/>
              <a:gd name="connsiteX2" fmla="*/ 749532 w 4243858"/>
              <a:gd name="connsiteY2" fmla="*/ 6858001 h 6858001"/>
              <a:gd name="connsiteX3" fmla="*/ 0 w 4243858"/>
              <a:gd name="connsiteY3" fmla="*/ 6858001 h 6858001"/>
            </a:gdLst>
            <a:ahLst/>
            <a:cxnLst>
              <a:cxn ang="0">
                <a:pos x="connsiteX0" y="connsiteY0"/>
              </a:cxn>
              <a:cxn ang="0">
                <a:pos x="connsiteX1" y="connsiteY1"/>
              </a:cxn>
              <a:cxn ang="0">
                <a:pos x="connsiteX2" y="connsiteY2"/>
              </a:cxn>
              <a:cxn ang="0">
                <a:pos x="connsiteX3" y="connsiteY3"/>
              </a:cxn>
            </a:cxnLst>
            <a:rect l="l" t="t" r="r" b="b"/>
            <a:pathLst>
              <a:path w="4243858" h="6858001">
                <a:moveTo>
                  <a:pt x="3494326" y="0"/>
                </a:moveTo>
                <a:lnTo>
                  <a:pt x="4243858" y="0"/>
                </a:lnTo>
                <a:lnTo>
                  <a:pt x="749532" y="6858001"/>
                </a:lnTo>
                <a:lnTo>
                  <a:pt x="0" y="6858001"/>
                </a:lnTo>
                <a:close/>
              </a:path>
            </a:pathLst>
          </a:custGeom>
          <a:gradFill>
            <a:gsLst>
              <a:gs pos="0">
                <a:srgbClr val="E6E6E6"/>
              </a:gs>
              <a:gs pos="100000">
                <a:srgbClr val="E6E6E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0" name="Media Placeholder 9">
            <a:extLst>
              <a:ext uri="{FF2B5EF4-FFF2-40B4-BE49-F238E27FC236}">
                <a16:creationId xmlns:a16="http://schemas.microsoft.com/office/drawing/2014/main" id="{15C7239E-8E96-420D-8EA5-3F411591FE9A}"/>
              </a:ext>
            </a:extLst>
          </p:cNvPr>
          <p:cNvSpPr>
            <a:spLocks noGrp="1"/>
          </p:cNvSpPr>
          <p:nvPr>
            <p:ph type="media" sz="quarter" idx="14" hasCustomPrompt="1"/>
          </p:nvPr>
        </p:nvSpPr>
        <p:spPr>
          <a:xfrm>
            <a:off x="0" y="0"/>
            <a:ext cx="2352675" cy="4617387"/>
          </a:xfrm>
          <a:blipFill>
            <a:blip r:embed="rId2"/>
            <a:stretch>
              <a:fillRect/>
            </a:stretch>
          </a:blipFill>
        </p:spPr>
        <p:txBody>
          <a:bodyPr lIns="91440" tIns="182880" rIns="91440"/>
          <a:lstStyle>
            <a:lvl1pPr marL="0" indent="0">
              <a:spcBef>
                <a:spcPts val="300"/>
              </a:spcBef>
              <a:buNone/>
              <a:defRPr sz="1400">
                <a:solidFill>
                  <a:schemeClr val="bg1"/>
                </a:solidFill>
              </a:defRPr>
            </a:lvl1pPr>
          </a:lstStyle>
          <a:p>
            <a:r>
              <a:rPr dirty="0"/>
              <a:t>This gradient should be </a:t>
            </a:r>
            <a:br>
              <a:rPr dirty="0"/>
            </a:br>
            <a:r>
              <a:rPr dirty="0"/>
              <a:t>on top of the picture. </a:t>
            </a:r>
            <a:br>
              <a:rPr dirty="0"/>
            </a:br>
            <a:r>
              <a:rPr dirty="0"/>
              <a:t>This text and the </a:t>
            </a:r>
            <a:br>
              <a:rPr dirty="0"/>
            </a:br>
            <a:r>
              <a:rPr dirty="0"/>
              <a:t>media icon will</a:t>
            </a:r>
            <a:br>
              <a:rPr dirty="0"/>
            </a:br>
            <a:r>
              <a:rPr dirty="0"/>
              <a:t>not appear. </a:t>
            </a:r>
          </a:p>
        </p:txBody>
      </p:sp>
    </p:spTree>
    <p:extLst>
      <p:ext uri="{BB962C8B-B14F-4D97-AF65-F5344CB8AC3E}">
        <p14:creationId xmlns:p14="http://schemas.microsoft.com/office/powerpoint/2010/main" val="2822775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ransition Layouts (organizing slate)">
    <p:bg>
      <p:bgRef idx="1001">
        <a:schemeClr val="bg2"/>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6498C98-2B65-4248-A3C7-A31F80B0CF88}"/>
              </a:ext>
            </a:extLst>
          </p:cNvPr>
          <p:cNvSpPr txBox="1"/>
          <p:nvPr/>
        </p:nvSpPr>
        <p:spPr>
          <a:xfrm>
            <a:off x="323850" y="543595"/>
            <a:ext cx="11544300" cy="5770811"/>
          </a:xfrm>
          <a:prstGeom prst="rect">
            <a:avLst/>
          </a:prstGeom>
          <a:noFill/>
        </p:spPr>
        <p:txBody>
          <a:bodyPr wrap="square" lIns="0" tIns="0" rIns="0" bIns="0" rtlCol="0">
            <a:spAutoFit/>
          </a:bodyPr>
          <a:lstStyle/>
          <a:p>
            <a:pPr algn="ctr">
              <a:lnSpc>
                <a:spcPct val="100000"/>
              </a:lnSpc>
              <a:spcBef>
                <a:spcPts val="3600"/>
              </a:spcBef>
            </a:pPr>
            <a:r>
              <a:rPr sz="12500" b="1" dirty="0"/>
              <a:t>Transition or Statement Layouts</a:t>
            </a:r>
            <a:endParaRPr sz="12500" dirty="0"/>
          </a:p>
        </p:txBody>
      </p:sp>
    </p:spTree>
    <p:extLst>
      <p:ext uri="{BB962C8B-B14F-4D97-AF65-F5344CB8AC3E}">
        <p14:creationId xmlns:p14="http://schemas.microsoft.com/office/powerpoint/2010/main" val="519774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ransition or Statem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373E-79AD-4ABE-9992-FCB84BED234D}"/>
              </a:ext>
            </a:extLst>
          </p:cNvPr>
          <p:cNvSpPr>
            <a:spLocks noGrp="1"/>
          </p:cNvSpPr>
          <p:nvPr>
            <p:ph type="title" hasCustomPrompt="1"/>
          </p:nvPr>
        </p:nvSpPr>
        <p:spPr>
          <a:xfrm>
            <a:off x="3371851" y="2363854"/>
            <a:ext cx="6067424" cy="1251062"/>
          </a:xfrm>
        </p:spPr>
        <p:txBody>
          <a:bodyPr anchor="b"/>
          <a:lstStyle>
            <a:lvl1pPr algn="r">
              <a:defRPr>
                <a:solidFill>
                  <a:schemeClr val="tx1"/>
                </a:solidFill>
              </a:defRPr>
            </a:lvl1pPr>
          </a:lstStyle>
          <a:p>
            <a:r>
              <a:t>New topic, transition, or statement text</a:t>
            </a:r>
          </a:p>
        </p:txBody>
      </p:sp>
      <p:sp>
        <p:nvSpPr>
          <p:cNvPr id="7" name="Freeform: Shape 6">
            <a:extLst>
              <a:ext uri="{FF2B5EF4-FFF2-40B4-BE49-F238E27FC236}">
                <a16:creationId xmlns:a16="http://schemas.microsoft.com/office/drawing/2014/main" id="{9FF046CC-8079-4FBD-AD1C-61C173C675C9}"/>
              </a:ext>
            </a:extLst>
          </p:cNvPr>
          <p:cNvSpPr/>
          <p:nvPr/>
        </p:nvSpPr>
        <p:spPr>
          <a:xfrm>
            <a:off x="7356786" y="0"/>
            <a:ext cx="4835214" cy="6259497"/>
          </a:xfrm>
          <a:custGeom>
            <a:avLst/>
            <a:gdLst>
              <a:gd name="connsiteX0" fmla="*/ 4835214 w 4835214"/>
              <a:gd name="connsiteY0" fmla="*/ 3474936 h 6259497"/>
              <a:gd name="connsiteX1" fmla="*/ 4835214 w 4835214"/>
              <a:gd name="connsiteY1" fmla="*/ 3567582 h 6259497"/>
              <a:gd name="connsiteX2" fmla="*/ 3463614 w 4835214"/>
              <a:gd name="connsiteY2" fmla="*/ 6259497 h 6259497"/>
              <a:gd name="connsiteX3" fmla="*/ 3463614 w 4835214"/>
              <a:gd name="connsiteY3" fmla="*/ 6166852 h 6259497"/>
              <a:gd name="connsiteX4" fmla="*/ 4835214 w 4835214"/>
              <a:gd name="connsiteY4" fmla="*/ 2830865 h 6259497"/>
              <a:gd name="connsiteX5" fmla="*/ 4835214 w 4835214"/>
              <a:gd name="connsiteY5" fmla="*/ 2923510 h 6259497"/>
              <a:gd name="connsiteX6" fmla="*/ 3463614 w 4835214"/>
              <a:gd name="connsiteY6" fmla="*/ 5615427 h 6259497"/>
              <a:gd name="connsiteX7" fmla="*/ 3463614 w 4835214"/>
              <a:gd name="connsiteY7" fmla="*/ 5522781 h 6259497"/>
              <a:gd name="connsiteX8" fmla="*/ 4835214 w 4835214"/>
              <a:gd name="connsiteY8" fmla="*/ 2186811 h 6259497"/>
              <a:gd name="connsiteX9" fmla="*/ 4835214 w 4835214"/>
              <a:gd name="connsiteY9" fmla="*/ 2279457 h 6259497"/>
              <a:gd name="connsiteX10" fmla="*/ 3463614 w 4835214"/>
              <a:gd name="connsiteY10" fmla="*/ 4971373 h 6259497"/>
              <a:gd name="connsiteX11" fmla="*/ 3463614 w 4835214"/>
              <a:gd name="connsiteY11" fmla="*/ 4878727 h 6259497"/>
              <a:gd name="connsiteX12" fmla="*/ 4835214 w 4835214"/>
              <a:gd name="connsiteY12" fmla="*/ 1542757 h 6259497"/>
              <a:gd name="connsiteX13" fmla="*/ 4835214 w 4835214"/>
              <a:gd name="connsiteY13" fmla="*/ 1635403 h 6259497"/>
              <a:gd name="connsiteX14" fmla="*/ 3463614 w 4835214"/>
              <a:gd name="connsiteY14" fmla="*/ 4327319 h 6259497"/>
              <a:gd name="connsiteX15" fmla="*/ 3463614 w 4835214"/>
              <a:gd name="connsiteY15" fmla="*/ 4234674 h 6259497"/>
              <a:gd name="connsiteX16" fmla="*/ 4835214 w 4835214"/>
              <a:gd name="connsiteY16" fmla="*/ 898704 h 6259497"/>
              <a:gd name="connsiteX17" fmla="*/ 4835214 w 4835214"/>
              <a:gd name="connsiteY17" fmla="*/ 991350 h 6259497"/>
              <a:gd name="connsiteX18" fmla="*/ 3463614 w 4835214"/>
              <a:gd name="connsiteY18" fmla="*/ 3683266 h 6259497"/>
              <a:gd name="connsiteX19" fmla="*/ 3463614 w 4835214"/>
              <a:gd name="connsiteY19" fmla="*/ 3590620 h 6259497"/>
              <a:gd name="connsiteX20" fmla="*/ 4835214 w 4835214"/>
              <a:gd name="connsiteY20" fmla="*/ 254652 h 6259497"/>
              <a:gd name="connsiteX21" fmla="*/ 4835214 w 4835214"/>
              <a:gd name="connsiteY21" fmla="*/ 347297 h 6259497"/>
              <a:gd name="connsiteX22" fmla="*/ 3463614 w 4835214"/>
              <a:gd name="connsiteY22" fmla="*/ 3039213 h 6259497"/>
              <a:gd name="connsiteX23" fmla="*/ 3463614 w 4835214"/>
              <a:gd name="connsiteY23" fmla="*/ 2946568 h 6259497"/>
              <a:gd name="connsiteX24" fmla="*/ 4636804 w 4835214"/>
              <a:gd name="connsiteY24" fmla="*/ 0 h 6259497"/>
              <a:gd name="connsiteX25" fmla="*/ 4684009 w 4835214"/>
              <a:gd name="connsiteY25" fmla="*/ 0 h 6259497"/>
              <a:gd name="connsiteX26" fmla="*/ 3463614 w 4835214"/>
              <a:gd name="connsiteY26" fmla="*/ 2395160 h 6259497"/>
              <a:gd name="connsiteX27" fmla="*/ 3463614 w 4835214"/>
              <a:gd name="connsiteY27" fmla="*/ 2302515 h 6259497"/>
              <a:gd name="connsiteX28" fmla="*/ 4308642 w 4835214"/>
              <a:gd name="connsiteY28" fmla="*/ 0 h 6259497"/>
              <a:gd name="connsiteX29" fmla="*/ 4355847 w 4835214"/>
              <a:gd name="connsiteY29" fmla="*/ 0 h 6259497"/>
              <a:gd name="connsiteX30" fmla="*/ 3463614 w 4835214"/>
              <a:gd name="connsiteY30" fmla="*/ 1751106 h 6259497"/>
              <a:gd name="connsiteX31" fmla="*/ 3463614 w 4835214"/>
              <a:gd name="connsiteY31" fmla="*/ 1658461 h 6259497"/>
              <a:gd name="connsiteX32" fmla="*/ 3980480 w 4835214"/>
              <a:gd name="connsiteY32" fmla="*/ 0 h 6259497"/>
              <a:gd name="connsiteX33" fmla="*/ 4027685 w 4835214"/>
              <a:gd name="connsiteY33" fmla="*/ 0 h 6259497"/>
              <a:gd name="connsiteX34" fmla="*/ 3328820 w 4835214"/>
              <a:gd name="connsiteY34" fmla="*/ 1371600 h 6259497"/>
              <a:gd name="connsiteX35" fmla="*/ 3281615 w 4835214"/>
              <a:gd name="connsiteY35" fmla="*/ 1371600 h 6259497"/>
              <a:gd name="connsiteX36" fmla="*/ 3652319 w 4835214"/>
              <a:gd name="connsiteY36" fmla="*/ 0 h 6259497"/>
              <a:gd name="connsiteX37" fmla="*/ 3699524 w 4835214"/>
              <a:gd name="connsiteY37" fmla="*/ 0 h 6259497"/>
              <a:gd name="connsiteX38" fmla="*/ 3000659 w 4835214"/>
              <a:gd name="connsiteY38" fmla="*/ 1371600 h 6259497"/>
              <a:gd name="connsiteX39" fmla="*/ 2953454 w 4835214"/>
              <a:gd name="connsiteY39" fmla="*/ 1371600 h 6259497"/>
              <a:gd name="connsiteX40" fmla="*/ 3324157 w 4835214"/>
              <a:gd name="connsiteY40" fmla="*/ 0 h 6259497"/>
              <a:gd name="connsiteX41" fmla="*/ 3371363 w 4835214"/>
              <a:gd name="connsiteY41" fmla="*/ 0 h 6259497"/>
              <a:gd name="connsiteX42" fmla="*/ 2672498 w 4835214"/>
              <a:gd name="connsiteY42" fmla="*/ 1371600 h 6259497"/>
              <a:gd name="connsiteX43" fmla="*/ 2625292 w 4835214"/>
              <a:gd name="connsiteY43" fmla="*/ 1371600 h 6259497"/>
              <a:gd name="connsiteX44" fmla="*/ 2995995 w 4835214"/>
              <a:gd name="connsiteY44" fmla="*/ 0 h 6259497"/>
              <a:gd name="connsiteX45" fmla="*/ 3043201 w 4835214"/>
              <a:gd name="connsiteY45" fmla="*/ 0 h 6259497"/>
              <a:gd name="connsiteX46" fmla="*/ 2344336 w 4835214"/>
              <a:gd name="connsiteY46" fmla="*/ 1371600 h 6259497"/>
              <a:gd name="connsiteX47" fmla="*/ 2297130 w 4835214"/>
              <a:gd name="connsiteY47" fmla="*/ 1371600 h 6259497"/>
              <a:gd name="connsiteX48" fmla="*/ 2667833 w 4835214"/>
              <a:gd name="connsiteY48" fmla="*/ 0 h 6259497"/>
              <a:gd name="connsiteX49" fmla="*/ 2715039 w 4835214"/>
              <a:gd name="connsiteY49" fmla="*/ 0 h 6259497"/>
              <a:gd name="connsiteX50" fmla="*/ 2016174 w 4835214"/>
              <a:gd name="connsiteY50" fmla="*/ 1371600 h 6259497"/>
              <a:gd name="connsiteX51" fmla="*/ 1968968 w 4835214"/>
              <a:gd name="connsiteY51" fmla="*/ 1371600 h 6259497"/>
              <a:gd name="connsiteX52" fmla="*/ 2339672 w 4835214"/>
              <a:gd name="connsiteY52" fmla="*/ 0 h 6259497"/>
              <a:gd name="connsiteX53" fmla="*/ 2386877 w 4835214"/>
              <a:gd name="connsiteY53" fmla="*/ 0 h 6259497"/>
              <a:gd name="connsiteX54" fmla="*/ 1688012 w 4835214"/>
              <a:gd name="connsiteY54" fmla="*/ 1371600 h 6259497"/>
              <a:gd name="connsiteX55" fmla="*/ 1640807 w 4835214"/>
              <a:gd name="connsiteY55" fmla="*/ 1371600 h 6259497"/>
              <a:gd name="connsiteX56" fmla="*/ 2011512 w 4835214"/>
              <a:gd name="connsiteY56" fmla="*/ 0 h 6259497"/>
              <a:gd name="connsiteX57" fmla="*/ 2058716 w 4835214"/>
              <a:gd name="connsiteY57" fmla="*/ 0 h 6259497"/>
              <a:gd name="connsiteX58" fmla="*/ 1359851 w 4835214"/>
              <a:gd name="connsiteY58" fmla="*/ 1371600 h 6259497"/>
              <a:gd name="connsiteX59" fmla="*/ 1312647 w 4835214"/>
              <a:gd name="connsiteY59" fmla="*/ 1371600 h 6259497"/>
              <a:gd name="connsiteX60" fmla="*/ 1683349 w 4835214"/>
              <a:gd name="connsiteY60" fmla="*/ 0 h 6259497"/>
              <a:gd name="connsiteX61" fmla="*/ 1730554 w 4835214"/>
              <a:gd name="connsiteY61" fmla="*/ 0 h 6259497"/>
              <a:gd name="connsiteX62" fmla="*/ 1031689 w 4835214"/>
              <a:gd name="connsiteY62" fmla="*/ 1371600 h 6259497"/>
              <a:gd name="connsiteX63" fmla="*/ 984484 w 4835214"/>
              <a:gd name="connsiteY63" fmla="*/ 1371600 h 6259497"/>
              <a:gd name="connsiteX64" fmla="*/ 1355187 w 4835214"/>
              <a:gd name="connsiteY64" fmla="*/ 0 h 6259497"/>
              <a:gd name="connsiteX65" fmla="*/ 1402393 w 4835214"/>
              <a:gd name="connsiteY65" fmla="*/ 0 h 6259497"/>
              <a:gd name="connsiteX66" fmla="*/ 703528 w 4835214"/>
              <a:gd name="connsiteY66" fmla="*/ 1371600 h 6259497"/>
              <a:gd name="connsiteX67" fmla="*/ 656322 w 4835214"/>
              <a:gd name="connsiteY67" fmla="*/ 1371600 h 6259497"/>
              <a:gd name="connsiteX68" fmla="*/ 1027026 w 4835214"/>
              <a:gd name="connsiteY68" fmla="*/ 0 h 6259497"/>
              <a:gd name="connsiteX69" fmla="*/ 1074231 w 4835214"/>
              <a:gd name="connsiteY69" fmla="*/ 0 h 6259497"/>
              <a:gd name="connsiteX70" fmla="*/ 375366 w 4835214"/>
              <a:gd name="connsiteY70" fmla="*/ 1371600 h 6259497"/>
              <a:gd name="connsiteX71" fmla="*/ 328161 w 4835214"/>
              <a:gd name="connsiteY71" fmla="*/ 1371600 h 6259497"/>
              <a:gd name="connsiteX72" fmla="*/ 698865 w 4835214"/>
              <a:gd name="connsiteY72" fmla="*/ 0 h 6259497"/>
              <a:gd name="connsiteX73" fmla="*/ 746070 w 4835214"/>
              <a:gd name="connsiteY73" fmla="*/ 0 h 6259497"/>
              <a:gd name="connsiteX74" fmla="*/ 47205 w 4835214"/>
              <a:gd name="connsiteY74" fmla="*/ 1371600 h 6259497"/>
              <a:gd name="connsiteX75" fmla="*/ 0 w 4835214"/>
              <a:gd name="connsiteY75" fmla="*/ 1371600 h 6259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835214" h="6259497">
                <a:moveTo>
                  <a:pt x="4835214" y="3474936"/>
                </a:moveTo>
                <a:lnTo>
                  <a:pt x="4835214" y="3567582"/>
                </a:lnTo>
                <a:lnTo>
                  <a:pt x="3463614" y="6259497"/>
                </a:lnTo>
                <a:lnTo>
                  <a:pt x="3463614" y="6166852"/>
                </a:lnTo>
                <a:close/>
                <a:moveTo>
                  <a:pt x="4835214" y="2830865"/>
                </a:moveTo>
                <a:lnTo>
                  <a:pt x="4835214" y="2923510"/>
                </a:lnTo>
                <a:lnTo>
                  <a:pt x="3463614" y="5615427"/>
                </a:lnTo>
                <a:lnTo>
                  <a:pt x="3463614" y="5522781"/>
                </a:lnTo>
                <a:close/>
                <a:moveTo>
                  <a:pt x="4835214" y="2186811"/>
                </a:moveTo>
                <a:lnTo>
                  <a:pt x="4835214" y="2279457"/>
                </a:lnTo>
                <a:lnTo>
                  <a:pt x="3463614" y="4971373"/>
                </a:lnTo>
                <a:lnTo>
                  <a:pt x="3463614" y="4878727"/>
                </a:lnTo>
                <a:close/>
                <a:moveTo>
                  <a:pt x="4835214" y="1542757"/>
                </a:moveTo>
                <a:lnTo>
                  <a:pt x="4835214" y="1635403"/>
                </a:lnTo>
                <a:lnTo>
                  <a:pt x="3463614" y="4327319"/>
                </a:lnTo>
                <a:lnTo>
                  <a:pt x="3463614" y="4234674"/>
                </a:lnTo>
                <a:close/>
                <a:moveTo>
                  <a:pt x="4835214" y="898704"/>
                </a:moveTo>
                <a:lnTo>
                  <a:pt x="4835214" y="991350"/>
                </a:lnTo>
                <a:lnTo>
                  <a:pt x="3463614" y="3683266"/>
                </a:lnTo>
                <a:lnTo>
                  <a:pt x="3463614" y="3590620"/>
                </a:lnTo>
                <a:close/>
                <a:moveTo>
                  <a:pt x="4835214" y="254652"/>
                </a:moveTo>
                <a:lnTo>
                  <a:pt x="4835214" y="347297"/>
                </a:lnTo>
                <a:lnTo>
                  <a:pt x="3463614" y="3039213"/>
                </a:lnTo>
                <a:lnTo>
                  <a:pt x="3463614" y="2946568"/>
                </a:lnTo>
                <a:close/>
                <a:moveTo>
                  <a:pt x="4636804" y="0"/>
                </a:moveTo>
                <a:lnTo>
                  <a:pt x="4684009" y="0"/>
                </a:lnTo>
                <a:lnTo>
                  <a:pt x="3463614" y="2395160"/>
                </a:lnTo>
                <a:lnTo>
                  <a:pt x="3463614" y="2302515"/>
                </a:lnTo>
                <a:close/>
                <a:moveTo>
                  <a:pt x="4308642" y="0"/>
                </a:moveTo>
                <a:lnTo>
                  <a:pt x="4355847" y="0"/>
                </a:lnTo>
                <a:lnTo>
                  <a:pt x="3463614" y="1751106"/>
                </a:lnTo>
                <a:lnTo>
                  <a:pt x="3463614" y="1658461"/>
                </a:lnTo>
                <a:close/>
                <a:moveTo>
                  <a:pt x="3980480" y="0"/>
                </a:moveTo>
                <a:lnTo>
                  <a:pt x="4027685" y="0"/>
                </a:lnTo>
                <a:lnTo>
                  <a:pt x="3328820" y="1371600"/>
                </a:lnTo>
                <a:lnTo>
                  <a:pt x="3281615" y="1371600"/>
                </a:lnTo>
                <a:close/>
                <a:moveTo>
                  <a:pt x="3652319" y="0"/>
                </a:moveTo>
                <a:lnTo>
                  <a:pt x="3699524" y="0"/>
                </a:lnTo>
                <a:lnTo>
                  <a:pt x="3000659" y="1371600"/>
                </a:lnTo>
                <a:lnTo>
                  <a:pt x="2953454" y="1371600"/>
                </a:lnTo>
                <a:close/>
                <a:moveTo>
                  <a:pt x="3324157" y="0"/>
                </a:moveTo>
                <a:lnTo>
                  <a:pt x="3371363" y="0"/>
                </a:lnTo>
                <a:lnTo>
                  <a:pt x="2672498" y="1371600"/>
                </a:lnTo>
                <a:lnTo>
                  <a:pt x="2625292" y="1371600"/>
                </a:lnTo>
                <a:close/>
                <a:moveTo>
                  <a:pt x="2995995" y="0"/>
                </a:moveTo>
                <a:lnTo>
                  <a:pt x="3043201" y="0"/>
                </a:lnTo>
                <a:lnTo>
                  <a:pt x="2344336" y="1371600"/>
                </a:lnTo>
                <a:lnTo>
                  <a:pt x="2297130" y="1371600"/>
                </a:lnTo>
                <a:close/>
                <a:moveTo>
                  <a:pt x="2667833" y="0"/>
                </a:moveTo>
                <a:lnTo>
                  <a:pt x="2715039" y="0"/>
                </a:lnTo>
                <a:lnTo>
                  <a:pt x="2016174" y="1371600"/>
                </a:lnTo>
                <a:lnTo>
                  <a:pt x="1968968" y="1371600"/>
                </a:lnTo>
                <a:close/>
                <a:moveTo>
                  <a:pt x="2339672" y="0"/>
                </a:moveTo>
                <a:lnTo>
                  <a:pt x="2386877" y="0"/>
                </a:lnTo>
                <a:lnTo>
                  <a:pt x="1688012" y="1371600"/>
                </a:lnTo>
                <a:lnTo>
                  <a:pt x="1640807" y="1371600"/>
                </a:lnTo>
                <a:close/>
                <a:moveTo>
                  <a:pt x="2011512" y="0"/>
                </a:moveTo>
                <a:lnTo>
                  <a:pt x="2058716" y="0"/>
                </a:lnTo>
                <a:lnTo>
                  <a:pt x="1359851" y="1371600"/>
                </a:lnTo>
                <a:lnTo>
                  <a:pt x="1312647" y="1371600"/>
                </a:lnTo>
                <a:close/>
                <a:moveTo>
                  <a:pt x="1683349" y="0"/>
                </a:moveTo>
                <a:lnTo>
                  <a:pt x="1730554" y="0"/>
                </a:lnTo>
                <a:lnTo>
                  <a:pt x="1031689" y="1371600"/>
                </a:lnTo>
                <a:lnTo>
                  <a:pt x="984484" y="1371600"/>
                </a:lnTo>
                <a:close/>
                <a:moveTo>
                  <a:pt x="1355187" y="0"/>
                </a:moveTo>
                <a:lnTo>
                  <a:pt x="1402393" y="0"/>
                </a:lnTo>
                <a:lnTo>
                  <a:pt x="703528" y="1371600"/>
                </a:lnTo>
                <a:lnTo>
                  <a:pt x="656322" y="1371600"/>
                </a:lnTo>
                <a:close/>
                <a:moveTo>
                  <a:pt x="1027026" y="0"/>
                </a:moveTo>
                <a:lnTo>
                  <a:pt x="1074231" y="0"/>
                </a:lnTo>
                <a:lnTo>
                  <a:pt x="375366" y="1371600"/>
                </a:lnTo>
                <a:lnTo>
                  <a:pt x="328161" y="1371600"/>
                </a:lnTo>
                <a:close/>
                <a:moveTo>
                  <a:pt x="698865" y="0"/>
                </a:moveTo>
                <a:lnTo>
                  <a:pt x="746070" y="0"/>
                </a:lnTo>
                <a:lnTo>
                  <a:pt x="47205" y="1371600"/>
                </a:lnTo>
                <a:lnTo>
                  <a:pt x="0" y="1371600"/>
                </a:lnTo>
                <a:close/>
              </a:path>
            </a:pathLst>
          </a:custGeom>
          <a:gradFill flip="none" rotWithShape="1">
            <a:gsLst>
              <a:gs pos="24000">
                <a:srgbClr val="00A88C"/>
              </a:gs>
              <a:gs pos="100000">
                <a:srgbClr val="05A2C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6" name="Text Placeholder 5">
            <a:extLst>
              <a:ext uri="{FF2B5EF4-FFF2-40B4-BE49-F238E27FC236}">
                <a16:creationId xmlns:a16="http://schemas.microsoft.com/office/drawing/2014/main" id="{191A5BD7-ABB8-4401-B0A5-77256FC72028}"/>
              </a:ext>
            </a:extLst>
          </p:cNvPr>
          <p:cNvSpPr>
            <a:spLocks noGrp="1"/>
          </p:cNvSpPr>
          <p:nvPr>
            <p:ph type="body" sz="quarter" idx="10" hasCustomPrompt="1"/>
          </p:nvPr>
        </p:nvSpPr>
        <p:spPr>
          <a:xfrm>
            <a:off x="3371850" y="3879850"/>
            <a:ext cx="6067425" cy="469412"/>
          </a:xfrm>
        </p:spPr>
        <p:txBody>
          <a:bodyPr/>
          <a:lstStyle>
            <a:lvl1pPr marL="0" indent="0" algn="r">
              <a:lnSpc>
                <a:spcPct val="100000"/>
              </a:lnSpc>
              <a:spcBef>
                <a:spcPts val="0"/>
              </a:spcBef>
              <a:buNone/>
              <a:defRPr sz="2000"/>
            </a:lvl1pPr>
            <a:lvl2pPr marL="0" indent="0" algn="r">
              <a:lnSpc>
                <a:spcPct val="100000"/>
              </a:lnSpc>
              <a:spcBef>
                <a:spcPts val="0"/>
              </a:spcBef>
              <a:buNone/>
              <a:defRPr sz="2000"/>
            </a:lvl2pPr>
            <a:lvl3pPr marL="0" indent="0" algn="r">
              <a:lnSpc>
                <a:spcPct val="100000"/>
              </a:lnSpc>
              <a:spcBef>
                <a:spcPts val="0"/>
              </a:spcBef>
              <a:buNone/>
              <a:defRPr sz="2000"/>
            </a:lvl3pPr>
            <a:lvl4pPr marL="0" indent="0" algn="r">
              <a:lnSpc>
                <a:spcPct val="100000"/>
              </a:lnSpc>
              <a:spcBef>
                <a:spcPts val="0"/>
              </a:spcBef>
              <a:buNone/>
              <a:defRPr sz="2000"/>
            </a:lvl4pPr>
            <a:lvl5pPr marL="0" indent="0" algn="r">
              <a:lnSpc>
                <a:spcPct val="100000"/>
              </a:lnSpc>
              <a:spcBef>
                <a:spcPts val="0"/>
              </a:spcBef>
              <a:buNone/>
              <a:defRPr sz="2000"/>
            </a:lvl5pPr>
            <a:lvl6pPr marL="0" indent="0" algn="r">
              <a:lnSpc>
                <a:spcPct val="100000"/>
              </a:lnSpc>
              <a:spcBef>
                <a:spcPts val="0"/>
              </a:spcBef>
              <a:buNone/>
              <a:defRPr sz="2000"/>
            </a:lvl6pPr>
            <a:lvl7pPr marL="0" indent="0" algn="r">
              <a:lnSpc>
                <a:spcPct val="100000"/>
              </a:lnSpc>
              <a:spcBef>
                <a:spcPts val="0"/>
              </a:spcBef>
              <a:buNone/>
              <a:defRPr sz="2000"/>
            </a:lvl7pPr>
            <a:lvl8pPr marL="0" indent="0" algn="r">
              <a:lnSpc>
                <a:spcPct val="100000"/>
              </a:lnSpc>
              <a:spcBef>
                <a:spcPts val="0"/>
              </a:spcBef>
              <a:buNone/>
              <a:defRPr sz="2000"/>
            </a:lvl8pPr>
            <a:lvl9pPr marL="0" indent="0" algn="r">
              <a:lnSpc>
                <a:spcPct val="100000"/>
              </a:lnSpc>
              <a:spcBef>
                <a:spcPts val="0"/>
              </a:spcBef>
              <a:buNone/>
              <a:defRPr sz="2000"/>
            </a:lvl9pPr>
          </a:lstStyle>
          <a:p>
            <a:pPr lvl="0"/>
            <a:r>
              <a:t>Optional text</a:t>
            </a:r>
          </a:p>
        </p:txBody>
      </p:sp>
    </p:spTree>
    <p:extLst>
      <p:ext uri="{BB962C8B-B14F-4D97-AF65-F5344CB8AC3E}">
        <p14:creationId xmlns:p14="http://schemas.microsoft.com/office/powerpoint/2010/main" val="26659948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ransition or Statement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373E-79AD-4ABE-9992-FCB84BED234D}"/>
              </a:ext>
            </a:extLst>
          </p:cNvPr>
          <p:cNvSpPr>
            <a:spLocks noGrp="1"/>
          </p:cNvSpPr>
          <p:nvPr>
            <p:ph type="title" hasCustomPrompt="1"/>
          </p:nvPr>
        </p:nvSpPr>
        <p:spPr>
          <a:xfrm>
            <a:off x="3371851" y="2363854"/>
            <a:ext cx="6067424" cy="1251062"/>
          </a:xfrm>
        </p:spPr>
        <p:txBody>
          <a:bodyPr anchor="b"/>
          <a:lstStyle>
            <a:lvl1pPr algn="r">
              <a:defRPr>
                <a:solidFill>
                  <a:schemeClr val="tx1"/>
                </a:solidFill>
              </a:defRPr>
            </a:lvl1pPr>
          </a:lstStyle>
          <a:p>
            <a:r>
              <a:t>New topic, transition, or statement text</a:t>
            </a:r>
          </a:p>
        </p:txBody>
      </p:sp>
      <p:sp>
        <p:nvSpPr>
          <p:cNvPr id="9" name="Freeform: Shape 8">
            <a:extLst>
              <a:ext uri="{FF2B5EF4-FFF2-40B4-BE49-F238E27FC236}">
                <a16:creationId xmlns:a16="http://schemas.microsoft.com/office/drawing/2014/main" id="{B4439ED5-32F2-48A6-9861-BFF9697A5E20}"/>
              </a:ext>
            </a:extLst>
          </p:cNvPr>
          <p:cNvSpPr/>
          <p:nvPr/>
        </p:nvSpPr>
        <p:spPr>
          <a:xfrm>
            <a:off x="7356786" y="0"/>
            <a:ext cx="4835214" cy="6259497"/>
          </a:xfrm>
          <a:custGeom>
            <a:avLst/>
            <a:gdLst>
              <a:gd name="connsiteX0" fmla="*/ 4835214 w 4835214"/>
              <a:gd name="connsiteY0" fmla="*/ 3474936 h 6259497"/>
              <a:gd name="connsiteX1" fmla="*/ 4835214 w 4835214"/>
              <a:gd name="connsiteY1" fmla="*/ 3567582 h 6259497"/>
              <a:gd name="connsiteX2" fmla="*/ 3463614 w 4835214"/>
              <a:gd name="connsiteY2" fmla="*/ 6259497 h 6259497"/>
              <a:gd name="connsiteX3" fmla="*/ 3463614 w 4835214"/>
              <a:gd name="connsiteY3" fmla="*/ 6166852 h 6259497"/>
              <a:gd name="connsiteX4" fmla="*/ 4835214 w 4835214"/>
              <a:gd name="connsiteY4" fmla="*/ 2830865 h 6259497"/>
              <a:gd name="connsiteX5" fmla="*/ 4835214 w 4835214"/>
              <a:gd name="connsiteY5" fmla="*/ 2923510 h 6259497"/>
              <a:gd name="connsiteX6" fmla="*/ 3463614 w 4835214"/>
              <a:gd name="connsiteY6" fmla="*/ 5615427 h 6259497"/>
              <a:gd name="connsiteX7" fmla="*/ 3463614 w 4835214"/>
              <a:gd name="connsiteY7" fmla="*/ 5522781 h 6259497"/>
              <a:gd name="connsiteX8" fmla="*/ 4835214 w 4835214"/>
              <a:gd name="connsiteY8" fmla="*/ 2186811 h 6259497"/>
              <a:gd name="connsiteX9" fmla="*/ 4835214 w 4835214"/>
              <a:gd name="connsiteY9" fmla="*/ 2279457 h 6259497"/>
              <a:gd name="connsiteX10" fmla="*/ 3463614 w 4835214"/>
              <a:gd name="connsiteY10" fmla="*/ 4971373 h 6259497"/>
              <a:gd name="connsiteX11" fmla="*/ 3463614 w 4835214"/>
              <a:gd name="connsiteY11" fmla="*/ 4878727 h 6259497"/>
              <a:gd name="connsiteX12" fmla="*/ 4835214 w 4835214"/>
              <a:gd name="connsiteY12" fmla="*/ 1542757 h 6259497"/>
              <a:gd name="connsiteX13" fmla="*/ 4835214 w 4835214"/>
              <a:gd name="connsiteY13" fmla="*/ 1635403 h 6259497"/>
              <a:gd name="connsiteX14" fmla="*/ 3463614 w 4835214"/>
              <a:gd name="connsiteY14" fmla="*/ 4327319 h 6259497"/>
              <a:gd name="connsiteX15" fmla="*/ 3463614 w 4835214"/>
              <a:gd name="connsiteY15" fmla="*/ 4234674 h 6259497"/>
              <a:gd name="connsiteX16" fmla="*/ 4835214 w 4835214"/>
              <a:gd name="connsiteY16" fmla="*/ 898704 h 6259497"/>
              <a:gd name="connsiteX17" fmla="*/ 4835214 w 4835214"/>
              <a:gd name="connsiteY17" fmla="*/ 991350 h 6259497"/>
              <a:gd name="connsiteX18" fmla="*/ 3463614 w 4835214"/>
              <a:gd name="connsiteY18" fmla="*/ 3683266 h 6259497"/>
              <a:gd name="connsiteX19" fmla="*/ 3463614 w 4835214"/>
              <a:gd name="connsiteY19" fmla="*/ 3590620 h 6259497"/>
              <a:gd name="connsiteX20" fmla="*/ 4835214 w 4835214"/>
              <a:gd name="connsiteY20" fmla="*/ 254652 h 6259497"/>
              <a:gd name="connsiteX21" fmla="*/ 4835214 w 4835214"/>
              <a:gd name="connsiteY21" fmla="*/ 347297 h 6259497"/>
              <a:gd name="connsiteX22" fmla="*/ 3463614 w 4835214"/>
              <a:gd name="connsiteY22" fmla="*/ 3039213 h 6259497"/>
              <a:gd name="connsiteX23" fmla="*/ 3463614 w 4835214"/>
              <a:gd name="connsiteY23" fmla="*/ 2946568 h 6259497"/>
              <a:gd name="connsiteX24" fmla="*/ 4636804 w 4835214"/>
              <a:gd name="connsiteY24" fmla="*/ 0 h 6259497"/>
              <a:gd name="connsiteX25" fmla="*/ 4684009 w 4835214"/>
              <a:gd name="connsiteY25" fmla="*/ 0 h 6259497"/>
              <a:gd name="connsiteX26" fmla="*/ 3463614 w 4835214"/>
              <a:gd name="connsiteY26" fmla="*/ 2395160 h 6259497"/>
              <a:gd name="connsiteX27" fmla="*/ 3463614 w 4835214"/>
              <a:gd name="connsiteY27" fmla="*/ 2302515 h 6259497"/>
              <a:gd name="connsiteX28" fmla="*/ 4308642 w 4835214"/>
              <a:gd name="connsiteY28" fmla="*/ 0 h 6259497"/>
              <a:gd name="connsiteX29" fmla="*/ 4355847 w 4835214"/>
              <a:gd name="connsiteY29" fmla="*/ 0 h 6259497"/>
              <a:gd name="connsiteX30" fmla="*/ 3463614 w 4835214"/>
              <a:gd name="connsiteY30" fmla="*/ 1751106 h 6259497"/>
              <a:gd name="connsiteX31" fmla="*/ 3463614 w 4835214"/>
              <a:gd name="connsiteY31" fmla="*/ 1658461 h 6259497"/>
              <a:gd name="connsiteX32" fmla="*/ 3980480 w 4835214"/>
              <a:gd name="connsiteY32" fmla="*/ 0 h 6259497"/>
              <a:gd name="connsiteX33" fmla="*/ 4027685 w 4835214"/>
              <a:gd name="connsiteY33" fmla="*/ 0 h 6259497"/>
              <a:gd name="connsiteX34" fmla="*/ 3328820 w 4835214"/>
              <a:gd name="connsiteY34" fmla="*/ 1371600 h 6259497"/>
              <a:gd name="connsiteX35" fmla="*/ 3281615 w 4835214"/>
              <a:gd name="connsiteY35" fmla="*/ 1371600 h 6259497"/>
              <a:gd name="connsiteX36" fmla="*/ 3652319 w 4835214"/>
              <a:gd name="connsiteY36" fmla="*/ 0 h 6259497"/>
              <a:gd name="connsiteX37" fmla="*/ 3699524 w 4835214"/>
              <a:gd name="connsiteY37" fmla="*/ 0 h 6259497"/>
              <a:gd name="connsiteX38" fmla="*/ 3000659 w 4835214"/>
              <a:gd name="connsiteY38" fmla="*/ 1371600 h 6259497"/>
              <a:gd name="connsiteX39" fmla="*/ 2953454 w 4835214"/>
              <a:gd name="connsiteY39" fmla="*/ 1371600 h 6259497"/>
              <a:gd name="connsiteX40" fmla="*/ 3324157 w 4835214"/>
              <a:gd name="connsiteY40" fmla="*/ 0 h 6259497"/>
              <a:gd name="connsiteX41" fmla="*/ 3371363 w 4835214"/>
              <a:gd name="connsiteY41" fmla="*/ 0 h 6259497"/>
              <a:gd name="connsiteX42" fmla="*/ 2672498 w 4835214"/>
              <a:gd name="connsiteY42" fmla="*/ 1371600 h 6259497"/>
              <a:gd name="connsiteX43" fmla="*/ 2625292 w 4835214"/>
              <a:gd name="connsiteY43" fmla="*/ 1371600 h 6259497"/>
              <a:gd name="connsiteX44" fmla="*/ 2995995 w 4835214"/>
              <a:gd name="connsiteY44" fmla="*/ 0 h 6259497"/>
              <a:gd name="connsiteX45" fmla="*/ 3043201 w 4835214"/>
              <a:gd name="connsiteY45" fmla="*/ 0 h 6259497"/>
              <a:gd name="connsiteX46" fmla="*/ 2344336 w 4835214"/>
              <a:gd name="connsiteY46" fmla="*/ 1371600 h 6259497"/>
              <a:gd name="connsiteX47" fmla="*/ 2297130 w 4835214"/>
              <a:gd name="connsiteY47" fmla="*/ 1371600 h 6259497"/>
              <a:gd name="connsiteX48" fmla="*/ 2667833 w 4835214"/>
              <a:gd name="connsiteY48" fmla="*/ 0 h 6259497"/>
              <a:gd name="connsiteX49" fmla="*/ 2715039 w 4835214"/>
              <a:gd name="connsiteY49" fmla="*/ 0 h 6259497"/>
              <a:gd name="connsiteX50" fmla="*/ 2016174 w 4835214"/>
              <a:gd name="connsiteY50" fmla="*/ 1371600 h 6259497"/>
              <a:gd name="connsiteX51" fmla="*/ 1968968 w 4835214"/>
              <a:gd name="connsiteY51" fmla="*/ 1371600 h 6259497"/>
              <a:gd name="connsiteX52" fmla="*/ 2339672 w 4835214"/>
              <a:gd name="connsiteY52" fmla="*/ 0 h 6259497"/>
              <a:gd name="connsiteX53" fmla="*/ 2386877 w 4835214"/>
              <a:gd name="connsiteY53" fmla="*/ 0 h 6259497"/>
              <a:gd name="connsiteX54" fmla="*/ 1688012 w 4835214"/>
              <a:gd name="connsiteY54" fmla="*/ 1371600 h 6259497"/>
              <a:gd name="connsiteX55" fmla="*/ 1640807 w 4835214"/>
              <a:gd name="connsiteY55" fmla="*/ 1371600 h 6259497"/>
              <a:gd name="connsiteX56" fmla="*/ 2011512 w 4835214"/>
              <a:gd name="connsiteY56" fmla="*/ 0 h 6259497"/>
              <a:gd name="connsiteX57" fmla="*/ 2058716 w 4835214"/>
              <a:gd name="connsiteY57" fmla="*/ 0 h 6259497"/>
              <a:gd name="connsiteX58" fmla="*/ 1359851 w 4835214"/>
              <a:gd name="connsiteY58" fmla="*/ 1371600 h 6259497"/>
              <a:gd name="connsiteX59" fmla="*/ 1312647 w 4835214"/>
              <a:gd name="connsiteY59" fmla="*/ 1371600 h 6259497"/>
              <a:gd name="connsiteX60" fmla="*/ 1683349 w 4835214"/>
              <a:gd name="connsiteY60" fmla="*/ 0 h 6259497"/>
              <a:gd name="connsiteX61" fmla="*/ 1730554 w 4835214"/>
              <a:gd name="connsiteY61" fmla="*/ 0 h 6259497"/>
              <a:gd name="connsiteX62" fmla="*/ 1031689 w 4835214"/>
              <a:gd name="connsiteY62" fmla="*/ 1371600 h 6259497"/>
              <a:gd name="connsiteX63" fmla="*/ 984484 w 4835214"/>
              <a:gd name="connsiteY63" fmla="*/ 1371600 h 6259497"/>
              <a:gd name="connsiteX64" fmla="*/ 1355187 w 4835214"/>
              <a:gd name="connsiteY64" fmla="*/ 0 h 6259497"/>
              <a:gd name="connsiteX65" fmla="*/ 1402393 w 4835214"/>
              <a:gd name="connsiteY65" fmla="*/ 0 h 6259497"/>
              <a:gd name="connsiteX66" fmla="*/ 703528 w 4835214"/>
              <a:gd name="connsiteY66" fmla="*/ 1371600 h 6259497"/>
              <a:gd name="connsiteX67" fmla="*/ 656322 w 4835214"/>
              <a:gd name="connsiteY67" fmla="*/ 1371600 h 6259497"/>
              <a:gd name="connsiteX68" fmla="*/ 1027026 w 4835214"/>
              <a:gd name="connsiteY68" fmla="*/ 0 h 6259497"/>
              <a:gd name="connsiteX69" fmla="*/ 1074231 w 4835214"/>
              <a:gd name="connsiteY69" fmla="*/ 0 h 6259497"/>
              <a:gd name="connsiteX70" fmla="*/ 375366 w 4835214"/>
              <a:gd name="connsiteY70" fmla="*/ 1371600 h 6259497"/>
              <a:gd name="connsiteX71" fmla="*/ 328161 w 4835214"/>
              <a:gd name="connsiteY71" fmla="*/ 1371600 h 6259497"/>
              <a:gd name="connsiteX72" fmla="*/ 698865 w 4835214"/>
              <a:gd name="connsiteY72" fmla="*/ 0 h 6259497"/>
              <a:gd name="connsiteX73" fmla="*/ 746070 w 4835214"/>
              <a:gd name="connsiteY73" fmla="*/ 0 h 6259497"/>
              <a:gd name="connsiteX74" fmla="*/ 47205 w 4835214"/>
              <a:gd name="connsiteY74" fmla="*/ 1371600 h 6259497"/>
              <a:gd name="connsiteX75" fmla="*/ 0 w 4835214"/>
              <a:gd name="connsiteY75" fmla="*/ 1371600 h 6259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835214" h="6259497">
                <a:moveTo>
                  <a:pt x="4835214" y="3474936"/>
                </a:moveTo>
                <a:lnTo>
                  <a:pt x="4835214" y="3567582"/>
                </a:lnTo>
                <a:lnTo>
                  <a:pt x="3463614" y="6259497"/>
                </a:lnTo>
                <a:lnTo>
                  <a:pt x="3463614" y="6166852"/>
                </a:lnTo>
                <a:close/>
                <a:moveTo>
                  <a:pt x="4835214" y="2830865"/>
                </a:moveTo>
                <a:lnTo>
                  <a:pt x="4835214" y="2923510"/>
                </a:lnTo>
                <a:lnTo>
                  <a:pt x="3463614" y="5615427"/>
                </a:lnTo>
                <a:lnTo>
                  <a:pt x="3463614" y="5522781"/>
                </a:lnTo>
                <a:close/>
                <a:moveTo>
                  <a:pt x="4835214" y="2186811"/>
                </a:moveTo>
                <a:lnTo>
                  <a:pt x="4835214" y="2279457"/>
                </a:lnTo>
                <a:lnTo>
                  <a:pt x="3463614" y="4971373"/>
                </a:lnTo>
                <a:lnTo>
                  <a:pt x="3463614" y="4878727"/>
                </a:lnTo>
                <a:close/>
                <a:moveTo>
                  <a:pt x="4835214" y="1542757"/>
                </a:moveTo>
                <a:lnTo>
                  <a:pt x="4835214" y="1635403"/>
                </a:lnTo>
                <a:lnTo>
                  <a:pt x="3463614" y="4327319"/>
                </a:lnTo>
                <a:lnTo>
                  <a:pt x="3463614" y="4234674"/>
                </a:lnTo>
                <a:close/>
                <a:moveTo>
                  <a:pt x="4835214" y="898704"/>
                </a:moveTo>
                <a:lnTo>
                  <a:pt x="4835214" y="991350"/>
                </a:lnTo>
                <a:lnTo>
                  <a:pt x="3463614" y="3683266"/>
                </a:lnTo>
                <a:lnTo>
                  <a:pt x="3463614" y="3590620"/>
                </a:lnTo>
                <a:close/>
                <a:moveTo>
                  <a:pt x="4835214" y="254652"/>
                </a:moveTo>
                <a:lnTo>
                  <a:pt x="4835214" y="347297"/>
                </a:lnTo>
                <a:lnTo>
                  <a:pt x="3463614" y="3039213"/>
                </a:lnTo>
                <a:lnTo>
                  <a:pt x="3463614" y="2946568"/>
                </a:lnTo>
                <a:close/>
                <a:moveTo>
                  <a:pt x="4636804" y="0"/>
                </a:moveTo>
                <a:lnTo>
                  <a:pt x="4684009" y="0"/>
                </a:lnTo>
                <a:lnTo>
                  <a:pt x="3463614" y="2395160"/>
                </a:lnTo>
                <a:lnTo>
                  <a:pt x="3463614" y="2302515"/>
                </a:lnTo>
                <a:close/>
                <a:moveTo>
                  <a:pt x="4308642" y="0"/>
                </a:moveTo>
                <a:lnTo>
                  <a:pt x="4355847" y="0"/>
                </a:lnTo>
                <a:lnTo>
                  <a:pt x="3463614" y="1751106"/>
                </a:lnTo>
                <a:lnTo>
                  <a:pt x="3463614" y="1658461"/>
                </a:lnTo>
                <a:close/>
                <a:moveTo>
                  <a:pt x="3980480" y="0"/>
                </a:moveTo>
                <a:lnTo>
                  <a:pt x="4027685" y="0"/>
                </a:lnTo>
                <a:lnTo>
                  <a:pt x="3328820" y="1371600"/>
                </a:lnTo>
                <a:lnTo>
                  <a:pt x="3281615" y="1371600"/>
                </a:lnTo>
                <a:close/>
                <a:moveTo>
                  <a:pt x="3652319" y="0"/>
                </a:moveTo>
                <a:lnTo>
                  <a:pt x="3699524" y="0"/>
                </a:lnTo>
                <a:lnTo>
                  <a:pt x="3000659" y="1371600"/>
                </a:lnTo>
                <a:lnTo>
                  <a:pt x="2953454" y="1371600"/>
                </a:lnTo>
                <a:close/>
                <a:moveTo>
                  <a:pt x="3324157" y="0"/>
                </a:moveTo>
                <a:lnTo>
                  <a:pt x="3371363" y="0"/>
                </a:lnTo>
                <a:lnTo>
                  <a:pt x="2672498" y="1371600"/>
                </a:lnTo>
                <a:lnTo>
                  <a:pt x="2625292" y="1371600"/>
                </a:lnTo>
                <a:close/>
                <a:moveTo>
                  <a:pt x="2995995" y="0"/>
                </a:moveTo>
                <a:lnTo>
                  <a:pt x="3043201" y="0"/>
                </a:lnTo>
                <a:lnTo>
                  <a:pt x="2344336" y="1371600"/>
                </a:lnTo>
                <a:lnTo>
                  <a:pt x="2297130" y="1371600"/>
                </a:lnTo>
                <a:close/>
                <a:moveTo>
                  <a:pt x="2667833" y="0"/>
                </a:moveTo>
                <a:lnTo>
                  <a:pt x="2715039" y="0"/>
                </a:lnTo>
                <a:lnTo>
                  <a:pt x="2016174" y="1371600"/>
                </a:lnTo>
                <a:lnTo>
                  <a:pt x="1968968" y="1371600"/>
                </a:lnTo>
                <a:close/>
                <a:moveTo>
                  <a:pt x="2339672" y="0"/>
                </a:moveTo>
                <a:lnTo>
                  <a:pt x="2386877" y="0"/>
                </a:lnTo>
                <a:lnTo>
                  <a:pt x="1688012" y="1371600"/>
                </a:lnTo>
                <a:lnTo>
                  <a:pt x="1640807" y="1371600"/>
                </a:lnTo>
                <a:close/>
                <a:moveTo>
                  <a:pt x="2011512" y="0"/>
                </a:moveTo>
                <a:lnTo>
                  <a:pt x="2058716" y="0"/>
                </a:lnTo>
                <a:lnTo>
                  <a:pt x="1359851" y="1371600"/>
                </a:lnTo>
                <a:lnTo>
                  <a:pt x="1312647" y="1371600"/>
                </a:lnTo>
                <a:close/>
                <a:moveTo>
                  <a:pt x="1683349" y="0"/>
                </a:moveTo>
                <a:lnTo>
                  <a:pt x="1730554" y="0"/>
                </a:lnTo>
                <a:lnTo>
                  <a:pt x="1031689" y="1371600"/>
                </a:lnTo>
                <a:lnTo>
                  <a:pt x="984484" y="1371600"/>
                </a:lnTo>
                <a:close/>
                <a:moveTo>
                  <a:pt x="1355187" y="0"/>
                </a:moveTo>
                <a:lnTo>
                  <a:pt x="1402393" y="0"/>
                </a:lnTo>
                <a:lnTo>
                  <a:pt x="703528" y="1371600"/>
                </a:lnTo>
                <a:lnTo>
                  <a:pt x="656322" y="1371600"/>
                </a:lnTo>
                <a:close/>
                <a:moveTo>
                  <a:pt x="1027026" y="0"/>
                </a:moveTo>
                <a:lnTo>
                  <a:pt x="1074231" y="0"/>
                </a:lnTo>
                <a:lnTo>
                  <a:pt x="375366" y="1371600"/>
                </a:lnTo>
                <a:lnTo>
                  <a:pt x="328161" y="1371600"/>
                </a:lnTo>
                <a:close/>
                <a:moveTo>
                  <a:pt x="698865" y="0"/>
                </a:moveTo>
                <a:lnTo>
                  <a:pt x="746070" y="0"/>
                </a:lnTo>
                <a:lnTo>
                  <a:pt x="47205" y="1371600"/>
                </a:lnTo>
                <a:lnTo>
                  <a:pt x="0" y="1371600"/>
                </a:lnTo>
                <a:close/>
              </a:path>
            </a:pathLst>
          </a:custGeom>
          <a:gradFill flip="none" rotWithShape="1">
            <a:gsLst>
              <a:gs pos="4000">
                <a:srgbClr val="FFFFFF"/>
              </a:gs>
              <a:gs pos="100000">
                <a:srgbClr val="757575"/>
              </a:gs>
            </a:gsLst>
            <a:lin ang="5400000" scaled="1"/>
            <a:tileRect/>
          </a:gradFill>
          <a:ln w="12700" cap="flat" cmpd="sng" algn="ctr">
            <a:noFill/>
            <a:prstDash val="solid"/>
            <a:miter lim="800000"/>
          </a:ln>
          <a:effectLst/>
        </p:spPr>
        <p:style>
          <a:lnRef idx="0">
            <a:scrgbClr r="0" g="0" b="0"/>
          </a:lnRef>
          <a:fillRef idx="0">
            <a:scrgbClr r="0" g="0" b="0"/>
          </a:fillRef>
          <a:effectRef idx="0">
            <a:scrgbClr r="0" g="0" b="0"/>
          </a:effectRef>
          <a:fontRef idx="major"/>
        </p:style>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dirty="0">
              <a:ln>
                <a:noFill/>
              </a:ln>
              <a:solidFill>
                <a:srgbClr val="FFFFFF"/>
              </a:solidFill>
              <a:effectLst/>
              <a:uLnTx/>
              <a:uFillTx/>
              <a:latin typeface="Arial" panose="020B0604020202020204"/>
              <a:ea typeface="+mn-ea"/>
              <a:cs typeface="+mn-cs"/>
            </a:endParaRPr>
          </a:p>
        </p:txBody>
      </p:sp>
      <p:sp>
        <p:nvSpPr>
          <p:cNvPr id="4" name="Text Placeholder 5">
            <a:extLst>
              <a:ext uri="{FF2B5EF4-FFF2-40B4-BE49-F238E27FC236}">
                <a16:creationId xmlns:a16="http://schemas.microsoft.com/office/drawing/2014/main" id="{A6C3D817-1916-4A83-A462-928AEFF1907B}"/>
              </a:ext>
            </a:extLst>
          </p:cNvPr>
          <p:cNvSpPr>
            <a:spLocks noGrp="1"/>
          </p:cNvSpPr>
          <p:nvPr>
            <p:ph type="body" sz="quarter" idx="10" hasCustomPrompt="1"/>
          </p:nvPr>
        </p:nvSpPr>
        <p:spPr>
          <a:xfrm>
            <a:off x="3371850" y="3879850"/>
            <a:ext cx="6067425" cy="469412"/>
          </a:xfrm>
        </p:spPr>
        <p:txBody>
          <a:bodyPr/>
          <a:lstStyle>
            <a:lvl1pPr marL="0" indent="0" algn="r">
              <a:lnSpc>
                <a:spcPct val="100000"/>
              </a:lnSpc>
              <a:spcBef>
                <a:spcPts val="0"/>
              </a:spcBef>
              <a:buNone/>
              <a:defRPr sz="2000"/>
            </a:lvl1pPr>
            <a:lvl2pPr marL="0" indent="0" algn="r">
              <a:lnSpc>
                <a:spcPct val="100000"/>
              </a:lnSpc>
              <a:spcBef>
                <a:spcPts val="0"/>
              </a:spcBef>
              <a:buNone/>
              <a:defRPr sz="2000"/>
            </a:lvl2pPr>
            <a:lvl3pPr marL="0" indent="0" algn="r">
              <a:lnSpc>
                <a:spcPct val="100000"/>
              </a:lnSpc>
              <a:spcBef>
                <a:spcPts val="0"/>
              </a:spcBef>
              <a:buNone/>
              <a:defRPr sz="2000"/>
            </a:lvl3pPr>
            <a:lvl4pPr marL="0" indent="0" algn="r">
              <a:lnSpc>
                <a:spcPct val="100000"/>
              </a:lnSpc>
              <a:spcBef>
                <a:spcPts val="0"/>
              </a:spcBef>
              <a:buNone/>
              <a:defRPr sz="2000"/>
            </a:lvl4pPr>
            <a:lvl5pPr marL="0" indent="0" algn="r">
              <a:lnSpc>
                <a:spcPct val="100000"/>
              </a:lnSpc>
              <a:spcBef>
                <a:spcPts val="0"/>
              </a:spcBef>
              <a:buNone/>
              <a:defRPr sz="2000"/>
            </a:lvl5pPr>
            <a:lvl6pPr marL="0" indent="0" algn="r">
              <a:lnSpc>
                <a:spcPct val="100000"/>
              </a:lnSpc>
              <a:spcBef>
                <a:spcPts val="0"/>
              </a:spcBef>
              <a:buNone/>
              <a:defRPr sz="2000"/>
            </a:lvl6pPr>
            <a:lvl7pPr marL="0" indent="0" algn="r">
              <a:lnSpc>
                <a:spcPct val="100000"/>
              </a:lnSpc>
              <a:spcBef>
                <a:spcPts val="0"/>
              </a:spcBef>
              <a:buNone/>
              <a:defRPr sz="2000"/>
            </a:lvl7pPr>
            <a:lvl8pPr marL="0" indent="0" algn="r">
              <a:lnSpc>
                <a:spcPct val="100000"/>
              </a:lnSpc>
              <a:spcBef>
                <a:spcPts val="0"/>
              </a:spcBef>
              <a:buNone/>
              <a:defRPr sz="2000"/>
            </a:lvl8pPr>
            <a:lvl9pPr marL="0" indent="0" algn="r">
              <a:lnSpc>
                <a:spcPct val="100000"/>
              </a:lnSpc>
              <a:spcBef>
                <a:spcPts val="0"/>
              </a:spcBef>
              <a:buNone/>
              <a:defRPr sz="2000"/>
            </a:lvl9pPr>
          </a:lstStyle>
          <a:p>
            <a:pPr lvl="0"/>
            <a:r>
              <a:t>Optional text</a:t>
            </a:r>
          </a:p>
        </p:txBody>
      </p:sp>
    </p:spTree>
    <p:extLst>
      <p:ext uri="{BB962C8B-B14F-4D97-AF65-F5344CB8AC3E}">
        <p14:creationId xmlns:p14="http://schemas.microsoft.com/office/powerpoint/2010/main" val="12197529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ransition or 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373E-79AD-4ABE-9992-FCB84BED234D}"/>
              </a:ext>
            </a:extLst>
          </p:cNvPr>
          <p:cNvSpPr>
            <a:spLocks noGrp="1"/>
          </p:cNvSpPr>
          <p:nvPr>
            <p:ph type="title" hasCustomPrompt="1"/>
          </p:nvPr>
        </p:nvSpPr>
        <p:spPr>
          <a:xfrm>
            <a:off x="3371851" y="2363854"/>
            <a:ext cx="6067424" cy="1251062"/>
          </a:xfrm>
        </p:spPr>
        <p:txBody>
          <a:bodyPr anchor="b"/>
          <a:lstStyle>
            <a:lvl1pPr algn="r">
              <a:defRPr>
                <a:solidFill>
                  <a:schemeClr val="tx2"/>
                </a:solidFill>
              </a:defRPr>
            </a:lvl1pPr>
          </a:lstStyle>
          <a:p>
            <a:r>
              <a:t>New topic, transition, or statement text</a:t>
            </a:r>
          </a:p>
        </p:txBody>
      </p:sp>
      <p:sp>
        <p:nvSpPr>
          <p:cNvPr id="3" name="Freeform: Shape 2">
            <a:extLst>
              <a:ext uri="{FF2B5EF4-FFF2-40B4-BE49-F238E27FC236}">
                <a16:creationId xmlns:a16="http://schemas.microsoft.com/office/drawing/2014/main" id="{503730AA-3E8F-4F82-9C8C-33BA9F618EB3}"/>
              </a:ext>
            </a:extLst>
          </p:cNvPr>
          <p:cNvSpPr/>
          <p:nvPr/>
        </p:nvSpPr>
        <p:spPr>
          <a:xfrm>
            <a:off x="7356786" y="0"/>
            <a:ext cx="4835214" cy="6259497"/>
          </a:xfrm>
          <a:custGeom>
            <a:avLst/>
            <a:gdLst>
              <a:gd name="connsiteX0" fmla="*/ 4835214 w 4835214"/>
              <a:gd name="connsiteY0" fmla="*/ 3474936 h 6259497"/>
              <a:gd name="connsiteX1" fmla="*/ 4835214 w 4835214"/>
              <a:gd name="connsiteY1" fmla="*/ 3567582 h 6259497"/>
              <a:gd name="connsiteX2" fmla="*/ 3463614 w 4835214"/>
              <a:gd name="connsiteY2" fmla="*/ 6259497 h 6259497"/>
              <a:gd name="connsiteX3" fmla="*/ 3463614 w 4835214"/>
              <a:gd name="connsiteY3" fmla="*/ 6166852 h 6259497"/>
              <a:gd name="connsiteX4" fmla="*/ 4835214 w 4835214"/>
              <a:gd name="connsiteY4" fmla="*/ 2830865 h 6259497"/>
              <a:gd name="connsiteX5" fmla="*/ 4835214 w 4835214"/>
              <a:gd name="connsiteY5" fmla="*/ 2923510 h 6259497"/>
              <a:gd name="connsiteX6" fmla="*/ 3463614 w 4835214"/>
              <a:gd name="connsiteY6" fmla="*/ 5615427 h 6259497"/>
              <a:gd name="connsiteX7" fmla="*/ 3463614 w 4835214"/>
              <a:gd name="connsiteY7" fmla="*/ 5522781 h 6259497"/>
              <a:gd name="connsiteX8" fmla="*/ 4835214 w 4835214"/>
              <a:gd name="connsiteY8" fmla="*/ 2186811 h 6259497"/>
              <a:gd name="connsiteX9" fmla="*/ 4835214 w 4835214"/>
              <a:gd name="connsiteY9" fmla="*/ 2279457 h 6259497"/>
              <a:gd name="connsiteX10" fmla="*/ 3463614 w 4835214"/>
              <a:gd name="connsiteY10" fmla="*/ 4971373 h 6259497"/>
              <a:gd name="connsiteX11" fmla="*/ 3463614 w 4835214"/>
              <a:gd name="connsiteY11" fmla="*/ 4878727 h 6259497"/>
              <a:gd name="connsiteX12" fmla="*/ 4835214 w 4835214"/>
              <a:gd name="connsiteY12" fmla="*/ 1542757 h 6259497"/>
              <a:gd name="connsiteX13" fmla="*/ 4835214 w 4835214"/>
              <a:gd name="connsiteY13" fmla="*/ 1635403 h 6259497"/>
              <a:gd name="connsiteX14" fmla="*/ 3463614 w 4835214"/>
              <a:gd name="connsiteY14" fmla="*/ 4327319 h 6259497"/>
              <a:gd name="connsiteX15" fmla="*/ 3463614 w 4835214"/>
              <a:gd name="connsiteY15" fmla="*/ 4234674 h 6259497"/>
              <a:gd name="connsiteX16" fmla="*/ 4835214 w 4835214"/>
              <a:gd name="connsiteY16" fmla="*/ 898704 h 6259497"/>
              <a:gd name="connsiteX17" fmla="*/ 4835214 w 4835214"/>
              <a:gd name="connsiteY17" fmla="*/ 991350 h 6259497"/>
              <a:gd name="connsiteX18" fmla="*/ 3463614 w 4835214"/>
              <a:gd name="connsiteY18" fmla="*/ 3683266 h 6259497"/>
              <a:gd name="connsiteX19" fmla="*/ 3463614 w 4835214"/>
              <a:gd name="connsiteY19" fmla="*/ 3590620 h 6259497"/>
              <a:gd name="connsiteX20" fmla="*/ 4835214 w 4835214"/>
              <a:gd name="connsiteY20" fmla="*/ 254652 h 6259497"/>
              <a:gd name="connsiteX21" fmla="*/ 4835214 w 4835214"/>
              <a:gd name="connsiteY21" fmla="*/ 347297 h 6259497"/>
              <a:gd name="connsiteX22" fmla="*/ 3463614 w 4835214"/>
              <a:gd name="connsiteY22" fmla="*/ 3039213 h 6259497"/>
              <a:gd name="connsiteX23" fmla="*/ 3463614 w 4835214"/>
              <a:gd name="connsiteY23" fmla="*/ 2946568 h 6259497"/>
              <a:gd name="connsiteX24" fmla="*/ 4636804 w 4835214"/>
              <a:gd name="connsiteY24" fmla="*/ 0 h 6259497"/>
              <a:gd name="connsiteX25" fmla="*/ 4684009 w 4835214"/>
              <a:gd name="connsiteY25" fmla="*/ 0 h 6259497"/>
              <a:gd name="connsiteX26" fmla="*/ 3463614 w 4835214"/>
              <a:gd name="connsiteY26" fmla="*/ 2395160 h 6259497"/>
              <a:gd name="connsiteX27" fmla="*/ 3463614 w 4835214"/>
              <a:gd name="connsiteY27" fmla="*/ 2302515 h 6259497"/>
              <a:gd name="connsiteX28" fmla="*/ 4308642 w 4835214"/>
              <a:gd name="connsiteY28" fmla="*/ 0 h 6259497"/>
              <a:gd name="connsiteX29" fmla="*/ 4355847 w 4835214"/>
              <a:gd name="connsiteY29" fmla="*/ 0 h 6259497"/>
              <a:gd name="connsiteX30" fmla="*/ 3463614 w 4835214"/>
              <a:gd name="connsiteY30" fmla="*/ 1751106 h 6259497"/>
              <a:gd name="connsiteX31" fmla="*/ 3463614 w 4835214"/>
              <a:gd name="connsiteY31" fmla="*/ 1658461 h 6259497"/>
              <a:gd name="connsiteX32" fmla="*/ 3980480 w 4835214"/>
              <a:gd name="connsiteY32" fmla="*/ 0 h 6259497"/>
              <a:gd name="connsiteX33" fmla="*/ 4027685 w 4835214"/>
              <a:gd name="connsiteY33" fmla="*/ 0 h 6259497"/>
              <a:gd name="connsiteX34" fmla="*/ 3328820 w 4835214"/>
              <a:gd name="connsiteY34" fmla="*/ 1371600 h 6259497"/>
              <a:gd name="connsiteX35" fmla="*/ 3281615 w 4835214"/>
              <a:gd name="connsiteY35" fmla="*/ 1371600 h 6259497"/>
              <a:gd name="connsiteX36" fmla="*/ 3652319 w 4835214"/>
              <a:gd name="connsiteY36" fmla="*/ 0 h 6259497"/>
              <a:gd name="connsiteX37" fmla="*/ 3699524 w 4835214"/>
              <a:gd name="connsiteY37" fmla="*/ 0 h 6259497"/>
              <a:gd name="connsiteX38" fmla="*/ 3000659 w 4835214"/>
              <a:gd name="connsiteY38" fmla="*/ 1371600 h 6259497"/>
              <a:gd name="connsiteX39" fmla="*/ 2953454 w 4835214"/>
              <a:gd name="connsiteY39" fmla="*/ 1371600 h 6259497"/>
              <a:gd name="connsiteX40" fmla="*/ 3324157 w 4835214"/>
              <a:gd name="connsiteY40" fmla="*/ 0 h 6259497"/>
              <a:gd name="connsiteX41" fmla="*/ 3371363 w 4835214"/>
              <a:gd name="connsiteY41" fmla="*/ 0 h 6259497"/>
              <a:gd name="connsiteX42" fmla="*/ 2672498 w 4835214"/>
              <a:gd name="connsiteY42" fmla="*/ 1371600 h 6259497"/>
              <a:gd name="connsiteX43" fmla="*/ 2625292 w 4835214"/>
              <a:gd name="connsiteY43" fmla="*/ 1371600 h 6259497"/>
              <a:gd name="connsiteX44" fmla="*/ 2995995 w 4835214"/>
              <a:gd name="connsiteY44" fmla="*/ 0 h 6259497"/>
              <a:gd name="connsiteX45" fmla="*/ 3043201 w 4835214"/>
              <a:gd name="connsiteY45" fmla="*/ 0 h 6259497"/>
              <a:gd name="connsiteX46" fmla="*/ 2344336 w 4835214"/>
              <a:gd name="connsiteY46" fmla="*/ 1371600 h 6259497"/>
              <a:gd name="connsiteX47" fmla="*/ 2297130 w 4835214"/>
              <a:gd name="connsiteY47" fmla="*/ 1371600 h 6259497"/>
              <a:gd name="connsiteX48" fmla="*/ 2667833 w 4835214"/>
              <a:gd name="connsiteY48" fmla="*/ 0 h 6259497"/>
              <a:gd name="connsiteX49" fmla="*/ 2715039 w 4835214"/>
              <a:gd name="connsiteY49" fmla="*/ 0 h 6259497"/>
              <a:gd name="connsiteX50" fmla="*/ 2016174 w 4835214"/>
              <a:gd name="connsiteY50" fmla="*/ 1371600 h 6259497"/>
              <a:gd name="connsiteX51" fmla="*/ 1968968 w 4835214"/>
              <a:gd name="connsiteY51" fmla="*/ 1371600 h 6259497"/>
              <a:gd name="connsiteX52" fmla="*/ 2339672 w 4835214"/>
              <a:gd name="connsiteY52" fmla="*/ 0 h 6259497"/>
              <a:gd name="connsiteX53" fmla="*/ 2386877 w 4835214"/>
              <a:gd name="connsiteY53" fmla="*/ 0 h 6259497"/>
              <a:gd name="connsiteX54" fmla="*/ 1688012 w 4835214"/>
              <a:gd name="connsiteY54" fmla="*/ 1371600 h 6259497"/>
              <a:gd name="connsiteX55" fmla="*/ 1640807 w 4835214"/>
              <a:gd name="connsiteY55" fmla="*/ 1371600 h 6259497"/>
              <a:gd name="connsiteX56" fmla="*/ 2011512 w 4835214"/>
              <a:gd name="connsiteY56" fmla="*/ 0 h 6259497"/>
              <a:gd name="connsiteX57" fmla="*/ 2058716 w 4835214"/>
              <a:gd name="connsiteY57" fmla="*/ 0 h 6259497"/>
              <a:gd name="connsiteX58" fmla="*/ 1359851 w 4835214"/>
              <a:gd name="connsiteY58" fmla="*/ 1371600 h 6259497"/>
              <a:gd name="connsiteX59" fmla="*/ 1312647 w 4835214"/>
              <a:gd name="connsiteY59" fmla="*/ 1371600 h 6259497"/>
              <a:gd name="connsiteX60" fmla="*/ 1683349 w 4835214"/>
              <a:gd name="connsiteY60" fmla="*/ 0 h 6259497"/>
              <a:gd name="connsiteX61" fmla="*/ 1730554 w 4835214"/>
              <a:gd name="connsiteY61" fmla="*/ 0 h 6259497"/>
              <a:gd name="connsiteX62" fmla="*/ 1031689 w 4835214"/>
              <a:gd name="connsiteY62" fmla="*/ 1371600 h 6259497"/>
              <a:gd name="connsiteX63" fmla="*/ 984484 w 4835214"/>
              <a:gd name="connsiteY63" fmla="*/ 1371600 h 6259497"/>
              <a:gd name="connsiteX64" fmla="*/ 1355187 w 4835214"/>
              <a:gd name="connsiteY64" fmla="*/ 0 h 6259497"/>
              <a:gd name="connsiteX65" fmla="*/ 1402393 w 4835214"/>
              <a:gd name="connsiteY65" fmla="*/ 0 h 6259497"/>
              <a:gd name="connsiteX66" fmla="*/ 703528 w 4835214"/>
              <a:gd name="connsiteY66" fmla="*/ 1371600 h 6259497"/>
              <a:gd name="connsiteX67" fmla="*/ 656322 w 4835214"/>
              <a:gd name="connsiteY67" fmla="*/ 1371600 h 6259497"/>
              <a:gd name="connsiteX68" fmla="*/ 1027026 w 4835214"/>
              <a:gd name="connsiteY68" fmla="*/ 0 h 6259497"/>
              <a:gd name="connsiteX69" fmla="*/ 1074231 w 4835214"/>
              <a:gd name="connsiteY69" fmla="*/ 0 h 6259497"/>
              <a:gd name="connsiteX70" fmla="*/ 375366 w 4835214"/>
              <a:gd name="connsiteY70" fmla="*/ 1371600 h 6259497"/>
              <a:gd name="connsiteX71" fmla="*/ 328161 w 4835214"/>
              <a:gd name="connsiteY71" fmla="*/ 1371600 h 6259497"/>
              <a:gd name="connsiteX72" fmla="*/ 698865 w 4835214"/>
              <a:gd name="connsiteY72" fmla="*/ 0 h 6259497"/>
              <a:gd name="connsiteX73" fmla="*/ 746070 w 4835214"/>
              <a:gd name="connsiteY73" fmla="*/ 0 h 6259497"/>
              <a:gd name="connsiteX74" fmla="*/ 47205 w 4835214"/>
              <a:gd name="connsiteY74" fmla="*/ 1371600 h 6259497"/>
              <a:gd name="connsiteX75" fmla="*/ 0 w 4835214"/>
              <a:gd name="connsiteY75" fmla="*/ 1371600 h 6259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835214" h="6259497">
                <a:moveTo>
                  <a:pt x="4835214" y="3474936"/>
                </a:moveTo>
                <a:lnTo>
                  <a:pt x="4835214" y="3567582"/>
                </a:lnTo>
                <a:lnTo>
                  <a:pt x="3463614" y="6259497"/>
                </a:lnTo>
                <a:lnTo>
                  <a:pt x="3463614" y="6166852"/>
                </a:lnTo>
                <a:close/>
                <a:moveTo>
                  <a:pt x="4835214" y="2830865"/>
                </a:moveTo>
                <a:lnTo>
                  <a:pt x="4835214" y="2923510"/>
                </a:lnTo>
                <a:lnTo>
                  <a:pt x="3463614" y="5615427"/>
                </a:lnTo>
                <a:lnTo>
                  <a:pt x="3463614" y="5522781"/>
                </a:lnTo>
                <a:close/>
                <a:moveTo>
                  <a:pt x="4835214" y="2186811"/>
                </a:moveTo>
                <a:lnTo>
                  <a:pt x="4835214" y="2279457"/>
                </a:lnTo>
                <a:lnTo>
                  <a:pt x="3463614" y="4971373"/>
                </a:lnTo>
                <a:lnTo>
                  <a:pt x="3463614" y="4878727"/>
                </a:lnTo>
                <a:close/>
                <a:moveTo>
                  <a:pt x="4835214" y="1542757"/>
                </a:moveTo>
                <a:lnTo>
                  <a:pt x="4835214" y="1635403"/>
                </a:lnTo>
                <a:lnTo>
                  <a:pt x="3463614" y="4327319"/>
                </a:lnTo>
                <a:lnTo>
                  <a:pt x="3463614" y="4234674"/>
                </a:lnTo>
                <a:close/>
                <a:moveTo>
                  <a:pt x="4835214" y="898704"/>
                </a:moveTo>
                <a:lnTo>
                  <a:pt x="4835214" y="991350"/>
                </a:lnTo>
                <a:lnTo>
                  <a:pt x="3463614" y="3683266"/>
                </a:lnTo>
                <a:lnTo>
                  <a:pt x="3463614" y="3590620"/>
                </a:lnTo>
                <a:close/>
                <a:moveTo>
                  <a:pt x="4835214" y="254652"/>
                </a:moveTo>
                <a:lnTo>
                  <a:pt x="4835214" y="347297"/>
                </a:lnTo>
                <a:lnTo>
                  <a:pt x="3463614" y="3039213"/>
                </a:lnTo>
                <a:lnTo>
                  <a:pt x="3463614" y="2946568"/>
                </a:lnTo>
                <a:close/>
                <a:moveTo>
                  <a:pt x="4636804" y="0"/>
                </a:moveTo>
                <a:lnTo>
                  <a:pt x="4684009" y="0"/>
                </a:lnTo>
                <a:lnTo>
                  <a:pt x="3463614" y="2395160"/>
                </a:lnTo>
                <a:lnTo>
                  <a:pt x="3463614" y="2302515"/>
                </a:lnTo>
                <a:close/>
                <a:moveTo>
                  <a:pt x="4308642" y="0"/>
                </a:moveTo>
                <a:lnTo>
                  <a:pt x="4355847" y="0"/>
                </a:lnTo>
                <a:lnTo>
                  <a:pt x="3463614" y="1751106"/>
                </a:lnTo>
                <a:lnTo>
                  <a:pt x="3463614" y="1658461"/>
                </a:lnTo>
                <a:close/>
                <a:moveTo>
                  <a:pt x="3980480" y="0"/>
                </a:moveTo>
                <a:lnTo>
                  <a:pt x="4027685" y="0"/>
                </a:lnTo>
                <a:lnTo>
                  <a:pt x="3328820" y="1371600"/>
                </a:lnTo>
                <a:lnTo>
                  <a:pt x="3281615" y="1371600"/>
                </a:lnTo>
                <a:close/>
                <a:moveTo>
                  <a:pt x="3652319" y="0"/>
                </a:moveTo>
                <a:lnTo>
                  <a:pt x="3699524" y="0"/>
                </a:lnTo>
                <a:lnTo>
                  <a:pt x="3000659" y="1371600"/>
                </a:lnTo>
                <a:lnTo>
                  <a:pt x="2953454" y="1371600"/>
                </a:lnTo>
                <a:close/>
                <a:moveTo>
                  <a:pt x="3324157" y="0"/>
                </a:moveTo>
                <a:lnTo>
                  <a:pt x="3371363" y="0"/>
                </a:lnTo>
                <a:lnTo>
                  <a:pt x="2672498" y="1371600"/>
                </a:lnTo>
                <a:lnTo>
                  <a:pt x="2625292" y="1371600"/>
                </a:lnTo>
                <a:close/>
                <a:moveTo>
                  <a:pt x="2995995" y="0"/>
                </a:moveTo>
                <a:lnTo>
                  <a:pt x="3043201" y="0"/>
                </a:lnTo>
                <a:lnTo>
                  <a:pt x="2344336" y="1371600"/>
                </a:lnTo>
                <a:lnTo>
                  <a:pt x="2297130" y="1371600"/>
                </a:lnTo>
                <a:close/>
                <a:moveTo>
                  <a:pt x="2667833" y="0"/>
                </a:moveTo>
                <a:lnTo>
                  <a:pt x="2715039" y="0"/>
                </a:lnTo>
                <a:lnTo>
                  <a:pt x="2016174" y="1371600"/>
                </a:lnTo>
                <a:lnTo>
                  <a:pt x="1968968" y="1371600"/>
                </a:lnTo>
                <a:close/>
                <a:moveTo>
                  <a:pt x="2339672" y="0"/>
                </a:moveTo>
                <a:lnTo>
                  <a:pt x="2386877" y="0"/>
                </a:lnTo>
                <a:lnTo>
                  <a:pt x="1688012" y="1371600"/>
                </a:lnTo>
                <a:lnTo>
                  <a:pt x="1640807" y="1371600"/>
                </a:lnTo>
                <a:close/>
                <a:moveTo>
                  <a:pt x="2011512" y="0"/>
                </a:moveTo>
                <a:lnTo>
                  <a:pt x="2058716" y="0"/>
                </a:lnTo>
                <a:lnTo>
                  <a:pt x="1359851" y="1371600"/>
                </a:lnTo>
                <a:lnTo>
                  <a:pt x="1312647" y="1371600"/>
                </a:lnTo>
                <a:close/>
                <a:moveTo>
                  <a:pt x="1683349" y="0"/>
                </a:moveTo>
                <a:lnTo>
                  <a:pt x="1730554" y="0"/>
                </a:lnTo>
                <a:lnTo>
                  <a:pt x="1031689" y="1371600"/>
                </a:lnTo>
                <a:lnTo>
                  <a:pt x="984484" y="1371600"/>
                </a:lnTo>
                <a:close/>
                <a:moveTo>
                  <a:pt x="1355187" y="0"/>
                </a:moveTo>
                <a:lnTo>
                  <a:pt x="1402393" y="0"/>
                </a:lnTo>
                <a:lnTo>
                  <a:pt x="703528" y="1371600"/>
                </a:lnTo>
                <a:lnTo>
                  <a:pt x="656322" y="1371600"/>
                </a:lnTo>
                <a:close/>
                <a:moveTo>
                  <a:pt x="1027026" y="0"/>
                </a:moveTo>
                <a:lnTo>
                  <a:pt x="1074231" y="0"/>
                </a:lnTo>
                <a:lnTo>
                  <a:pt x="375366" y="1371600"/>
                </a:lnTo>
                <a:lnTo>
                  <a:pt x="328161" y="1371600"/>
                </a:lnTo>
                <a:close/>
                <a:moveTo>
                  <a:pt x="698865" y="0"/>
                </a:moveTo>
                <a:lnTo>
                  <a:pt x="746070" y="0"/>
                </a:lnTo>
                <a:lnTo>
                  <a:pt x="47205" y="1371600"/>
                </a:lnTo>
                <a:lnTo>
                  <a:pt x="0" y="1371600"/>
                </a:lnTo>
                <a:close/>
              </a:path>
            </a:pathLst>
          </a:custGeom>
          <a:gradFill flip="none" rotWithShape="1">
            <a:gsLst>
              <a:gs pos="24000">
                <a:srgbClr val="00A88C"/>
              </a:gs>
              <a:gs pos="100000">
                <a:srgbClr val="05A2C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4" name="Text Placeholder 5">
            <a:extLst>
              <a:ext uri="{FF2B5EF4-FFF2-40B4-BE49-F238E27FC236}">
                <a16:creationId xmlns:a16="http://schemas.microsoft.com/office/drawing/2014/main" id="{3214DC6C-B09A-4ABF-BF7B-7D964B419213}"/>
              </a:ext>
            </a:extLst>
          </p:cNvPr>
          <p:cNvSpPr>
            <a:spLocks noGrp="1"/>
          </p:cNvSpPr>
          <p:nvPr>
            <p:ph type="body" sz="quarter" idx="10" hasCustomPrompt="1"/>
          </p:nvPr>
        </p:nvSpPr>
        <p:spPr>
          <a:xfrm>
            <a:off x="3371850" y="3879850"/>
            <a:ext cx="6067425" cy="469412"/>
          </a:xfrm>
        </p:spPr>
        <p:txBody>
          <a:bodyPr/>
          <a:lstStyle>
            <a:lvl1pPr marL="0" indent="0" algn="r">
              <a:lnSpc>
                <a:spcPct val="100000"/>
              </a:lnSpc>
              <a:spcBef>
                <a:spcPts val="0"/>
              </a:spcBef>
              <a:buNone/>
              <a:defRPr sz="2000">
                <a:solidFill>
                  <a:schemeClr val="accent2"/>
                </a:solidFill>
              </a:defRPr>
            </a:lvl1pPr>
            <a:lvl2pPr marL="0" indent="0" algn="r">
              <a:lnSpc>
                <a:spcPct val="100000"/>
              </a:lnSpc>
              <a:spcBef>
                <a:spcPts val="0"/>
              </a:spcBef>
              <a:buNone/>
              <a:defRPr sz="2000"/>
            </a:lvl2pPr>
            <a:lvl3pPr marL="0" indent="0" algn="r">
              <a:lnSpc>
                <a:spcPct val="100000"/>
              </a:lnSpc>
              <a:spcBef>
                <a:spcPts val="0"/>
              </a:spcBef>
              <a:buNone/>
              <a:defRPr sz="2000"/>
            </a:lvl3pPr>
            <a:lvl4pPr marL="0" indent="0" algn="r">
              <a:lnSpc>
                <a:spcPct val="100000"/>
              </a:lnSpc>
              <a:spcBef>
                <a:spcPts val="0"/>
              </a:spcBef>
              <a:buNone/>
              <a:defRPr sz="2000"/>
            </a:lvl4pPr>
            <a:lvl5pPr marL="0" indent="0" algn="r">
              <a:lnSpc>
                <a:spcPct val="100000"/>
              </a:lnSpc>
              <a:spcBef>
                <a:spcPts val="0"/>
              </a:spcBef>
              <a:buNone/>
              <a:defRPr sz="2000"/>
            </a:lvl5pPr>
            <a:lvl6pPr marL="0" indent="0" algn="r">
              <a:lnSpc>
                <a:spcPct val="100000"/>
              </a:lnSpc>
              <a:spcBef>
                <a:spcPts val="0"/>
              </a:spcBef>
              <a:buNone/>
              <a:defRPr sz="2000"/>
            </a:lvl6pPr>
            <a:lvl7pPr marL="0" indent="0" algn="r">
              <a:lnSpc>
                <a:spcPct val="100000"/>
              </a:lnSpc>
              <a:spcBef>
                <a:spcPts val="0"/>
              </a:spcBef>
              <a:buNone/>
              <a:defRPr sz="2000"/>
            </a:lvl7pPr>
            <a:lvl8pPr marL="0" indent="0" algn="r">
              <a:lnSpc>
                <a:spcPct val="100000"/>
              </a:lnSpc>
              <a:spcBef>
                <a:spcPts val="0"/>
              </a:spcBef>
              <a:buNone/>
              <a:defRPr sz="2000"/>
            </a:lvl8pPr>
            <a:lvl9pPr marL="0" indent="0" algn="r">
              <a:lnSpc>
                <a:spcPct val="100000"/>
              </a:lnSpc>
              <a:spcBef>
                <a:spcPts val="0"/>
              </a:spcBef>
              <a:buNone/>
              <a:defRPr sz="2000"/>
            </a:lvl9pPr>
          </a:lstStyle>
          <a:p>
            <a:pPr lvl="0"/>
            <a:r>
              <a:t>Optional text</a:t>
            </a:r>
          </a:p>
        </p:txBody>
      </p:sp>
    </p:spTree>
    <p:extLst>
      <p:ext uri="{BB962C8B-B14F-4D97-AF65-F5344CB8AC3E}">
        <p14:creationId xmlns:p14="http://schemas.microsoft.com/office/powerpoint/2010/main" val="15361312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Specialty Content Layouts (organizing slate)">
    <p:bg>
      <p:bgRef idx="1001">
        <a:schemeClr val="bg2"/>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6498C98-2B65-4248-A3C7-A31F80B0CF88}"/>
              </a:ext>
            </a:extLst>
          </p:cNvPr>
          <p:cNvSpPr txBox="1"/>
          <p:nvPr/>
        </p:nvSpPr>
        <p:spPr>
          <a:xfrm>
            <a:off x="152400" y="520511"/>
            <a:ext cx="11887200" cy="5816977"/>
          </a:xfrm>
          <a:prstGeom prst="rect">
            <a:avLst/>
          </a:prstGeom>
          <a:noFill/>
        </p:spPr>
        <p:txBody>
          <a:bodyPr wrap="square" lIns="0" tIns="0" rIns="0" bIns="0" rtlCol="0">
            <a:spAutoFit/>
          </a:bodyPr>
          <a:lstStyle/>
          <a:p>
            <a:pPr algn="ctr">
              <a:lnSpc>
                <a:spcPct val="85000"/>
              </a:lnSpc>
              <a:spcBef>
                <a:spcPts val="3600"/>
              </a:spcBef>
            </a:pPr>
            <a:r>
              <a:rPr sz="12000" b="1" dirty="0"/>
              <a:t>Specialty</a:t>
            </a:r>
            <a:br>
              <a:rPr sz="12000" b="1" dirty="0"/>
            </a:br>
            <a:r>
              <a:rPr sz="12000" b="1" dirty="0"/>
              <a:t>Content</a:t>
            </a:r>
            <a:br>
              <a:rPr sz="12000" b="1" dirty="0"/>
            </a:br>
            <a:r>
              <a:rPr sz="12000" b="1" dirty="0"/>
              <a:t>Layouts</a:t>
            </a:r>
          </a:p>
          <a:p>
            <a:pPr algn="ctr">
              <a:lnSpc>
                <a:spcPct val="100000"/>
              </a:lnSpc>
              <a:spcBef>
                <a:spcPts val="0"/>
              </a:spcBef>
            </a:pPr>
            <a:r>
              <a:rPr sz="7200" b="1" dirty="0"/>
              <a:t>(agenda, quote, etc.)</a:t>
            </a:r>
            <a:endParaRPr sz="7200" dirty="0"/>
          </a:p>
        </p:txBody>
      </p:sp>
    </p:spTree>
    <p:extLst>
      <p:ext uri="{BB962C8B-B14F-4D97-AF65-F5344CB8AC3E}">
        <p14:creationId xmlns:p14="http://schemas.microsoft.com/office/powerpoint/2010/main" val="10358951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Agenda 1">
    <p:spTree>
      <p:nvGrpSpPr>
        <p:cNvPr id="1" name=""/>
        <p:cNvGrpSpPr/>
        <p:nvPr/>
      </p:nvGrpSpPr>
      <p:grpSpPr>
        <a:xfrm>
          <a:off x="0" y="0"/>
          <a:ext cx="0" cy="0"/>
          <a:chOff x="0" y="0"/>
          <a:chExt cx="0" cy="0"/>
        </a:xfrm>
      </p:grpSpPr>
      <p:sp>
        <p:nvSpPr>
          <p:cNvPr id="32" name="object 8">
            <a:extLst>
              <a:ext uri="{FF2B5EF4-FFF2-40B4-BE49-F238E27FC236}">
                <a16:creationId xmlns:a16="http://schemas.microsoft.com/office/drawing/2014/main" id="{463F9B32-4BF7-416B-8C03-C5BD22A7A0CD}"/>
              </a:ext>
            </a:extLst>
          </p:cNvPr>
          <p:cNvSpPr/>
          <p:nvPr/>
        </p:nvSpPr>
        <p:spPr>
          <a:xfrm>
            <a:off x="11073130" y="4662805"/>
            <a:ext cx="1118870" cy="2195195"/>
          </a:xfrm>
          <a:custGeom>
            <a:avLst/>
            <a:gdLst/>
            <a:ahLst/>
            <a:cxnLst/>
            <a:rect l="l" t="t" r="r" b="b"/>
            <a:pathLst>
              <a:path w="1118870" h="2195195">
                <a:moveTo>
                  <a:pt x="1118463" y="0"/>
                </a:moveTo>
                <a:lnTo>
                  <a:pt x="0" y="2195080"/>
                </a:lnTo>
                <a:lnTo>
                  <a:pt x="1118463" y="2195080"/>
                </a:lnTo>
                <a:lnTo>
                  <a:pt x="1118463" y="0"/>
                </a:lnTo>
                <a:close/>
              </a:path>
            </a:pathLst>
          </a:custGeom>
          <a:solidFill>
            <a:srgbClr val="05A2C6"/>
          </a:solidFill>
        </p:spPr>
        <p:txBody>
          <a:bodyPr wrap="square" lIns="0" tIns="0" rIns="0" bIns="0" rtlCol="0"/>
          <a:lstStyle/>
          <a:p>
            <a:endParaRPr dirty="0"/>
          </a:p>
        </p:txBody>
      </p:sp>
      <p:sp>
        <p:nvSpPr>
          <p:cNvPr id="3" name="Freeform: Shape 2">
            <a:extLst>
              <a:ext uri="{FF2B5EF4-FFF2-40B4-BE49-F238E27FC236}">
                <a16:creationId xmlns:a16="http://schemas.microsoft.com/office/drawing/2014/main" id="{3E5A7B2C-D6BF-4B9E-BB08-A8FB83646B43}"/>
              </a:ext>
            </a:extLst>
          </p:cNvPr>
          <p:cNvSpPr/>
          <p:nvPr/>
        </p:nvSpPr>
        <p:spPr>
          <a:xfrm>
            <a:off x="209789" y="0"/>
            <a:ext cx="7513540" cy="6858000"/>
          </a:xfrm>
          <a:custGeom>
            <a:avLst/>
            <a:gdLst>
              <a:gd name="connsiteX0" fmla="*/ 0 w 7513540"/>
              <a:gd name="connsiteY0" fmla="*/ 0 h 6858000"/>
              <a:gd name="connsiteX1" fmla="*/ 7513540 w 7513540"/>
              <a:gd name="connsiteY1" fmla="*/ 0 h 6858000"/>
              <a:gd name="connsiteX2" fmla="*/ 4019217 w 7513540"/>
              <a:gd name="connsiteY2" fmla="*/ 6858000 h 6858000"/>
              <a:gd name="connsiteX3" fmla="*/ 0 w 75135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513540" h="6858000">
                <a:moveTo>
                  <a:pt x="0" y="0"/>
                </a:moveTo>
                <a:lnTo>
                  <a:pt x="7513540" y="0"/>
                </a:lnTo>
                <a:lnTo>
                  <a:pt x="4019217" y="6858000"/>
                </a:lnTo>
                <a:lnTo>
                  <a:pt x="0" y="6858000"/>
                </a:lnTo>
                <a:close/>
              </a:path>
            </a:pathLst>
          </a:custGeom>
          <a:solidFill>
            <a:srgbClr val="EBEBEB"/>
          </a:solidFill>
        </p:spPr>
        <p:txBody>
          <a:bodyPr wrap="square" lIns="0" tIns="0" rIns="0" bIns="0" rtlCol="0">
            <a:noAutofit/>
          </a:bodyPr>
          <a:lstStyle/>
          <a:p>
            <a:endParaRPr dirty="0"/>
          </a:p>
        </p:txBody>
      </p:sp>
      <p:sp>
        <p:nvSpPr>
          <p:cNvPr id="4" name="Freeform: Shape 3">
            <a:extLst>
              <a:ext uri="{FF2B5EF4-FFF2-40B4-BE49-F238E27FC236}">
                <a16:creationId xmlns:a16="http://schemas.microsoft.com/office/drawing/2014/main" id="{3FD52C03-6E97-4B96-946A-0C1094A43944}"/>
              </a:ext>
            </a:extLst>
          </p:cNvPr>
          <p:cNvSpPr/>
          <p:nvPr/>
        </p:nvSpPr>
        <p:spPr>
          <a:xfrm>
            <a:off x="1" y="0"/>
            <a:ext cx="7288997" cy="6858000"/>
          </a:xfrm>
          <a:custGeom>
            <a:avLst/>
            <a:gdLst>
              <a:gd name="connsiteX0" fmla="*/ 0 w 7288997"/>
              <a:gd name="connsiteY0" fmla="*/ 0 h 6858000"/>
              <a:gd name="connsiteX1" fmla="*/ 7288997 w 7288997"/>
              <a:gd name="connsiteY1" fmla="*/ 0 h 6858000"/>
              <a:gd name="connsiteX2" fmla="*/ 3794674 w 7288997"/>
              <a:gd name="connsiteY2" fmla="*/ 6858000 h 6858000"/>
              <a:gd name="connsiteX3" fmla="*/ 0 w 728899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288997" h="6858000">
                <a:moveTo>
                  <a:pt x="0" y="0"/>
                </a:moveTo>
                <a:lnTo>
                  <a:pt x="7288997" y="0"/>
                </a:lnTo>
                <a:lnTo>
                  <a:pt x="3794674" y="6858000"/>
                </a:lnTo>
                <a:lnTo>
                  <a:pt x="0" y="6858000"/>
                </a:lnTo>
                <a:close/>
              </a:path>
            </a:pathLst>
          </a:custGeom>
          <a:gradFill flip="none" rotWithShape="1">
            <a:gsLst>
              <a:gs pos="92000">
                <a:srgbClr val="05A2C6"/>
              </a:gs>
              <a:gs pos="28000">
                <a:srgbClr val="00A88C"/>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2" name="Title 1">
            <a:extLst>
              <a:ext uri="{FF2B5EF4-FFF2-40B4-BE49-F238E27FC236}">
                <a16:creationId xmlns:a16="http://schemas.microsoft.com/office/drawing/2014/main" id="{A7D1AF72-5E7A-4B28-9BD9-32D8C64CD2C3}"/>
              </a:ext>
            </a:extLst>
          </p:cNvPr>
          <p:cNvSpPr>
            <a:spLocks noGrp="1"/>
          </p:cNvSpPr>
          <p:nvPr>
            <p:ph type="title"/>
          </p:nvPr>
        </p:nvSpPr>
        <p:spPr>
          <a:xfrm>
            <a:off x="948375" y="1752600"/>
            <a:ext cx="3448924" cy="1090165"/>
          </a:xfrm>
        </p:spPr>
        <p:txBody>
          <a:bodyPr/>
          <a:lstStyle>
            <a:lvl1pPr>
              <a:defRPr>
                <a:solidFill>
                  <a:schemeClr val="bg1"/>
                </a:solidFill>
              </a:defRPr>
            </a:lvl1pPr>
          </a:lstStyle>
          <a:p>
            <a:r>
              <a:rPr lang="en-US"/>
              <a:t>Click to edit Master title style</a:t>
            </a:r>
            <a:endParaRPr/>
          </a:p>
        </p:txBody>
      </p:sp>
      <p:sp>
        <p:nvSpPr>
          <p:cNvPr id="11" name="Text Placeholder 10">
            <a:extLst>
              <a:ext uri="{FF2B5EF4-FFF2-40B4-BE49-F238E27FC236}">
                <a16:creationId xmlns:a16="http://schemas.microsoft.com/office/drawing/2014/main" id="{D0800E8E-A517-4082-8748-95F6CDF9A6A2}"/>
              </a:ext>
            </a:extLst>
          </p:cNvPr>
          <p:cNvSpPr>
            <a:spLocks noGrp="1"/>
          </p:cNvSpPr>
          <p:nvPr>
            <p:ph type="body" sz="quarter" idx="10"/>
          </p:nvPr>
        </p:nvSpPr>
        <p:spPr>
          <a:xfrm>
            <a:off x="948375" y="3144409"/>
            <a:ext cx="3771900" cy="1450956"/>
          </a:xfrm>
        </p:spPr>
        <p:txBody>
          <a:bodyPr/>
          <a:lstStyle>
            <a:lvl1pPr marL="0" indent="0">
              <a:lnSpc>
                <a:spcPct val="130000"/>
              </a:lnSpc>
              <a:spcBef>
                <a:spcPts val="0"/>
              </a:spcBef>
              <a:buNone/>
              <a:defRPr sz="1600">
                <a:solidFill>
                  <a:schemeClr val="bg1"/>
                </a:solidFill>
              </a:defRPr>
            </a:lvl1pPr>
            <a:lvl2pPr marL="0" indent="0">
              <a:lnSpc>
                <a:spcPct val="130000"/>
              </a:lnSpc>
              <a:spcBef>
                <a:spcPts val="0"/>
              </a:spcBef>
              <a:buNone/>
              <a:defRPr sz="1600">
                <a:solidFill>
                  <a:schemeClr val="bg1"/>
                </a:solidFill>
              </a:defRPr>
            </a:lvl2pPr>
            <a:lvl3pPr marL="0" indent="0">
              <a:lnSpc>
                <a:spcPct val="130000"/>
              </a:lnSpc>
              <a:spcBef>
                <a:spcPts val="0"/>
              </a:spcBef>
              <a:buNone/>
              <a:defRPr sz="1600">
                <a:solidFill>
                  <a:schemeClr val="bg1"/>
                </a:solidFill>
              </a:defRPr>
            </a:lvl3pPr>
            <a:lvl4pPr marL="0" indent="0">
              <a:lnSpc>
                <a:spcPct val="130000"/>
              </a:lnSpc>
              <a:spcBef>
                <a:spcPts val="0"/>
              </a:spcBef>
              <a:buNone/>
              <a:defRPr sz="1600">
                <a:solidFill>
                  <a:schemeClr val="bg1"/>
                </a:solidFill>
              </a:defRPr>
            </a:lvl4pPr>
            <a:lvl5pPr marL="0" indent="0">
              <a:lnSpc>
                <a:spcPct val="130000"/>
              </a:lnSpc>
              <a:spcBef>
                <a:spcPts val="0"/>
              </a:spcBef>
              <a:buNone/>
              <a:defRPr sz="1600">
                <a:solidFill>
                  <a:schemeClr val="bg1"/>
                </a:solidFill>
              </a:defRPr>
            </a:lvl5pPr>
            <a:lvl6pPr marL="0" indent="0">
              <a:lnSpc>
                <a:spcPct val="130000"/>
              </a:lnSpc>
              <a:spcBef>
                <a:spcPts val="0"/>
              </a:spcBef>
              <a:buNone/>
              <a:defRPr sz="1600">
                <a:solidFill>
                  <a:schemeClr val="bg1"/>
                </a:solidFill>
              </a:defRPr>
            </a:lvl6pPr>
            <a:lvl7pPr marL="0" indent="0">
              <a:lnSpc>
                <a:spcPct val="130000"/>
              </a:lnSpc>
              <a:spcBef>
                <a:spcPts val="0"/>
              </a:spcBef>
              <a:buNone/>
              <a:defRPr sz="1600">
                <a:solidFill>
                  <a:schemeClr val="bg1"/>
                </a:solidFill>
              </a:defRPr>
            </a:lvl7pPr>
            <a:lvl8pPr marL="0" indent="0">
              <a:lnSpc>
                <a:spcPct val="130000"/>
              </a:lnSpc>
              <a:spcBef>
                <a:spcPts val="0"/>
              </a:spcBef>
              <a:buNone/>
              <a:defRPr sz="1600">
                <a:solidFill>
                  <a:schemeClr val="bg1"/>
                </a:solidFill>
              </a:defRPr>
            </a:lvl8pPr>
            <a:lvl9pPr marL="0" indent="0">
              <a:lnSpc>
                <a:spcPct val="130000"/>
              </a:lnSpc>
              <a:spcBef>
                <a:spcPts val="0"/>
              </a:spcBef>
              <a:buNone/>
              <a:defRPr sz="1600">
                <a:solidFill>
                  <a:schemeClr val="bg1"/>
                </a:solidFill>
              </a:defRPr>
            </a:lvl9pPr>
          </a:lstStyle>
          <a:p>
            <a:pPr lvl="0"/>
            <a:r>
              <a:rPr lang="en-US"/>
              <a:t>Click to edit Master text styles</a:t>
            </a:r>
          </a:p>
        </p:txBody>
      </p:sp>
      <p:sp>
        <p:nvSpPr>
          <p:cNvPr id="15" name="Text Placeholder 13">
            <a:extLst>
              <a:ext uri="{FF2B5EF4-FFF2-40B4-BE49-F238E27FC236}">
                <a16:creationId xmlns:a16="http://schemas.microsoft.com/office/drawing/2014/main" id="{88256F5A-0840-4D0A-9735-6C135C3D1BCB}"/>
              </a:ext>
            </a:extLst>
          </p:cNvPr>
          <p:cNvSpPr>
            <a:spLocks noGrp="1"/>
          </p:cNvSpPr>
          <p:nvPr>
            <p:ph type="body" sz="quarter" idx="12" hasCustomPrompt="1"/>
          </p:nvPr>
        </p:nvSpPr>
        <p:spPr>
          <a:xfrm>
            <a:off x="8012596" y="823038"/>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16" name="Text Placeholder 13">
            <a:extLst>
              <a:ext uri="{FF2B5EF4-FFF2-40B4-BE49-F238E27FC236}">
                <a16:creationId xmlns:a16="http://schemas.microsoft.com/office/drawing/2014/main" id="{6D05ED8F-D666-4B88-A7A1-7B7E8D824F5B}"/>
              </a:ext>
            </a:extLst>
          </p:cNvPr>
          <p:cNvSpPr>
            <a:spLocks noGrp="1"/>
          </p:cNvSpPr>
          <p:nvPr>
            <p:ph type="body" sz="quarter" idx="13"/>
          </p:nvPr>
        </p:nvSpPr>
        <p:spPr>
          <a:xfrm>
            <a:off x="8601272" y="981193"/>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19" name="Text Placeholder 13">
            <a:extLst>
              <a:ext uri="{FF2B5EF4-FFF2-40B4-BE49-F238E27FC236}">
                <a16:creationId xmlns:a16="http://schemas.microsoft.com/office/drawing/2014/main" id="{57ACFF91-DB57-4346-A3FB-AE438EEF8E01}"/>
              </a:ext>
            </a:extLst>
          </p:cNvPr>
          <p:cNvSpPr>
            <a:spLocks noGrp="1"/>
          </p:cNvSpPr>
          <p:nvPr>
            <p:ph type="body" sz="quarter" idx="14" hasCustomPrompt="1"/>
          </p:nvPr>
        </p:nvSpPr>
        <p:spPr>
          <a:xfrm>
            <a:off x="8012596" y="1915473"/>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0" name="Text Placeholder 13">
            <a:extLst>
              <a:ext uri="{FF2B5EF4-FFF2-40B4-BE49-F238E27FC236}">
                <a16:creationId xmlns:a16="http://schemas.microsoft.com/office/drawing/2014/main" id="{E3880355-33B4-4D27-AF67-82F4EEC64CC8}"/>
              </a:ext>
            </a:extLst>
          </p:cNvPr>
          <p:cNvSpPr>
            <a:spLocks noGrp="1"/>
          </p:cNvSpPr>
          <p:nvPr>
            <p:ph type="body" sz="quarter" idx="15"/>
          </p:nvPr>
        </p:nvSpPr>
        <p:spPr>
          <a:xfrm>
            <a:off x="8601272" y="2073628"/>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22" name="Text Placeholder 13">
            <a:extLst>
              <a:ext uri="{FF2B5EF4-FFF2-40B4-BE49-F238E27FC236}">
                <a16:creationId xmlns:a16="http://schemas.microsoft.com/office/drawing/2014/main" id="{148BB727-68D1-474D-87D5-BDB11CFB6088}"/>
              </a:ext>
            </a:extLst>
          </p:cNvPr>
          <p:cNvSpPr>
            <a:spLocks noGrp="1"/>
          </p:cNvSpPr>
          <p:nvPr>
            <p:ph type="body" sz="quarter" idx="17" hasCustomPrompt="1"/>
          </p:nvPr>
        </p:nvSpPr>
        <p:spPr>
          <a:xfrm>
            <a:off x="8012596" y="3007908"/>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3" name="Text Placeholder 13">
            <a:extLst>
              <a:ext uri="{FF2B5EF4-FFF2-40B4-BE49-F238E27FC236}">
                <a16:creationId xmlns:a16="http://schemas.microsoft.com/office/drawing/2014/main" id="{1B4F6836-1963-4344-99F1-90D9AC322197}"/>
              </a:ext>
            </a:extLst>
          </p:cNvPr>
          <p:cNvSpPr>
            <a:spLocks noGrp="1"/>
          </p:cNvSpPr>
          <p:nvPr>
            <p:ph type="body" sz="quarter" idx="18"/>
          </p:nvPr>
        </p:nvSpPr>
        <p:spPr>
          <a:xfrm>
            <a:off x="8601272" y="3166063"/>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24" name="Text Placeholder 13">
            <a:extLst>
              <a:ext uri="{FF2B5EF4-FFF2-40B4-BE49-F238E27FC236}">
                <a16:creationId xmlns:a16="http://schemas.microsoft.com/office/drawing/2014/main" id="{14220391-7FA8-4230-A26B-200CEFBB154E}"/>
              </a:ext>
            </a:extLst>
          </p:cNvPr>
          <p:cNvSpPr>
            <a:spLocks noGrp="1"/>
          </p:cNvSpPr>
          <p:nvPr>
            <p:ph type="body" sz="quarter" idx="19" hasCustomPrompt="1"/>
          </p:nvPr>
        </p:nvSpPr>
        <p:spPr>
          <a:xfrm>
            <a:off x="8012596" y="4100343"/>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5" name="Text Placeholder 13">
            <a:extLst>
              <a:ext uri="{FF2B5EF4-FFF2-40B4-BE49-F238E27FC236}">
                <a16:creationId xmlns:a16="http://schemas.microsoft.com/office/drawing/2014/main" id="{F79842D0-FA80-46A5-8D28-C7DB6BF5A530}"/>
              </a:ext>
            </a:extLst>
          </p:cNvPr>
          <p:cNvSpPr>
            <a:spLocks noGrp="1"/>
          </p:cNvSpPr>
          <p:nvPr>
            <p:ph type="body" sz="quarter" idx="20"/>
          </p:nvPr>
        </p:nvSpPr>
        <p:spPr>
          <a:xfrm>
            <a:off x="8601272" y="4258498"/>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26" name="Text Placeholder 13">
            <a:extLst>
              <a:ext uri="{FF2B5EF4-FFF2-40B4-BE49-F238E27FC236}">
                <a16:creationId xmlns:a16="http://schemas.microsoft.com/office/drawing/2014/main" id="{46CEF91E-EEEE-4341-A57F-F66DECB54330}"/>
              </a:ext>
            </a:extLst>
          </p:cNvPr>
          <p:cNvSpPr>
            <a:spLocks noGrp="1"/>
          </p:cNvSpPr>
          <p:nvPr>
            <p:ph type="body" sz="quarter" idx="21" hasCustomPrompt="1"/>
          </p:nvPr>
        </p:nvSpPr>
        <p:spPr>
          <a:xfrm>
            <a:off x="8012596" y="5192779"/>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7" name="Text Placeholder 13">
            <a:extLst>
              <a:ext uri="{FF2B5EF4-FFF2-40B4-BE49-F238E27FC236}">
                <a16:creationId xmlns:a16="http://schemas.microsoft.com/office/drawing/2014/main" id="{A3C272E2-71D0-4279-8082-47B126613A2E}"/>
              </a:ext>
            </a:extLst>
          </p:cNvPr>
          <p:cNvSpPr>
            <a:spLocks noGrp="1"/>
          </p:cNvSpPr>
          <p:nvPr>
            <p:ph type="body" sz="quarter" idx="22"/>
          </p:nvPr>
        </p:nvSpPr>
        <p:spPr>
          <a:xfrm>
            <a:off x="8601272" y="5350934"/>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Tree>
    <p:extLst>
      <p:ext uri="{BB962C8B-B14F-4D97-AF65-F5344CB8AC3E}">
        <p14:creationId xmlns:p14="http://schemas.microsoft.com/office/powerpoint/2010/main" val="218767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600">
          <p15:clr>
            <a:srgbClr val="FBAE40"/>
          </p15:clr>
        </p15:guide>
        <p15:guide id="2" pos="5292">
          <p15:clr>
            <a:srgbClr val="A4A3A4"/>
          </p15:clr>
        </p15:guide>
        <p15:guide id="3" pos="5424">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Agenda 2">
    <p:spTree>
      <p:nvGrpSpPr>
        <p:cNvPr id="1" name=""/>
        <p:cNvGrpSpPr/>
        <p:nvPr/>
      </p:nvGrpSpPr>
      <p:grpSpPr>
        <a:xfrm>
          <a:off x="0" y="0"/>
          <a:ext cx="0" cy="0"/>
          <a:chOff x="0" y="0"/>
          <a:chExt cx="0" cy="0"/>
        </a:xfrm>
      </p:grpSpPr>
      <p:sp>
        <p:nvSpPr>
          <p:cNvPr id="13" name="object 8">
            <a:extLst>
              <a:ext uri="{FF2B5EF4-FFF2-40B4-BE49-F238E27FC236}">
                <a16:creationId xmlns:a16="http://schemas.microsoft.com/office/drawing/2014/main" id="{44EE5668-849E-4752-A91F-93A5EE2F885B}"/>
              </a:ext>
            </a:extLst>
          </p:cNvPr>
          <p:cNvSpPr/>
          <p:nvPr/>
        </p:nvSpPr>
        <p:spPr>
          <a:xfrm>
            <a:off x="11073130" y="4662805"/>
            <a:ext cx="1118870" cy="2195195"/>
          </a:xfrm>
          <a:custGeom>
            <a:avLst/>
            <a:gdLst/>
            <a:ahLst/>
            <a:cxnLst/>
            <a:rect l="l" t="t" r="r" b="b"/>
            <a:pathLst>
              <a:path w="1118870" h="2195195">
                <a:moveTo>
                  <a:pt x="1118463" y="0"/>
                </a:moveTo>
                <a:lnTo>
                  <a:pt x="0" y="2195080"/>
                </a:lnTo>
                <a:lnTo>
                  <a:pt x="1118463" y="2195080"/>
                </a:lnTo>
                <a:lnTo>
                  <a:pt x="1118463" y="0"/>
                </a:lnTo>
                <a:close/>
              </a:path>
            </a:pathLst>
          </a:custGeom>
          <a:solidFill>
            <a:srgbClr val="05A2C6"/>
          </a:solidFill>
        </p:spPr>
        <p:txBody>
          <a:bodyPr wrap="square" lIns="0" tIns="0" rIns="0" bIns="0" rtlCol="0"/>
          <a:lstStyle/>
          <a:p>
            <a:endParaRPr dirty="0"/>
          </a:p>
        </p:txBody>
      </p:sp>
      <p:sp>
        <p:nvSpPr>
          <p:cNvPr id="5" name="Freeform: Shape 4">
            <a:extLst>
              <a:ext uri="{FF2B5EF4-FFF2-40B4-BE49-F238E27FC236}">
                <a16:creationId xmlns:a16="http://schemas.microsoft.com/office/drawing/2014/main" id="{7C394794-C985-4AFC-B7E3-2D95D1F02031}"/>
              </a:ext>
            </a:extLst>
          </p:cNvPr>
          <p:cNvSpPr/>
          <p:nvPr/>
        </p:nvSpPr>
        <p:spPr>
          <a:xfrm>
            <a:off x="0" y="0"/>
            <a:ext cx="6088218" cy="6858000"/>
          </a:xfrm>
          <a:custGeom>
            <a:avLst/>
            <a:gdLst>
              <a:gd name="connsiteX0" fmla="*/ 0 w 6088218"/>
              <a:gd name="connsiteY0" fmla="*/ 0 h 6858000"/>
              <a:gd name="connsiteX1" fmla="*/ 6088218 w 6088218"/>
              <a:gd name="connsiteY1" fmla="*/ 0 h 6858000"/>
              <a:gd name="connsiteX2" fmla="*/ 2593895 w 6088218"/>
              <a:gd name="connsiteY2" fmla="*/ 6858000 h 6858000"/>
              <a:gd name="connsiteX3" fmla="*/ 0 w 608821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88218" h="6858000">
                <a:moveTo>
                  <a:pt x="0" y="0"/>
                </a:moveTo>
                <a:lnTo>
                  <a:pt x="6088218" y="0"/>
                </a:lnTo>
                <a:lnTo>
                  <a:pt x="2593895" y="6858000"/>
                </a:lnTo>
                <a:lnTo>
                  <a:pt x="0" y="6858000"/>
                </a:lnTo>
                <a:close/>
              </a:path>
            </a:pathLst>
          </a:custGeom>
          <a:solidFill>
            <a:srgbClr val="EBEBEB"/>
          </a:solidFill>
        </p:spPr>
        <p:txBody>
          <a:bodyPr wrap="square" lIns="0" tIns="0" rIns="0" bIns="0" rtlCol="0">
            <a:noAutofit/>
          </a:bodyPr>
          <a:lstStyle/>
          <a:p>
            <a:endParaRPr dirty="0"/>
          </a:p>
        </p:txBody>
      </p:sp>
      <p:sp>
        <p:nvSpPr>
          <p:cNvPr id="6" name="Freeform: Shape 5">
            <a:extLst>
              <a:ext uri="{FF2B5EF4-FFF2-40B4-BE49-F238E27FC236}">
                <a16:creationId xmlns:a16="http://schemas.microsoft.com/office/drawing/2014/main" id="{D1E6200F-185B-4EAA-81FE-7BB3EC64FD6B}"/>
              </a:ext>
            </a:extLst>
          </p:cNvPr>
          <p:cNvSpPr/>
          <p:nvPr/>
        </p:nvSpPr>
        <p:spPr>
          <a:xfrm>
            <a:off x="0" y="0"/>
            <a:ext cx="5653887" cy="6858000"/>
          </a:xfrm>
          <a:custGeom>
            <a:avLst/>
            <a:gdLst>
              <a:gd name="connsiteX0" fmla="*/ 0 w 5653887"/>
              <a:gd name="connsiteY0" fmla="*/ 0 h 6858000"/>
              <a:gd name="connsiteX1" fmla="*/ 5653887 w 5653887"/>
              <a:gd name="connsiteY1" fmla="*/ 0 h 6858000"/>
              <a:gd name="connsiteX2" fmla="*/ 2159564 w 5653887"/>
              <a:gd name="connsiteY2" fmla="*/ 6858000 h 6858000"/>
              <a:gd name="connsiteX3" fmla="*/ 0 w 565388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653887" h="6858000">
                <a:moveTo>
                  <a:pt x="0" y="0"/>
                </a:moveTo>
                <a:lnTo>
                  <a:pt x="5653887" y="0"/>
                </a:lnTo>
                <a:lnTo>
                  <a:pt x="2159564" y="6858000"/>
                </a:lnTo>
                <a:lnTo>
                  <a:pt x="0" y="6858000"/>
                </a:lnTo>
                <a:close/>
              </a:path>
            </a:pathLst>
          </a:custGeom>
          <a:gradFill flip="none" rotWithShape="1">
            <a:gsLst>
              <a:gs pos="92000">
                <a:srgbClr val="05A2C6"/>
              </a:gs>
              <a:gs pos="28000">
                <a:srgbClr val="00A88C"/>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2" name="Title 1">
            <a:extLst>
              <a:ext uri="{FF2B5EF4-FFF2-40B4-BE49-F238E27FC236}">
                <a16:creationId xmlns:a16="http://schemas.microsoft.com/office/drawing/2014/main" id="{A7D1AF72-5E7A-4B28-9BD9-32D8C64CD2C3}"/>
              </a:ext>
            </a:extLst>
          </p:cNvPr>
          <p:cNvSpPr>
            <a:spLocks noGrp="1"/>
          </p:cNvSpPr>
          <p:nvPr>
            <p:ph type="title"/>
          </p:nvPr>
        </p:nvSpPr>
        <p:spPr>
          <a:xfrm>
            <a:off x="950976" y="1752600"/>
            <a:ext cx="3021282" cy="1090165"/>
          </a:xfrm>
        </p:spPr>
        <p:txBody>
          <a:bodyPr/>
          <a:lstStyle>
            <a:lvl1pPr>
              <a:defRPr>
                <a:solidFill>
                  <a:schemeClr val="bg1"/>
                </a:solidFill>
              </a:defRPr>
            </a:lvl1pPr>
          </a:lstStyle>
          <a:p>
            <a:r>
              <a:rPr lang="en-US"/>
              <a:t>Click to edit Master title style</a:t>
            </a:r>
            <a:endParaRPr/>
          </a:p>
        </p:txBody>
      </p:sp>
      <p:sp>
        <p:nvSpPr>
          <p:cNvPr id="11" name="Text Placeholder 10">
            <a:extLst>
              <a:ext uri="{FF2B5EF4-FFF2-40B4-BE49-F238E27FC236}">
                <a16:creationId xmlns:a16="http://schemas.microsoft.com/office/drawing/2014/main" id="{D0800E8E-A517-4082-8748-95F6CDF9A6A2}"/>
              </a:ext>
            </a:extLst>
          </p:cNvPr>
          <p:cNvSpPr>
            <a:spLocks noGrp="1"/>
          </p:cNvSpPr>
          <p:nvPr>
            <p:ph type="body" sz="quarter" idx="10"/>
          </p:nvPr>
        </p:nvSpPr>
        <p:spPr>
          <a:xfrm>
            <a:off x="950976" y="3144409"/>
            <a:ext cx="2057400" cy="1275190"/>
          </a:xfrm>
        </p:spPr>
        <p:txBody>
          <a:bodyPr/>
          <a:lstStyle>
            <a:lvl1pPr marL="0" indent="0">
              <a:lnSpc>
                <a:spcPct val="130000"/>
              </a:lnSpc>
              <a:spcBef>
                <a:spcPts val="0"/>
              </a:spcBef>
              <a:buNone/>
              <a:defRPr sz="1600">
                <a:solidFill>
                  <a:schemeClr val="bg1"/>
                </a:solidFill>
              </a:defRPr>
            </a:lvl1pPr>
            <a:lvl2pPr marL="0" indent="0">
              <a:lnSpc>
                <a:spcPct val="130000"/>
              </a:lnSpc>
              <a:spcBef>
                <a:spcPts val="0"/>
              </a:spcBef>
              <a:buNone/>
              <a:defRPr sz="1600">
                <a:solidFill>
                  <a:schemeClr val="bg1"/>
                </a:solidFill>
              </a:defRPr>
            </a:lvl2pPr>
            <a:lvl3pPr marL="0" indent="0">
              <a:lnSpc>
                <a:spcPct val="130000"/>
              </a:lnSpc>
              <a:spcBef>
                <a:spcPts val="0"/>
              </a:spcBef>
              <a:buNone/>
              <a:defRPr sz="1600">
                <a:solidFill>
                  <a:schemeClr val="bg1"/>
                </a:solidFill>
              </a:defRPr>
            </a:lvl3pPr>
            <a:lvl4pPr marL="0" indent="0">
              <a:lnSpc>
                <a:spcPct val="130000"/>
              </a:lnSpc>
              <a:spcBef>
                <a:spcPts val="0"/>
              </a:spcBef>
              <a:buNone/>
              <a:defRPr sz="1600">
                <a:solidFill>
                  <a:schemeClr val="bg1"/>
                </a:solidFill>
              </a:defRPr>
            </a:lvl4pPr>
            <a:lvl5pPr marL="0" indent="0">
              <a:lnSpc>
                <a:spcPct val="130000"/>
              </a:lnSpc>
              <a:spcBef>
                <a:spcPts val="0"/>
              </a:spcBef>
              <a:buNone/>
              <a:defRPr sz="1600">
                <a:solidFill>
                  <a:schemeClr val="bg1"/>
                </a:solidFill>
              </a:defRPr>
            </a:lvl5pPr>
            <a:lvl6pPr marL="0" indent="0">
              <a:lnSpc>
                <a:spcPct val="130000"/>
              </a:lnSpc>
              <a:spcBef>
                <a:spcPts val="0"/>
              </a:spcBef>
              <a:buNone/>
              <a:defRPr sz="1600">
                <a:solidFill>
                  <a:schemeClr val="bg1"/>
                </a:solidFill>
              </a:defRPr>
            </a:lvl6pPr>
            <a:lvl7pPr marL="0" indent="0">
              <a:lnSpc>
                <a:spcPct val="130000"/>
              </a:lnSpc>
              <a:spcBef>
                <a:spcPts val="0"/>
              </a:spcBef>
              <a:buNone/>
              <a:defRPr sz="1600">
                <a:solidFill>
                  <a:schemeClr val="bg1"/>
                </a:solidFill>
              </a:defRPr>
            </a:lvl7pPr>
            <a:lvl8pPr marL="0" indent="0">
              <a:lnSpc>
                <a:spcPct val="130000"/>
              </a:lnSpc>
              <a:spcBef>
                <a:spcPts val="0"/>
              </a:spcBef>
              <a:buNone/>
              <a:defRPr sz="1600">
                <a:solidFill>
                  <a:schemeClr val="bg1"/>
                </a:solidFill>
              </a:defRPr>
            </a:lvl8pPr>
            <a:lvl9pPr marL="0" indent="0">
              <a:lnSpc>
                <a:spcPct val="130000"/>
              </a:lnSpc>
              <a:spcBef>
                <a:spcPts val="0"/>
              </a:spcBef>
              <a:buNone/>
              <a:defRPr sz="1600">
                <a:solidFill>
                  <a:schemeClr val="bg1"/>
                </a:solidFill>
              </a:defRPr>
            </a:lvl9pPr>
          </a:lstStyle>
          <a:p>
            <a:pPr lvl="0"/>
            <a:r>
              <a:rPr lang="en-US"/>
              <a:t>Click to edit Master text styles</a:t>
            </a:r>
          </a:p>
        </p:txBody>
      </p:sp>
      <p:sp>
        <p:nvSpPr>
          <p:cNvPr id="15" name="Text Placeholder 13">
            <a:extLst>
              <a:ext uri="{FF2B5EF4-FFF2-40B4-BE49-F238E27FC236}">
                <a16:creationId xmlns:a16="http://schemas.microsoft.com/office/drawing/2014/main" id="{88256F5A-0840-4D0A-9735-6C135C3D1BCB}"/>
              </a:ext>
            </a:extLst>
          </p:cNvPr>
          <p:cNvSpPr>
            <a:spLocks noGrp="1"/>
          </p:cNvSpPr>
          <p:nvPr>
            <p:ph type="body" sz="quarter" idx="12" hasCustomPrompt="1"/>
          </p:nvPr>
        </p:nvSpPr>
        <p:spPr>
          <a:xfrm>
            <a:off x="5717218" y="1577418"/>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16" name="Text Placeholder 13">
            <a:extLst>
              <a:ext uri="{FF2B5EF4-FFF2-40B4-BE49-F238E27FC236}">
                <a16:creationId xmlns:a16="http://schemas.microsoft.com/office/drawing/2014/main" id="{6D05ED8F-D666-4B88-A7A1-7B7E8D824F5B}"/>
              </a:ext>
            </a:extLst>
          </p:cNvPr>
          <p:cNvSpPr>
            <a:spLocks noGrp="1"/>
          </p:cNvSpPr>
          <p:nvPr>
            <p:ph type="body" sz="quarter" idx="13"/>
          </p:nvPr>
        </p:nvSpPr>
        <p:spPr>
          <a:xfrm>
            <a:off x="6305894" y="1735573"/>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19" name="Text Placeholder 13">
            <a:extLst>
              <a:ext uri="{FF2B5EF4-FFF2-40B4-BE49-F238E27FC236}">
                <a16:creationId xmlns:a16="http://schemas.microsoft.com/office/drawing/2014/main" id="{57ACFF91-DB57-4346-A3FB-AE438EEF8E01}"/>
              </a:ext>
            </a:extLst>
          </p:cNvPr>
          <p:cNvSpPr>
            <a:spLocks noGrp="1"/>
          </p:cNvSpPr>
          <p:nvPr>
            <p:ph type="body" sz="quarter" idx="14" hasCustomPrompt="1"/>
          </p:nvPr>
        </p:nvSpPr>
        <p:spPr>
          <a:xfrm>
            <a:off x="5717218" y="2669853"/>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2" name="Text Placeholder 13">
            <a:extLst>
              <a:ext uri="{FF2B5EF4-FFF2-40B4-BE49-F238E27FC236}">
                <a16:creationId xmlns:a16="http://schemas.microsoft.com/office/drawing/2014/main" id="{148BB727-68D1-474D-87D5-BDB11CFB6088}"/>
              </a:ext>
            </a:extLst>
          </p:cNvPr>
          <p:cNvSpPr>
            <a:spLocks noGrp="1"/>
          </p:cNvSpPr>
          <p:nvPr>
            <p:ph type="body" sz="quarter" idx="17" hasCustomPrompt="1"/>
          </p:nvPr>
        </p:nvSpPr>
        <p:spPr>
          <a:xfrm>
            <a:off x="5717218" y="3762288"/>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3" name="Text Placeholder 13">
            <a:extLst>
              <a:ext uri="{FF2B5EF4-FFF2-40B4-BE49-F238E27FC236}">
                <a16:creationId xmlns:a16="http://schemas.microsoft.com/office/drawing/2014/main" id="{1B4F6836-1963-4344-99F1-90D9AC322197}"/>
              </a:ext>
            </a:extLst>
          </p:cNvPr>
          <p:cNvSpPr>
            <a:spLocks noGrp="1"/>
          </p:cNvSpPr>
          <p:nvPr>
            <p:ph type="body" sz="quarter" idx="18"/>
          </p:nvPr>
        </p:nvSpPr>
        <p:spPr>
          <a:xfrm>
            <a:off x="6305894" y="3920443"/>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24" name="Text Placeholder 13">
            <a:extLst>
              <a:ext uri="{FF2B5EF4-FFF2-40B4-BE49-F238E27FC236}">
                <a16:creationId xmlns:a16="http://schemas.microsoft.com/office/drawing/2014/main" id="{14220391-7FA8-4230-A26B-200CEFBB154E}"/>
              </a:ext>
            </a:extLst>
          </p:cNvPr>
          <p:cNvSpPr>
            <a:spLocks noGrp="1"/>
          </p:cNvSpPr>
          <p:nvPr>
            <p:ph type="body" sz="quarter" idx="19" hasCustomPrompt="1"/>
          </p:nvPr>
        </p:nvSpPr>
        <p:spPr>
          <a:xfrm>
            <a:off x="5717218" y="4854723"/>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5" name="Text Placeholder 13">
            <a:extLst>
              <a:ext uri="{FF2B5EF4-FFF2-40B4-BE49-F238E27FC236}">
                <a16:creationId xmlns:a16="http://schemas.microsoft.com/office/drawing/2014/main" id="{F79842D0-FA80-46A5-8D28-C7DB6BF5A530}"/>
              </a:ext>
            </a:extLst>
          </p:cNvPr>
          <p:cNvSpPr>
            <a:spLocks noGrp="1"/>
          </p:cNvSpPr>
          <p:nvPr>
            <p:ph type="body" sz="quarter" idx="20"/>
          </p:nvPr>
        </p:nvSpPr>
        <p:spPr>
          <a:xfrm>
            <a:off x="6305894" y="5012878"/>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20" name="Text Placeholder 13">
            <a:extLst>
              <a:ext uri="{FF2B5EF4-FFF2-40B4-BE49-F238E27FC236}">
                <a16:creationId xmlns:a16="http://schemas.microsoft.com/office/drawing/2014/main" id="{E3880355-33B4-4D27-AF67-82F4EEC64CC8}"/>
              </a:ext>
            </a:extLst>
          </p:cNvPr>
          <p:cNvSpPr>
            <a:spLocks noGrp="1"/>
          </p:cNvSpPr>
          <p:nvPr>
            <p:ph type="body" sz="quarter" idx="15"/>
          </p:nvPr>
        </p:nvSpPr>
        <p:spPr>
          <a:xfrm>
            <a:off x="6305894" y="2828008"/>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26" name="Text Placeholder 13">
            <a:extLst>
              <a:ext uri="{FF2B5EF4-FFF2-40B4-BE49-F238E27FC236}">
                <a16:creationId xmlns:a16="http://schemas.microsoft.com/office/drawing/2014/main" id="{46CEF91E-EEEE-4341-A57F-F66DECB54330}"/>
              </a:ext>
            </a:extLst>
          </p:cNvPr>
          <p:cNvSpPr>
            <a:spLocks noGrp="1"/>
          </p:cNvSpPr>
          <p:nvPr>
            <p:ph type="body" sz="quarter" idx="21" hasCustomPrompt="1"/>
          </p:nvPr>
        </p:nvSpPr>
        <p:spPr>
          <a:xfrm>
            <a:off x="8595479" y="1577418"/>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27" name="Text Placeholder 13">
            <a:extLst>
              <a:ext uri="{FF2B5EF4-FFF2-40B4-BE49-F238E27FC236}">
                <a16:creationId xmlns:a16="http://schemas.microsoft.com/office/drawing/2014/main" id="{A3C272E2-71D0-4279-8082-47B126613A2E}"/>
              </a:ext>
            </a:extLst>
          </p:cNvPr>
          <p:cNvSpPr>
            <a:spLocks noGrp="1"/>
          </p:cNvSpPr>
          <p:nvPr>
            <p:ph type="body" sz="quarter" idx="22"/>
          </p:nvPr>
        </p:nvSpPr>
        <p:spPr>
          <a:xfrm>
            <a:off x="9184155" y="1735573"/>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34" name="Text Placeholder 13">
            <a:extLst>
              <a:ext uri="{FF2B5EF4-FFF2-40B4-BE49-F238E27FC236}">
                <a16:creationId xmlns:a16="http://schemas.microsoft.com/office/drawing/2014/main" id="{D00C3FD6-9676-40A4-90CC-19BA867D2201}"/>
              </a:ext>
            </a:extLst>
          </p:cNvPr>
          <p:cNvSpPr>
            <a:spLocks noGrp="1"/>
          </p:cNvSpPr>
          <p:nvPr>
            <p:ph type="body" sz="quarter" idx="23" hasCustomPrompt="1"/>
          </p:nvPr>
        </p:nvSpPr>
        <p:spPr>
          <a:xfrm>
            <a:off x="8582202" y="2669853"/>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35" name="Text Placeholder 13">
            <a:extLst>
              <a:ext uri="{FF2B5EF4-FFF2-40B4-BE49-F238E27FC236}">
                <a16:creationId xmlns:a16="http://schemas.microsoft.com/office/drawing/2014/main" id="{09E19707-8129-4DB3-B1A9-8ACC5FA14D1F}"/>
              </a:ext>
            </a:extLst>
          </p:cNvPr>
          <p:cNvSpPr>
            <a:spLocks noGrp="1"/>
          </p:cNvSpPr>
          <p:nvPr>
            <p:ph type="body" sz="quarter" idx="24"/>
          </p:nvPr>
        </p:nvSpPr>
        <p:spPr>
          <a:xfrm>
            <a:off x="9170878" y="2828008"/>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36" name="Text Placeholder 13">
            <a:extLst>
              <a:ext uri="{FF2B5EF4-FFF2-40B4-BE49-F238E27FC236}">
                <a16:creationId xmlns:a16="http://schemas.microsoft.com/office/drawing/2014/main" id="{617072CC-B330-445F-B959-F8F4DD752F33}"/>
              </a:ext>
            </a:extLst>
          </p:cNvPr>
          <p:cNvSpPr>
            <a:spLocks noGrp="1"/>
          </p:cNvSpPr>
          <p:nvPr>
            <p:ph type="body" sz="quarter" idx="25" hasCustomPrompt="1"/>
          </p:nvPr>
        </p:nvSpPr>
        <p:spPr>
          <a:xfrm>
            <a:off x="8582202" y="3762288"/>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37" name="Text Placeholder 13">
            <a:extLst>
              <a:ext uri="{FF2B5EF4-FFF2-40B4-BE49-F238E27FC236}">
                <a16:creationId xmlns:a16="http://schemas.microsoft.com/office/drawing/2014/main" id="{90A0186D-6CEC-4DCB-89B9-5E9017B721A8}"/>
              </a:ext>
            </a:extLst>
          </p:cNvPr>
          <p:cNvSpPr>
            <a:spLocks noGrp="1"/>
          </p:cNvSpPr>
          <p:nvPr>
            <p:ph type="body" sz="quarter" idx="26"/>
          </p:nvPr>
        </p:nvSpPr>
        <p:spPr>
          <a:xfrm>
            <a:off x="9170878" y="3920443"/>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
        <p:nvSpPr>
          <p:cNvPr id="38" name="Text Placeholder 13">
            <a:extLst>
              <a:ext uri="{FF2B5EF4-FFF2-40B4-BE49-F238E27FC236}">
                <a16:creationId xmlns:a16="http://schemas.microsoft.com/office/drawing/2014/main" id="{D92E8A59-EFDB-4947-A57F-C0B1E8026940}"/>
              </a:ext>
            </a:extLst>
          </p:cNvPr>
          <p:cNvSpPr>
            <a:spLocks noGrp="1"/>
          </p:cNvSpPr>
          <p:nvPr>
            <p:ph type="body" sz="quarter" idx="27" hasCustomPrompt="1"/>
          </p:nvPr>
        </p:nvSpPr>
        <p:spPr>
          <a:xfrm>
            <a:off x="8582202" y="4854723"/>
            <a:ext cx="379095" cy="787400"/>
          </a:xfrm>
        </p:spPr>
        <p:txBody>
          <a:bodyPr/>
          <a:lstStyle>
            <a:lvl1pPr marL="0" indent="0" algn="r">
              <a:lnSpc>
                <a:spcPct val="100000"/>
              </a:lnSpc>
              <a:spcBef>
                <a:spcPts val="0"/>
              </a:spcBef>
              <a:buNone/>
              <a:defRPr sz="5000">
                <a:solidFill>
                  <a:schemeClr val="bg2"/>
                </a:solidFill>
              </a:defRPr>
            </a:lvl1pPr>
            <a:lvl2pPr marL="0" indent="0">
              <a:lnSpc>
                <a:spcPct val="100000"/>
              </a:lnSpc>
              <a:spcBef>
                <a:spcPts val="0"/>
              </a:spcBef>
              <a:buNone/>
              <a:defRPr sz="5000">
                <a:solidFill>
                  <a:schemeClr val="bg2"/>
                </a:solidFill>
              </a:defRPr>
            </a:lvl2pPr>
            <a:lvl3pPr marL="0" indent="0">
              <a:lnSpc>
                <a:spcPct val="100000"/>
              </a:lnSpc>
              <a:spcBef>
                <a:spcPts val="0"/>
              </a:spcBef>
              <a:buNone/>
              <a:defRPr sz="5000">
                <a:solidFill>
                  <a:schemeClr val="bg2"/>
                </a:solidFill>
              </a:defRPr>
            </a:lvl3pPr>
            <a:lvl4pPr marL="0" indent="0">
              <a:lnSpc>
                <a:spcPct val="100000"/>
              </a:lnSpc>
              <a:spcBef>
                <a:spcPts val="0"/>
              </a:spcBef>
              <a:buNone/>
              <a:defRPr sz="5000">
                <a:solidFill>
                  <a:schemeClr val="bg2"/>
                </a:solidFill>
              </a:defRPr>
            </a:lvl4pPr>
            <a:lvl5pPr marL="0" indent="0">
              <a:lnSpc>
                <a:spcPct val="100000"/>
              </a:lnSpc>
              <a:spcBef>
                <a:spcPts val="0"/>
              </a:spcBef>
              <a:buNone/>
              <a:defRPr sz="5000">
                <a:solidFill>
                  <a:schemeClr val="bg2"/>
                </a:solidFill>
              </a:defRPr>
            </a:lvl5pPr>
            <a:lvl6pPr marL="0" indent="0">
              <a:lnSpc>
                <a:spcPct val="100000"/>
              </a:lnSpc>
              <a:spcBef>
                <a:spcPts val="0"/>
              </a:spcBef>
              <a:buNone/>
              <a:defRPr sz="5000">
                <a:solidFill>
                  <a:schemeClr val="bg2"/>
                </a:solidFill>
              </a:defRPr>
            </a:lvl6pPr>
            <a:lvl7pPr marL="0" indent="0">
              <a:lnSpc>
                <a:spcPct val="100000"/>
              </a:lnSpc>
              <a:spcBef>
                <a:spcPts val="0"/>
              </a:spcBef>
              <a:buNone/>
              <a:defRPr sz="5000">
                <a:solidFill>
                  <a:schemeClr val="bg2"/>
                </a:solidFill>
              </a:defRPr>
            </a:lvl7pPr>
            <a:lvl8pPr marL="0" indent="0">
              <a:lnSpc>
                <a:spcPct val="100000"/>
              </a:lnSpc>
              <a:spcBef>
                <a:spcPts val="0"/>
              </a:spcBef>
              <a:buNone/>
              <a:defRPr sz="5000">
                <a:solidFill>
                  <a:schemeClr val="bg2"/>
                </a:solidFill>
              </a:defRPr>
            </a:lvl8pPr>
            <a:lvl9pPr marL="0" indent="0">
              <a:lnSpc>
                <a:spcPct val="100000"/>
              </a:lnSpc>
              <a:spcBef>
                <a:spcPts val="0"/>
              </a:spcBef>
              <a:buNone/>
              <a:defRPr sz="5000">
                <a:solidFill>
                  <a:schemeClr val="bg2"/>
                </a:solidFill>
              </a:defRPr>
            </a:lvl9pPr>
          </a:lstStyle>
          <a:p>
            <a:pPr lvl="0"/>
            <a:r>
              <a:t>#</a:t>
            </a:r>
          </a:p>
        </p:txBody>
      </p:sp>
      <p:sp>
        <p:nvSpPr>
          <p:cNvPr id="39" name="Text Placeholder 13">
            <a:extLst>
              <a:ext uri="{FF2B5EF4-FFF2-40B4-BE49-F238E27FC236}">
                <a16:creationId xmlns:a16="http://schemas.microsoft.com/office/drawing/2014/main" id="{E73B9993-A2C0-4E16-A8F7-3A5BB96CE0FB}"/>
              </a:ext>
            </a:extLst>
          </p:cNvPr>
          <p:cNvSpPr>
            <a:spLocks noGrp="1"/>
          </p:cNvSpPr>
          <p:nvPr>
            <p:ph type="body" sz="quarter" idx="28"/>
          </p:nvPr>
        </p:nvSpPr>
        <p:spPr>
          <a:xfrm>
            <a:off x="9170878" y="5012878"/>
            <a:ext cx="2066727" cy="553720"/>
          </a:xfrm>
        </p:spPr>
        <p:txBody>
          <a:bodyPr anchor="ctr"/>
          <a:lstStyle>
            <a:lvl1pPr marL="0" indent="0">
              <a:lnSpc>
                <a:spcPct val="100000"/>
              </a:lnSpc>
              <a:spcBef>
                <a:spcPts val="0"/>
              </a:spcBef>
              <a:buNone/>
              <a:defRPr sz="1800" b="1">
                <a:solidFill>
                  <a:schemeClr val="tx2"/>
                </a:solidFill>
              </a:defRPr>
            </a:lvl1pPr>
            <a:lvl2pPr marL="0" indent="0">
              <a:lnSpc>
                <a:spcPct val="100000"/>
              </a:lnSpc>
              <a:spcBef>
                <a:spcPts val="0"/>
              </a:spcBef>
              <a:buNone/>
              <a:defRPr sz="1800" b="1">
                <a:solidFill>
                  <a:schemeClr val="tx2"/>
                </a:solidFill>
              </a:defRPr>
            </a:lvl2pPr>
            <a:lvl3pPr marL="0" indent="0">
              <a:lnSpc>
                <a:spcPct val="100000"/>
              </a:lnSpc>
              <a:spcBef>
                <a:spcPts val="0"/>
              </a:spcBef>
              <a:buNone/>
              <a:defRPr sz="1800" b="1">
                <a:solidFill>
                  <a:schemeClr val="tx2"/>
                </a:solidFill>
              </a:defRPr>
            </a:lvl3pPr>
            <a:lvl4pPr marL="0" indent="0">
              <a:lnSpc>
                <a:spcPct val="100000"/>
              </a:lnSpc>
              <a:spcBef>
                <a:spcPts val="0"/>
              </a:spcBef>
              <a:buNone/>
              <a:defRPr sz="1800" b="1">
                <a:solidFill>
                  <a:schemeClr val="tx2"/>
                </a:solidFill>
              </a:defRPr>
            </a:lvl4pPr>
            <a:lvl5pPr marL="0" indent="0">
              <a:lnSpc>
                <a:spcPct val="100000"/>
              </a:lnSpc>
              <a:spcBef>
                <a:spcPts val="0"/>
              </a:spcBef>
              <a:buNone/>
              <a:defRPr sz="1800" b="1">
                <a:solidFill>
                  <a:schemeClr val="tx2"/>
                </a:solidFill>
              </a:defRPr>
            </a:lvl5pPr>
            <a:lvl6pPr marL="0" indent="0">
              <a:lnSpc>
                <a:spcPct val="100000"/>
              </a:lnSpc>
              <a:spcBef>
                <a:spcPts val="0"/>
              </a:spcBef>
              <a:buNone/>
              <a:defRPr sz="1800" b="1">
                <a:solidFill>
                  <a:schemeClr val="tx2"/>
                </a:solidFill>
              </a:defRPr>
            </a:lvl6pPr>
            <a:lvl7pPr marL="0" indent="0">
              <a:lnSpc>
                <a:spcPct val="100000"/>
              </a:lnSpc>
              <a:spcBef>
                <a:spcPts val="0"/>
              </a:spcBef>
              <a:buNone/>
              <a:defRPr sz="1800" b="1">
                <a:solidFill>
                  <a:schemeClr val="tx2"/>
                </a:solidFill>
              </a:defRPr>
            </a:lvl7pPr>
            <a:lvl8pPr marL="0" indent="0">
              <a:lnSpc>
                <a:spcPct val="100000"/>
              </a:lnSpc>
              <a:spcBef>
                <a:spcPts val="0"/>
              </a:spcBef>
              <a:buNone/>
              <a:defRPr sz="1800" b="1">
                <a:solidFill>
                  <a:schemeClr val="tx2"/>
                </a:solidFill>
              </a:defRPr>
            </a:lvl8pPr>
            <a:lvl9pPr marL="0" indent="0">
              <a:lnSpc>
                <a:spcPct val="100000"/>
              </a:lnSpc>
              <a:spcBef>
                <a:spcPts val="0"/>
              </a:spcBef>
              <a:buNone/>
              <a:defRPr sz="1800" b="1">
                <a:solidFill>
                  <a:schemeClr val="tx2"/>
                </a:solidFill>
              </a:defRPr>
            </a:lvl9pPr>
          </a:lstStyle>
          <a:p>
            <a:pPr lvl="0"/>
            <a:r>
              <a:rPr lang="en-US"/>
              <a:t>Click to edit Master text styles</a:t>
            </a:r>
          </a:p>
        </p:txBody>
      </p:sp>
    </p:spTree>
    <p:extLst>
      <p:ext uri="{BB962C8B-B14F-4D97-AF65-F5344CB8AC3E}">
        <p14:creationId xmlns:p14="http://schemas.microsoft.com/office/powerpoint/2010/main" val="1977740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600">
          <p15:clr>
            <a:srgbClr val="FBAE40"/>
          </p15:clr>
        </p15:guide>
        <p15:guide id="2" pos="5664">
          <p15:clr>
            <a:srgbClr val="A4A3A4"/>
          </p15:clr>
        </p15:guide>
        <p15:guide id="3" pos="3960">
          <p15:clr>
            <a:srgbClr val="A4A3A4"/>
          </p15:clr>
        </p15:guide>
        <p15:guide id="4" pos="5784">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Full-Frame Image with Tex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8050AE7-ECC0-4BD9-9D50-7417D8DD6F31}"/>
              </a:ext>
            </a:extLst>
          </p:cNvPr>
          <p:cNvSpPr>
            <a:spLocks noGrp="1"/>
          </p:cNvSpPr>
          <p:nvPr>
            <p:ph type="pic" sz="quarter" idx="10" hasCustomPrompt="1"/>
          </p:nvPr>
        </p:nvSpPr>
        <p:spPr>
          <a:xfrm>
            <a:off x="1524" y="0"/>
            <a:ext cx="12188952" cy="6858000"/>
          </a:xfrm>
          <a:solidFill>
            <a:srgbClr val="D9D9D9"/>
          </a:solidFill>
        </p:spPr>
        <p:txBody>
          <a:bodyPr lIns="6675120" rIns="0" bIns="0" anchor="ctr" anchorCtr="0"/>
          <a:lstStyle>
            <a:lvl1pPr marL="0" indent="0" algn="l">
              <a:lnSpc>
                <a:spcPct val="100000"/>
              </a:lnSpc>
              <a:spcBef>
                <a:spcPts val="0"/>
              </a:spcBef>
              <a:buNone/>
              <a:defRPr>
                <a:solidFill>
                  <a:schemeClr val="accent5"/>
                </a:solidFill>
              </a:defRPr>
            </a:lvl1pPr>
          </a:lstStyle>
          <a:p>
            <a:r>
              <a:rPr dirty="0"/>
              <a:t>Click icon to add a picture; </a:t>
            </a:r>
            <a:br>
              <a:rPr dirty="0"/>
            </a:br>
            <a:r>
              <a:rPr dirty="0"/>
              <a:t>send to back if necessary</a:t>
            </a:r>
          </a:p>
        </p:txBody>
      </p:sp>
      <p:sp>
        <p:nvSpPr>
          <p:cNvPr id="9" name="Text Placeholder 8">
            <a:extLst>
              <a:ext uri="{FF2B5EF4-FFF2-40B4-BE49-F238E27FC236}">
                <a16:creationId xmlns:a16="http://schemas.microsoft.com/office/drawing/2014/main" id="{75E81AFA-02B9-4AF4-8C41-5717D2146C04}"/>
              </a:ext>
            </a:extLst>
          </p:cNvPr>
          <p:cNvSpPr>
            <a:spLocks noGrp="1"/>
          </p:cNvSpPr>
          <p:nvPr>
            <p:ph type="body" sz="quarter" idx="11" hasCustomPrompt="1"/>
          </p:nvPr>
        </p:nvSpPr>
        <p:spPr>
          <a:xfrm>
            <a:off x="510208" y="2305050"/>
            <a:ext cx="3860800" cy="3860800"/>
          </a:xfrm>
          <a:solidFill>
            <a:srgbClr val="FFFFFF"/>
          </a:solidFill>
        </p:spPr>
        <p:txBody>
          <a:bodyPr lIns="411480" tIns="365760" rIns="411480" bIns="91440"/>
          <a:lstStyle>
            <a:lvl1pPr marL="0" indent="0">
              <a:spcBef>
                <a:spcPts val="0"/>
              </a:spcBef>
              <a:buNone/>
              <a:defRPr sz="1600" b="1" cap="all" spc="100" baseline="0">
                <a:solidFill>
                  <a:schemeClr val="tx1">
                    <a:lumMod val="50000"/>
                    <a:lumOff val="50000"/>
                  </a:schemeClr>
                </a:solidFill>
              </a:defRPr>
            </a:lvl1pPr>
            <a:lvl2pPr marL="0" indent="0">
              <a:spcBef>
                <a:spcPts val="0"/>
              </a:spcBef>
              <a:buNone/>
              <a:defRPr sz="1600" b="1" cap="all" spc="100" baseline="0">
                <a:solidFill>
                  <a:schemeClr val="tx1">
                    <a:lumMod val="50000"/>
                    <a:lumOff val="50000"/>
                  </a:schemeClr>
                </a:solidFill>
              </a:defRPr>
            </a:lvl2pPr>
            <a:lvl3pPr marL="0" indent="0">
              <a:spcBef>
                <a:spcPts val="0"/>
              </a:spcBef>
              <a:buNone/>
              <a:defRPr sz="1600" b="1" cap="all" spc="100" baseline="0">
                <a:solidFill>
                  <a:schemeClr val="tx1">
                    <a:lumMod val="50000"/>
                    <a:lumOff val="50000"/>
                  </a:schemeClr>
                </a:solidFill>
              </a:defRPr>
            </a:lvl3pPr>
            <a:lvl4pPr marL="0" indent="0">
              <a:spcBef>
                <a:spcPts val="0"/>
              </a:spcBef>
              <a:buNone/>
              <a:defRPr sz="1600" b="1" cap="all" spc="100" baseline="0">
                <a:solidFill>
                  <a:schemeClr val="tx1">
                    <a:lumMod val="50000"/>
                    <a:lumOff val="50000"/>
                  </a:schemeClr>
                </a:solidFill>
              </a:defRPr>
            </a:lvl4pPr>
            <a:lvl5pPr marL="0" indent="0">
              <a:spcBef>
                <a:spcPts val="0"/>
              </a:spcBef>
              <a:buNone/>
              <a:defRPr sz="1600" b="1" cap="all" spc="100" baseline="0">
                <a:solidFill>
                  <a:schemeClr val="tx1">
                    <a:lumMod val="50000"/>
                    <a:lumOff val="50000"/>
                  </a:schemeClr>
                </a:solidFill>
              </a:defRPr>
            </a:lvl5pPr>
            <a:lvl6pPr marL="0" indent="0">
              <a:spcBef>
                <a:spcPts val="0"/>
              </a:spcBef>
              <a:buNone/>
              <a:defRPr sz="1600" b="1" cap="all" spc="100" baseline="0">
                <a:solidFill>
                  <a:schemeClr val="tx1">
                    <a:lumMod val="50000"/>
                    <a:lumOff val="50000"/>
                  </a:schemeClr>
                </a:solidFill>
              </a:defRPr>
            </a:lvl6pPr>
            <a:lvl7pPr marL="0" indent="0">
              <a:spcBef>
                <a:spcPts val="0"/>
              </a:spcBef>
              <a:buNone/>
              <a:defRPr sz="1600" b="1" cap="all" spc="100" baseline="0">
                <a:solidFill>
                  <a:schemeClr val="tx1">
                    <a:lumMod val="50000"/>
                    <a:lumOff val="50000"/>
                  </a:schemeClr>
                </a:solidFill>
              </a:defRPr>
            </a:lvl7pPr>
            <a:lvl8pPr marL="0" indent="0">
              <a:spcBef>
                <a:spcPts val="0"/>
              </a:spcBef>
              <a:buNone/>
              <a:defRPr sz="1600" b="1" cap="all" spc="100" baseline="0">
                <a:solidFill>
                  <a:schemeClr val="tx1">
                    <a:lumMod val="50000"/>
                    <a:lumOff val="50000"/>
                  </a:schemeClr>
                </a:solidFill>
              </a:defRPr>
            </a:lvl8pPr>
            <a:lvl9pPr marL="0" indent="0">
              <a:spcBef>
                <a:spcPts val="0"/>
              </a:spcBef>
              <a:buNone/>
              <a:defRPr sz="1600" b="1" cap="all" spc="100" baseline="0">
                <a:solidFill>
                  <a:schemeClr val="tx1">
                    <a:lumMod val="50000"/>
                    <a:lumOff val="50000"/>
                  </a:schemeClr>
                </a:solidFill>
              </a:defRPr>
            </a:lvl9pPr>
          </a:lstStyle>
          <a:p>
            <a:pPr lvl="0"/>
            <a:r>
              <a:t>superheader</a:t>
            </a:r>
          </a:p>
        </p:txBody>
      </p:sp>
      <p:sp>
        <p:nvSpPr>
          <p:cNvPr id="10" name="Text Placeholder 8">
            <a:extLst>
              <a:ext uri="{FF2B5EF4-FFF2-40B4-BE49-F238E27FC236}">
                <a16:creationId xmlns:a16="http://schemas.microsoft.com/office/drawing/2014/main" id="{B63E85EB-57F2-40AC-94CE-540C22ADD9BB}"/>
              </a:ext>
            </a:extLst>
          </p:cNvPr>
          <p:cNvSpPr>
            <a:spLocks noGrp="1"/>
          </p:cNvSpPr>
          <p:nvPr>
            <p:ph type="body" sz="quarter" idx="12"/>
          </p:nvPr>
        </p:nvSpPr>
        <p:spPr>
          <a:xfrm>
            <a:off x="929308" y="3151117"/>
            <a:ext cx="3095199" cy="2703773"/>
          </a:xfrm>
        </p:spPr>
        <p:txBody>
          <a:bodyPr/>
          <a:lstStyle>
            <a:lvl1pPr marL="0" indent="0">
              <a:lnSpc>
                <a:spcPct val="100000"/>
              </a:lnSpc>
              <a:spcBef>
                <a:spcPts val="0"/>
              </a:spcBef>
              <a:buNone/>
              <a:defRPr sz="2800">
                <a:solidFill>
                  <a:schemeClr val="accent1"/>
                </a:solidFill>
              </a:defRPr>
            </a:lvl1pPr>
            <a:lvl2pPr marL="0" indent="0">
              <a:lnSpc>
                <a:spcPct val="100000"/>
              </a:lnSpc>
              <a:spcBef>
                <a:spcPts val="0"/>
              </a:spcBef>
              <a:buNone/>
              <a:defRPr sz="2800">
                <a:solidFill>
                  <a:schemeClr val="accent1"/>
                </a:solidFill>
              </a:defRPr>
            </a:lvl2pPr>
            <a:lvl3pPr marL="0" indent="0">
              <a:lnSpc>
                <a:spcPct val="100000"/>
              </a:lnSpc>
              <a:spcBef>
                <a:spcPts val="0"/>
              </a:spcBef>
              <a:buNone/>
              <a:defRPr sz="2800">
                <a:solidFill>
                  <a:schemeClr val="accent1"/>
                </a:solidFill>
              </a:defRPr>
            </a:lvl3pPr>
            <a:lvl4pPr marL="0" indent="0">
              <a:lnSpc>
                <a:spcPct val="100000"/>
              </a:lnSpc>
              <a:spcBef>
                <a:spcPts val="0"/>
              </a:spcBef>
              <a:buNone/>
              <a:defRPr sz="2800">
                <a:solidFill>
                  <a:schemeClr val="accent1"/>
                </a:solidFill>
              </a:defRPr>
            </a:lvl4pPr>
            <a:lvl5pPr marL="0" indent="0">
              <a:lnSpc>
                <a:spcPct val="100000"/>
              </a:lnSpc>
              <a:spcBef>
                <a:spcPts val="0"/>
              </a:spcBef>
              <a:buNone/>
              <a:defRPr sz="2800">
                <a:solidFill>
                  <a:schemeClr val="accent1"/>
                </a:solidFill>
              </a:defRPr>
            </a:lvl5pPr>
            <a:lvl6pPr marL="0" indent="0">
              <a:lnSpc>
                <a:spcPct val="100000"/>
              </a:lnSpc>
              <a:spcBef>
                <a:spcPts val="0"/>
              </a:spcBef>
              <a:buNone/>
              <a:defRPr sz="2800">
                <a:solidFill>
                  <a:schemeClr val="accent1"/>
                </a:solidFill>
              </a:defRPr>
            </a:lvl6pPr>
            <a:lvl7pPr marL="0" indent="0">
              <a:lnSpc>
                <a:spcPct val="100000"/>
              </a:lnSpc>
              <a:spcBef>
                <a:spcPts val="0"/>
              </a:spcBef>
              <a:buNone/>
              <a:defRPr sz="2800">
                <a:solidFill>
                  <a:schemeClr val="accent1"/>
                </a:solidFill>
              </a:defRPr>
            </a:lvl7pPr>
            <a:lvl8pPr marL="0" indent="0">
              <a:lnSpc>
                <a:spcPct val="100000"/>
              </a:lnSpc>
              <a:spcBef>
                <a:spcPts val="0"/>
              </a:spcBef>
              <a:buNone/>
              <a:defRPr sz="2800">
                <a:solidFill>
                  <a:schemeClr val="accent1"/>
                </a:solidFill>
              </a:defRPr>
            </a:lvl8pPr>
            <a:lvl9pPr marL="0" indent="0">
              <a:lnSpc>
                <a:spcPct val="100000"/>
              </a:lnSpc>
              <a:spcBef>
                <a:spcPts val="0"/>
              </a:spcBef>
              <a:buNone/>
              <a:defRPr sz="2800">
                <a:solidFill>
                  <a:schemeClr val="accent1"/>
                </a:solidFill>
              </a:defRPr>
            </a:lvl9pPr>
          </a:lstStyle>
          <a:p>
            <a:pPr lvl="0"/>
            <a:r>
              <a:rPr lang="en-US"/>
              <a:t>Click to edit Master text styles</a:t>
            </a:r>
          </a:p>
          <a:p>
            <a:pPr lvl="1"/>
            <a:r>
              <a:rPr lang="en-US"/>
              <a:t>Second level</a:t>
            </a:r>
          </a:p>
        </p:txBody>
      </p:sp>
      <p:sp>
        <p:nvSpPr>
          <p:cNvPr id="6" name="overlay Media Placeholder 9">
            <a:extLst>
              <a:ext uri="{FF2B5EF4-FFF2-40B4-BE49-F238E27FC236}">
                <a16:creationId xmlns:a16="http://schemas.microsoft.com/office/drawing/2014/main" id="{D4726E37-C351-4973-A41B-A104F72157C1}"/>
              </a:ext>
            </a:extLst>
          </p:cNvPr>
          <p:cNvSpPr>
            <a:spLocks noGrp="1"/>
          </p:cNvSpPr>
          <p:nvPr>
            <p:ph type="media" sz="quarter" idx="16" hasCustomPrompt="1"/>
          </p:nvPr>
        </p:nvSpPr>
        <p:spPr>
          <a:xfrm>
            <a:off x="-1" y="0"/>
            <a:ext cx="1118870" cy="2195195"/>
          </a:xfrm>
          <a:blipFill>
            <a:blip r:embed="rId2"/>
            <a:stretch>
              <a:fillRect/>
            </a:stretch>
          </a:blipFill>
        </p:spPr>
        <p:txBody>
          <a:bodyPr lIns="91440" tIns="91440" rIns="91440" bIns="91440" anchor="ctr" anchorCtr="0"/>
          <a:lstStyle>
            <a:lvl1pPr marL="0" indent="0" algn="l">
              <a:spcBef>
                <a:spcPts val="0"/>
              </a:spcBef>
              <a:buNone/>
              <a:defRPr sz="1400">
                <a:solidFill>
                  <a:schemeClr val="accent5"/>
                </a:solidFill>
              </a:defRPr>
            </a:lvl1pPr>
          </a:lstStyle>
          <a:p>
            <a:r>
              <a:rPr dirty="0"/>
              <a:t>This gradient should be on top of the picture. This text and the mediicon will not  appear. </a:t>
            </a:r>
          </a:p>
        </p:txBody>
      </p:sp>
    </p:spTree>
    <p:extLst>
      <p:ext uri="{BB962C8B-B14F-4D97-AF65-F5344CB8AC3E}">
        <p14:creationId xmlns:p14="http://schemas.microsoft.com/office/powerpoint/2010/main" val="3820083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and Picture Right">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03766903-5371-44D8-BC6C-FBCDCE12D31F}"/>
              </a:ext>
            </a:extLst>
          </p:cNvPr>
          <p:cNvSpPr>
            <a:spLocks noGrp="1"/>
          </p:cNvSpPr>
          <p:nvPr>
            <p:ph type="pic" sz="quarter" idx="12" hasCustomPrompt="1"/>
          </p:nvPr>
        </p:nvSpPr>
        <p:spPr>
          <a:xfrm>
            <a:off x="4419600" y="0"/>
            <a:ext cx="7772400" cy="6857988"/>
          </a:xfrm>
          <a:solidFill>
            <a:srgbClr val="D9D9D9"/>
          </a:solidFill>
        </p:spPr>
        <p:txBody>
          <a:bodyPr lIns="0" rIns="0" bIns="2103120" anchor="ctr" anchorCtr="0"/>
          <a:lstStyle>
            <a:lvl1pPr marL="0" indent="0" algn="ctr">
              <a:lnSpc>
                <a:spcPct val="100000"/>
              </a:lnSpc>
              <a:spcBef>
                <a:spcPts val="0"/>
              </a:spcBef>
              <a:buNone/>
              <a:defRPr sz="2000">
                <a:solidFill>
                  <a:schemeClr val="accent5"/>
                </a:solidFill>
              </a:defRPr>
            </a:lvl1pPr>
          </a:lstStyle>
          <a:p>
            <a:r>
              <a:rPr dirty="0"/>
              <a:t>Click icon to add a picture; </a:t>
            </a:r>
            <a:br>
              <a:rPr dirty="0"/>
            </a:br>
            <a:r>
              <a:rPr dirty="0"/>
              <a:t>send to back if necessary</a:t>
            </a:r>
          </a:p>
        </p:txBody>
      </p:sp>
      <p:sp>
        <p:nvSpPr>
          <p:cNvPr id="12" name="object 5">
            <a:extLst>
              <a:ext uri="{FF2B5EF4-FFF2-40B4-BE49-F238E27FC236}">
                <a16:creationId xmlns:a16="http://schemas.microsoft.com/office/drawing/2014/main" id="{D99716ED-1EB0-4613-8440-B79A4C8A79E4}"/>
              </a:ext>
            </a:extLst>
          </p:cNvPr>
          <p:cNvSpPr/>
          <p:nvPr/>
        </p:nvSpPr>
        <p:spPr>
          <a:xfrm>
            <a:off x="3786514" y="5615500"/>
            <a:ext cx="633095" cy="1242695"/>
          </a:xfrm>
          <a:custGeom>
            <a:avLst/>
            <a:gdLst/>
            <a:ahLst/>
            <a:cxnLst/>
            <a:rect l="l" t="t" r="r" b="b"/>
            <a:pathLst>
              <a:path w="633095" h="1242695">
                <a:moveTo>
                  <a:pt x="633082" y="0"/>
                </a:moveTo>
                <a:lnTo>
                  <a:pt x="0" y="1242491"/>
                </a:lnTo>
                <a:lnTo>
                  <a:pt x="633082" y="1242491"/>
                </a:lnTo>
                <a:lnTo>
                  <a:pt x="633082" y="0"/>
                </a:lnTo>
                <a:close/>
              </a:path>
            </a:pathLst>
          </a:custGeom>
          <a:solidFill>
            <a:srgbClr val="000000">
              <a:alpha val="9999"/>
            </a:srgbClr>
          </a:solidFill>
        </p:spPr>
        <p:txBody>
          <a:bodyPr wrap="square" lIns="0" tIns="0" rIns="0" bIns="0" rtlCol="0"/>
          <a:lstStyle/>
          <a:p>
            <a:endParaRPr dirty="0"/>
          </a:p>
        </p:txBody>
      </p:sp>
      <p:sp>
        <p:nvSpPr>
          <p:cNvPr id="14" name="object 5">
            <a:extLst>
              <a:ext uri="{FF2B5EF4-FFF2-40B4-BE49-F238E27FC236}">
                <a16:creationId xmlns:a16="http://schemas.microsoft.com/office/drawing/2014/main" id="{CE88491E-626D-4C26-8FB5-3BC81BD3B00F}"/>
              </a:ext>
            </a:extLst>
          </p:cNvPr>
          <p:cNvSpPr/>
          <p:nvPr/>
        </p:nvSpPr>
        <p:spPr>
          <a:xfrm>
            <a:off x="0" y="0"/>
            <a:ext cx="1118870" cy="2195195"/>
          </a:xfrm>
          <a:custGeom>
            <a:avLst/>
            <a:gdLst/>
            <a:ahLst/>
            <a:cxnLst/>
            <a:rect l="l" t="t" r="r" b="b"/>
            <a:pathLst>
              <a:path w="1118870" h="2195195">
                <a:moveTo>
                  <a:pt x="1118450" y="0"/>
                </a:moveTo>
                <a:lnTo>
                  <a:pt x="0" y="0"/>
                </a:lnTo>
                <a:lnTo>
                  <a:pt x="0" y="2195093"/>
                </a:lnTo>
                <a:lnTo>
                  <a:pt x="1118450" y="0"/>
                </a:lnTo>
                <a:close/>
              </a:path>
            </a:pathLst>
          </a:custGeom>
          <a:gradFill flip="none" rotWithShape="1">
            <a:gsLst>
              <a:gs pos="0">
                <a:srgbClr val="EBEBEB">
                  <a:lumMod val="89000"/>
                </a:srgbClr>
              </a:gs>
              <a:gs pos="100000">
                <a:srgbClr val="FFFFFF"/>
              </a:gs>
            </a:gsLst>
            <a:lin ang="5400000" scaled="1"/>
            <a:tileRect/>
          </a:gradFill>
        </p:spPr>
        <p:txBody>
          <a:bodyPr wrap="square" lIns="0" tIns="0" rIns="0" bIns="0" rtlCol="0"/>
          <a:lstStyle/>
          <a:p>
            <a:endParaRPr dirty="0"/>
          </a:p>
        </p:txBody>
      </p:sp>
      <p:sp>
        <p:nvSpPr>
          <p:cNvPr id="20" name="overlay Media Placeholder 19">
            <a:extLst>
              <a:ext uri="{FF2B5EF4-FFF2-40B4-BE49-F238E27FC236}">
                <a16:creationId xmlns:a16="http://schemas.microsoft.com/office/drawing/2014/main" id="{4BD43BB0-D81B-42FA-B095-A3AF75CDE5A8}"/>
              </a:ext>
            </a:extLst>
          </p:cNvPr>
          <p:cNvSpPr>
            <a:spLocks noGrp="1"/>
          </p:cNvSpPr>
          <p:nvPr>
            <p:ph type="media" sz="quarter" idx="15" hasCustomPrompt="1"/>
          </p:nvPr>
        </p:nvSpPr>
        <p:spPr>
          <a:xfrm>
            <a:off x="4419600" y="5"/>
            <a:ext cx="2861945" cy="5615288"/>
          </a:xfrm>
          <a:blipFill>
            <a:blip r:embed="rId2"/>
            <a:stretch>
              <a:fillRect/>
            </a:stretch>
          </a:blipFill>
        </p:spPr>
        <p:txBody>
          <a:bodyPr lIns="182880" tIns="822960"/>
          <a:lstStyle>
            <a:lvl1pPr marL="0" indent="0" algn="l">
              <a:lnSpc>
                <a:spcPct val="100000"/>
              </a:lnSpc>
              <a:spcBef>
                <a:spcPts val="0"/>
              </a:spcBef>
              <a:buNone/>
              <a:defRPr sz="1600">
                <a:solidFill>
                  <a:schemeClr val="accent5"/>
                </a:solidFill>
              </a:defRPr>
            </a:lvl1pPr>
          </a:lstStyle>
          <a:p>
            <a:r>
              <a:rPr dirty="0"/>
              <a:t>This gradient should </a:t>
            </a:r>
            <a:br>
              <a:rPr dirty="0"/>
            </a:br>
            <a:r>
              <a:rPr dirty="0"/>
              <a:t>be on top of the </a:t>
            </a:r>
            <a:br>
              <a:rPr dirty="0"/>
            </a:br>
            <a:r>
              <a:rPr dirty="0"/>
              <a:t>picture. This text </a:t>
            </a:r>
            <a:br>
              <a:rPr dirty="0"/>
            </a:br>
            <a:r>
              <a:rPr dirty="0"/>
              <a:t>and the media </a:t>
            </a:r>
            <a:br>
              <a:rPr dirty="0"/>
            </a:br>
            <a:r>
              <a:rPr dirty="0"/>
              <a:t>icon will not </a:t>
            </a:r>
            <a:br>
              <a:rPr dirty="0"/>
            </a:br>
            <a:r>
              <a:rPr dirty="0"/>
              <a:t>appear.</a:t>
            </a:r>
          </a:p>
        </p:txBody>
      </p:sp>
      <p:sp>
        <p:nvSpPr>
          <p:cNvPr id="13" name="Text Placeholder 2">
            <a:extLst>
              <a:ext uri="{FF2B5EF4-FFF2-40B4-BE49-F238E27FC236}">
                <a16:creationId xmlns:a16="http://schemas.microsoft.com/office/drawing/2014/main" id="{0C5A29CE-29AE-442F-839E-E3EA0E4C8A29}"/>
              </a:ext>
            </a:extLst>
          </p:cNvPr>
          <p:cNvSpPr>
            <a:spLocks noGrp="1"/>
          </p:cNvSpPr>
          <p:nvPr>
            <p:ph type="body" sz="quarter" idx="38" hasCustomPrompt="1"/>
          </p:nvPr>
        </p:nvSpPr>
        <p:spPr>
          <a:xfrm>
            <a:off x="914400" y="1399371"/>
            <a:ext cx="2674938" cy="365125"/>
          </a:xfrm>
        </p:spPr>
        <p:txBody>
          <a:bodyPr/>
          <a:lstStyle>
            <a:lvl1pPr marL="0" indent="0">
              <a:lnSpc>
                <a:spcPct val="100000"/>
              </a:lnSpc>
              <a:spcBef>
                <a:spcPts val="0"/>
              </a:spcBef>
              <a:buNone/>
              <a:defRPr sz="2000" b="1">
                <a:solidFill>
                  <a:schemeClr val="accent2"/>
                </a:solidFill>
              </a:defRPr>
            </a:lvl1pPr>
            <a:lvl2pPr marL="0" indent="0">
              <a:lnSpc>
                <a:spcPct val="100000"/>
              </a:lnSpc>
              <a:spcBef>
                <a:spcPts val="0"/>
              </a:spcBef>
              <a:buNone/>
              <a:defRPr sz="2000" b="1">
                <a:solidFill>
                  <a:schemeClr val="tx2"/>
                </a:solidFill>
              </a:defRPr>
            </a:lvl2pPr>
            <a:lvl3pPr marL="0" indent="0">
              <a:lnSpc>
                <a:spcPct val="100000"/>
              </a:lnSpc>
              <a:spcBef>
                <a:spcPts val="0"/>
              </a:spcBef>
              <a:buNone/>
              <a:defRPr sz="2000" b="1">
                <a:solidFill>
                  <a:schemeClr val="tx2"/>
                </a:solidFill>
              </a:defRPr>
            </a:lvl3pPr>
            <a:lvl4pPr marL="0" indent="0">
              <a:lnSpc>
                <a:spcPct val="100000"/>
              </a:lnSpc>
              <a:spcBef>
                <a:spcPts val="0"/>
              </a:spcBef>
              <a:buNone/>
              <a:defRPr sz="2000" b="1">
                <a:solidFill>
                  <a:schemeClr val="tx2"/>
                </a:solidFill>
              </a:defRPr>
            </a:lvl4pPr>
            <a:lvl5pPr marL="0" indent="0">
              <a:lnSpc>
                <a:spcPct val="100000"/>
              </a:lnSpc>
              <a:spcBef>
                <a:spcPts val="0"/>
              </a:spcBef>
              <a:buNone/>
              <a:defRPr sz="2000" b="1">
                <a:solidFill>
                  <a:schemeClr val="tx2"/>
                </a:solidFill>
              </a:defRPr>
            </a:lvl5pPr>
            <a:lvl6pPr marL="0" indent="0">
              <a:lnSpc>
                <a:spcPct val="100000"/>
              </a:lnSpc>
              <a:spcBef>
                <a:spcPts val="0"/>
              </a:spcBef>
              <a:buNone/>
              <a:defRPr sz="2000" b="1">
                <a:solidFill>
                  <a:schemeClr val="tx2"/>
                </a:solidFill>
              </a:defRPr>
            </a:lvl6pPr>
            <a:lvl7pPr marL="0" indent="0">
              <a:lnSpc>
                <a:spcPct val="100000"/>
              </a:lnSpc>
              <a:spcBef>
                <a:spcPts val="0"/>
              </a:spcBef>
              <a:buNone/>
              <a:defRPr sz="2000" b="1">
                <a:solidFill>
                  <a:schemeClr val="tx2"/>
                </a:solidFill>
              </a:defRPr>
            </a:lvl7pPr>
            <a:lvl8pPr marL="0" indent="0">
              <a:lnSpc>
                <a:spcPct val="100000"/>
              </a:lnSpc>
              <a:spcBef>
                <a:spcPts val="0"/>
              </a:spcBef>
              <a:buNone/>
              <a:defRPr sz="2000" b="1">
                <a:solidFill>
                  <a:schemeClr val="tx2"/>
                </a:solidFill>
              </a:defRPr>
            </a:lvl8pPr>
            <a:lvl9pPr marL="0" indent="0">
              <a:lnSpc>
                <a:spcPct val="100000"/>
              </a:lnSpc>
              <a:spcBef>
                <a:spcPts val="0"/>
              </a:spcBef>
              <a:buNone/>
              <a:defRPr sz="2000" b="1">
                <a:solidFill>
                  <a:schemeClr val="tx2"/>
                </a:solidFill>
              </a:defRPr>
            </a:lvl9pPr>
          </a:lstStyle>
          <a:p>
            <a:pPr lvl="0"/>
            <a:r>
              <a:t>Heading</a:t>
            </a:r>
          </a:p>
        </p:txBody>
      </p:sp>
      <p:sp>
        <p:nvSpPr>
          <p:cNvPr id="15" name="Text Placeholder 25">
            <a:extLst>
              <a:ext uri="{FF2B5EF4-FFF2-40B4-BE49-F238E27FC236}">
                <a16:creationId xmlns:a16="http://schemas.microsoft.com/office/drawing/2014/main" id="{BE61D7D6-55EA-4883-81AB-3FE0C7506A39}"/>
              </a:ext>
            </a:extLst>
          </p:cNvPr>
          <p:cNvSpPr>
            <a:spLocks noGrp="1"/>
          </p:cNvSpPr>
          <p:nvPr>
            <p:ph type="body" sz="quarter" idx="40"/>
          </p:nvPr>
        </p:nvSpPr>
        <p:spPr>
          <a:xfrm>
            <a:off x="914400" y="1775609"/>
            <a:ext cx="2674938" cy="858837"/>
          </a:xfrm>
        </p:spPr>
        <p:txBody>
          <a:bodyPr/>
          <a:lstStyle>
            <a:lvl1pPr marL="0" indent="0">
              <a:spcBef>
                <a:spcPts val="1200"/>
              </a:spcBef>
              <a:buFont typeface="Arial" panose="020B0604020202020204" pitchFamily="34" charset="0"/>
              <a:buChar char="​"/>
              <a:defRPr sz="1400">
                <a:solidFill>
                  <a:schemeClr val="tx1"/>
                </a:solidFill>
              </a:defRPr>
            </a:lvl1pPr>
            <a:lvl2pPr marL="0" indent="0">
              <a:spcBef>
                <a:spcPts val="1200"/>
              </a:spcBef>
              <a:buClr>
                <a:srgbClr val="FFFFFF"/>
              </a:buClr>
              <a:buFont typeface="Arial" panose="020B0604020202020204" pitchFamily="34" charset="0"/>
              <a:buChar char="​"/>
              <a:defRPr sz="1400">
                <a:solidFill>
                  <a:schemeClr val="tx1"/>
                </a:solidFill>
              </a:defRPr>
            </a:lvl2pPr>
            <a:lvl3pPr marL="0" indent="0">
              <a:spcBef>
                <a:spcPts val="1200"/>
              </a:spcBef>
              <a:buClr>
                <a:srgbClr val="FFFFFF"/>
              </a:buClr>
              <a:buFont typeface="Arial" panose="020B0604020202020204" pitchFamily="34" charset="0"/>
              <a:buChar char="​"/>
              <a:defRPr sz="1400">
                <a:solidFill>
                  <a:schemeClr val="tx1"/>
                </a:solidFill>
              </a:defRPr>
            </a:lvl3pPr>
            <a:lvl4pPr marL="0" indent="0">
              <a:spcBef>
                <a:spcPts val="1200"/>
              </a:spcBef>
              <a:buClr>
                <a:srgbClr val="FFFFFF"/>
              </a:buClr>
              <a:buFont typeface="Arial" panose="020B0604020202020204" pitchFamily="34" charset="0"/>
              <a:buChar char="​"/>
              <a:defRPr sz="1400">
                <a:solidFill>
                  <a:schemeClr val="tx1"/>
                </a:solidFill>
              </a:defRPr>
            </a:lvl4pPr>
            <a:lvl5pPr marL="0" indent="0">
              <a:spcBef>
                <a:spcPts val="1200"/>
              </a:spcBef>
              <a:buClr>
                <a:srgbClr val="FFFFFF"/>
              </a:buClr>
              <a:buFont typeface="Arial" panose="020B0604020202020204" pitchFamily="34" charset="0"/>
              <a:buChar char="​"/>
              <a:defRPr sz="1400">
                <a:solidFill>
                  <a:schemeClr val="tx1"/>
                </a:solidFill>
              </a:defRPr>
            </a:lvl5pPr>
            <a:lvl6pPr marL="0" indent="0">
              <a:spcBef>
                <a:spcPts val="1200"/>
              </a:spcBef>
              <a:buClr>
                <a:srgbClr val="FFFFFF"/>
              </a:buClr>
              <a:buFont typeface="Arial" panose="020B0604020202020204" pitchFamily="34" charset="0"/>
              <a:buChar char="​"/>
              <a:defRPr sz="1400">
                <a:solidFill>
                  <a:schemeClr val="tx1"/>
                </a:solidFill>
              </a:defRPr>
            </a:lvl6pPr>
            <a:lvl7pPr marL="0" indent="0">
              <a:spcBef>
                <a:spcPts val="1200"/>
              </a:spcBef>
              <a:buClr>
                <a:srgbClr val="FFFFFF"/>
              </a:buClr>
              <a:buFont typeface="Arial" panose="020B0604020202020204" pitchFamily="34" charset="0"/>
              <a:buChar char="​"/>
              <a:defRPr sz="1400">
                <a:solidFill>
                  <a:schemeClr val="tx1"/>
                </a:solidFill>
              </a:defRPr>
            </a:lvl7pPr>
            <a:lvl8pPr marL="0" indent="0">
              <a:spcBef>
                <a:spcPts val="1200"/>
              </a:spcBef>
              <a:buClr>
                <a:srgbClr val="FFFFFF"/>
              </a:buClr>
              <a:buFont typeface="Arial" panose="020B0604020202020204" pitchFamily="34" charset="0"/>
              <a:buChar char="​"/>
              <a:defRPr sz="1400">
                <a:solidFill>
                  <a:schemeClr val="tx1"/>
                </a:solidFill>
              </a:defRPr>
            </a:lvl8pPr>
            <a:lvl9pPr marL="0" indent="0">
              <a:spcBef>
                <a:spcPts val="1200"/>
              </a:spcBef>
              <a:buClr>
                <a:srgbClr val="FFFFFF"/>
              </a:buClr>
              <a:buFont typeface="Arial" panose="020B0604020202020204" pitchFamily="34" charset="0"/>
              <a:buChar char="​"/>
              <a:defRPr sz="1400">
                <a:solidFill>
                  <a:schemeClr val="tx1"/>
                </a:solidFill>
              </a:defRPr>
            </a:lvl9pPr>
          </a:lstStyle>
          <a:p>
            <a:pPr lvl="0"/>
            <a:r>
              <a:rPr lang="en-US"/>
              <a:t>Click to edit Master text styles</a:t>
            </a:r>
          </a:p>
          <a:p>
            <a:pPr lvl="1"/>
            <a:r>
              <a:rPr lang="en-US"/>
              <a:t>Second level</a:t>
            </a:r>
          </a:p>
        </p:txBody>
      </p:sp>
      <p:sp>
        <p:nvSpPr>
          <p:cNvPr id="16" name="Text Placeholder 2">
            <a:extLst>
              <a:ext uri="{FF2B5EF4-FFF2-40B4-BE49-F238E27FC236}">
                <a16:creationId xmlns:a16="http://schemas.microsoft.com/office/drawing/2014/main" id="{52918F52-A169-4BB9-83A5-E8C5159C83B7}"/>
              </a:ext>
            </a:extLst>
          </p:cNvPr>
          <p:cNvSpPr>
            <a:spLocks noGrp="1"/>
          </p:cNvSpPr>
          <p:nvPr>
            <p:ph type="body" sz="quarter" idx="41" hasCustomPrompt="1"/>
          </p:nvPr>
        </p:nvSpPr>
        <p:spPr>
          <a:xfrm>
            <a:off x="914400" y="2857500"/>
            <a:ext cx="2674938" cy="366713"/>
          </a:xfrm>
        </p:spPr>
        <p:txBody>
          <a:bodyPr/>
          <a:lstStyle>
            <a:lvl1pPr marL="0" indent="0">
              <a:lnSpc>
                <a:spcPct val="100000"/>
              </a:lnSpc>
              <a:spcBef>
                <a:spcPts val="0"/>
              </a:spcBef>
              <a:buNone/>
              <a:defRPr sz="2000" b="1">
                <a:solidFill>
                  <a:schemeClr val="accent2"/>
                </a:solidFill>
              </a:defRPr>
            </a:lvl1pPr>
            <a:lvl2pPr marL="0" indent="0">
              <a:lnSpc>
                <a:spcPct val="100000"/>
              </a:lnSpc>
              <a:spcBef>
                <a:spcPts val="0"/>
              </a:spcBef>
              <a:buNone/>
              <a:defRPr sz="2000" b="1">
                <a:solidFill>
                  <a:schemeClr val="tx2"/>
                </a:solidFill>
              </a:defRPr>
            </a:lvl2pPr>
            <a:lvl3pPr marL="0" indent="0">
              <a:lnSpc>
                <a:spcPct val="100000"/>
              </a:lnSpc>
              <a:spcBef>
                <a:spcPts val="0"/>
              </a:spcBef>
              <a:buNone/>
              <a:defRPr sz="2000" b="1">
                <a:solidFill>
                  <a:schemeClr val="tx2"/>
                </a:solidFill>
              </a:defRPr>
            </a:lvl3pPr>
            <a:lvl4pPr marL="0" indent="0">
              <a:lnSpc>
                <a:spcPct val="100000"/>
              </a:lnSpc>
              <a:spcBef>
                <a:spcPts val="0"/>
              </a:spcBef>
              <a:buNone/>
              <a:defRPr sz="2000" b="1">
                <a:solidFill>
                  <a:schemeClr val="tx2"/>
                </a:solidFill>
              </a:defRPr>
            </a:lvl4pPr>
            <a:lvl5pPr marL="0" indent="0">
              <a:lnSpc>
                <a:spcPct val="100000"/>
              </a:lnSpc>
              <a:spcBef>
                <a:spcPts val="0"/>
              </a:spcBef>
              <a:buNone/>
              <a:defRPr sz="2000" b="1">
                <a:solidFill>
                  <a:schemeClr val="tx2"/>
                </a:solidFill>
              </a:defRPr>
            </a:lvl5pPr>
            <a:lvl6pPr marL="0" indent="0">
              <a:lnSpc>
                <a:spcPct val="100000"/>
              </a:lnSpc>
              <a:spcBef>
                <a:spcPts val="0"/>
              </a:spcBef>
              <a:buNone/>
              <a:defRPr sz="2000" b="1">
                <a:solidFill>
                  <a:schemeClr val="tx2"/>
                </a:solidFill>
              </a:defRPr>
            </a:lvl6pPr>
            <a:lvl7pPr marL="0" indent="0">
              <a:lnSpc>
                <a:spcPct val="100000"/>
              </a:lnSpc>
              <a:spcBef>
                <a:spcPts val="0"/>
              </a:spcBef>
              <a:buNone/>
              <a:defRPr sz="2000" b="1">
                <a:solidFill>
                  <a:schemeClr val="tx2"/>
                </a:solidFill>
              </a:defRPr>
            </a:lvl7pPr>
            <a:lvl8pPr marL="0" indent="0">
              <a:lnSpc>
                <a:spcPct val="100000"/>
              </a:lnSpc>
              <a:spcBef>
                <a:spcPts val="0"/>
              </a:spcBef>
              <a:buNone/>
              <a:defRPr sz="2000" b="1">
                <a:solidFill>
                  <a:schemeClr val="tx2"/>
                </a:solidFill>
              </a:defRPr>
            </a:lvl8pPr>
            <a:lvl9pPr marL="0" indent="0">
              <a:lnSpc>
                <a:spcPct val="100000"/>
              </a:lnSpc>
              <a:spcBef>
                <a:spcPts val="0"/>
              </a:spcBef>
              <a:buNone/>
              <a:defRPr sz="2000" b="1">
                <a:solidFill>
                  <a:schemeClr val="tx2"/>
                </a:solidFill>
              </a:defRPr>
            </a:lvl9pPr>
          </a:lstStyle>
          <a:p>
            <a:pPr lvl="0"/>
            <a:r>
              <a:t>Heading</a:t>
            </a:r>
          </a:p>
        </p:txBody>
      </p:sp>
      <p:sp>
        <p:nvSpPr>
          <p:cNvPr id="17" name="Text Placeholder 25">
            <a:extLst>
              <a:ext uri="{FF2B5EF4-FFF2-40B4-BE49-F238E27FC236}">
                <a16:creationId xmlns:a16="http://schemas.microsoft.com/office/drawing/2014/main" id="{DE1CAC78-4CB9-4EE2-B112-049510FD66F7}"/>
              </a:ext>
            </a:extLst>
          </p:cNvPr>
          <p:cNvSpPr>
            <a:spLocks noGrp="1"/>
          </p:cNvSpPr>
          <p:nvPr>
            <p:ph type="body" sz="quarter" idx="42"/>
          </p:nvPr>
        </p:nvSpPr>
        <p:spPr>
          <a:xfrm>
            <a:off x="914400" y="3235325"/>
            <a:ext cx="2674938" cy="858838"/>
          </a:xfrm>
        </p:spPr>
        <p:txBody>
          <a:bodyPr/>
          <a:lstStyle>
            <a:lvl1pPr marL="0" indent="0">
              <a:spcBef>
                <a:spcPts val="1200"/>
              </a:spcBef>
              <a:buFont typeface="Arial" panose="020B0604020202020204" pitchFamily="34" charset="0"/>
              <a:buChar char="​"/>
              <a:defRPr sz="1400">
                <a:solidFill>
                  <a:schemeClr val="tx1"/>
                </a:solidFill>
              </a:defRPr>
            </a:lvl1pPr>
            <a:lvl2pPr marL="0" indent="0">
              <a:spcBef>
                <a:spcPts val="1200"/>
              </a:spcBef>
              <a:buClr>
                <a:srgbClr val="FFFFFF"/>
              </a:buClr>
              <a:buFont typeface="Arial" panose="020B0604020202020204" pitchFamily="34" charset="0"/>
              <a:buChar char="​"/>
              <a:defRPr sz="1400">
                <a:solidFill>
                  <a:schemeClr val="tx1"/>
                </a:solidFill>
              </a:defRPr>
            </a:lvl2pPr>
            <a:lvl3pPr marL="0" indent="0">
              <a:spcBef>
                <a:spcPts val="1200"/>
              </a:spcBef>
              <a:buClr>
                <a:srgbClr val="FFFFFF"/>
              </a:buClr>
              <a:buFont typeface="Arial" panose="020B0604020202020204" pitchFamily="34" charset="0"/>
              <a:buChar char="​"/>
              <a:defRPr sz="1400">
                <a:solidFill>
                  <a:schemeClr val="tx1"/>
                </a:solidFill>
              </a:defRPr>
            </a:lvl3pPr>
            <a:lvl4pPr marL="0" indent="0">
              <a:spcBef>
                <a:spcPts val="1200"/>
              </a:spcBef>
              <a:buClr>
                <a:srgbClr val="FFFFFF"/>
              </a:buClr>
              <a:buFont typeface="Arial" panose="020B0604020202020204" pitchFamily="34" charset="0"/>
              <a:buChar char="​"/>
              <a:defRPr sz="1400">
                <a:solidFill>
                  <a:schemeClr val="tx1"/>
                </a:solidFill>
              </a:defRPr>
            </a:lvl4pPr>
            <a:lvl5pPr marL="0" indent="0">
              <a:spcBef>
                <a:spcPts val="1200"/>
              </a:spcBef>
              <a:buClr>
                <a:srgbClr val="FFFFFF"/>
              </a:buClr>
              <a:buFont typeface="Arial" panose="020B0604020202020204" pitchFamily="34" charset="0"/>
              <a:buChar char="​"/>
              <a:defRPr sz="1400">
                <a:solidFill>
                  <a:schemeClr val="tx1"/>
                </a:solidFill>
              </a:defRPr>
            </a:lvl5pPr>
            <a:lvl6pPr marL="0" indent="0">
              <a:spcBef>
                <a:spcPts val="1200"/>
              </a:spcBef>
              <a:buClr>
                <a:srgbClr val="FFFFFF"/>
              </a:buClr>
              <a:buFont typeface="Arial" panose="020B0604020202020204" pitchFamily="34" charset="0"/>
              <a:buChar char="​"/>
              <a:defRPr sz="1400">
                <a:solidFill>
                  <a:schemeClr val="tx1"/>
                </a:solidFill>
              </a:defRPr>
            </a:lvl6pPr>
            <a:lvl7pPr marL="0" indent="0">
              <a:spcBef>
                <a:spcPts val="1200"/>
              </a:spcBef>
              <a:buClr>
                <a:srgbClr val="FFFFFF"/>
              </a:buClr>
              <a:buFont typeface="Arial" panose="020B0604020202020204" pitchFamily="34" charset="0"/>
              <a:buChar char="​"/>
              <a:defRPr sz="1400">
                <a:solidFill>
                  <a:schemeClr val="tx1"/>
                </a:solidFill>
              </a:defRPr>
            </a:lvl7pPr>
            <a:lvl8pPr marL="0" indent="0">
              <a:spcBef>
                <a:spcPts val="1200"/>
              </a:spcBef>
              <a:buClr>
                <a:srgbClr val="FFFFFF"/>
              </a:buClr>
              <a:buFont typeface="Arial" panose="020B0604020202020204" pitchFamily="34" charset="0"/>
              <a:buChar char="​"/>
              <a:defRPr sz="1400">
                <a:solidFill>
                  <a:schemeClr val="tx1"/>
                </a:solidFill>
              </a:defRPr>
            </a:lvl8pPr>
            <a:lvl9pPr marL="0" indent="0">
              <a:spcBef>
                <a:spcPts val="1200"/>
              </a:spcBef>
              <a:buClr>
                <a:srgbClr val="FFFFFF"/>
              </a:buClr>
              <a:buFont typeface="Arial" panose="020B0604020202020204" pitchFamily="34" charset="0"/>
              <a:buChar char="​"/>
              <a:defRPr sz="1400">
                <a:solidFill>
                  <a:schemeClr val="tx1"/>
                </a:solidFill>
              </a:defRPr>
            </a:lvl9pPr>
          </a:lstStyle>
          <a:p>
            <a:pPr lvl="0"/>
            <a:r>
              <a:rPr lang="en-US"/>
              <a:t>Click to edit Master text styles</a:t>
            </a:r>
          </a:p>
          <a:p>
            <a:pPr lvl="1"/>
            <a:r>
              <a:rPr lang="en-US"/>
              <a:t>Second level</a:t>
            </a:r>
          </a:p>
        </p:txBody>
      </p:sp>
      <p:sp>
        <p:nvSpPr>
          <p:cNvPr id="18" name="Text Placeholder 2">
            <a:extLst>
              <a:ext uri="{FF2B5EF4-FFF2-40B4-BE49-F238E27FC236}">
                <a16:creationId xmlns:a16="http://schemas.microsoft.com/office/drawing/2014/main" id="{A91A2D50-DA76-4E23-9D5D-433D3FDCB87F}"/>
              </a:ext>
            </a:extLst>
          </p:cNvPr>
          <p:cNvSpPr>
            <a:spLocks noGrp="1"/>
          </p:cNvSpPr>
          <p:nvPr>
            <p:ph type="body" sz="quarter" idx="43" hasCustomPrompt="1"/>
          </p:nvPr>
        </p:nvSpPr>
        <p:spPr>
          <a:xfrm>
            <a:off x="914400" y="4221967"/>
            <a:ext cx="2674938" cy="366712"/>
          </a:xfrm>
        </p:spPr>
        <p:txBody>
          <a:bodyPr/>
          <a:lstStyle>
            <a:lvl1pPr marL="0" indent="0">
              <a:lnSpc>
                <a:spcPct val="100000"/>
              </a:lnSpc>
              <a:spcBef>
                <a:spcPts val="0"/>
              </a:spcBef>
              <a:buNone/>
              <a:defRPr sz="2000" b="1">
                <a:solidFill>
                  <a:schemeClr val="accent2"/>
                </a:solidFill>
              </a:defRPr>
            </a:lvl1pPr>
            <a:lvl2pPr marL="0" indent="0">
              <a:lnSpc>
                <a:spcPct val="100000"/>
              </a:lnSpc>
              <a:spcBef>
                <a:spcPts val="0"/>
              </a:spcBef>
              <a:buNone/>
              <a:defRPr sz="2000" b="1">
                <a:solidFill>
                  <a:schemeClr val="tx2"/>
                </a:solidFill>
              </a:defRPr>
            </a:lvl2pPr>
            <a:lvl3pPr marL="0" indent="0">
              <a:lnSpc>
                <a:spcPct val="100000"/>
              </a:lnSpc>
              <a:spcBef>
                <a:spcPts val="0"/>
              </a:spcBef>
              <a:buNone/>
              <a:defRPr sz="2000" b="1">
                <a:solidFill>
                  <a:schemeClr val="tx2"/>
                </a:solidFill>
              </a:defRPr>
            </a:lvl3pPr>
            <a:lvl4pPr marL="0" indent="0">
              <a:lnSpc>
                <a:spcPct val="100000"/>
              </a:lnSpc>
              <a:spcBef>
                <a:spcPts val="0"/>
              </a:spcBef>
              <a:buNone/>
              <a:defRPr sz="2000" b="1">
                <a:solidFill>
                  <a:schemeClr val="tx2"/>
                </a:solidFill>
              </a:defRPr>
            </a:lvl4pPr>
            <a:lvl5pPr marL="0" indent="0">
              <a:lnSpc>
                <a:spcPct val="100000"/>
              </a:lnSpc>
              <a:spcBef>
                <a:spcPts val="0"/>
              </a:spcBef>
              <a:buNone/>
              <a:defRPr sz="2000" b="1">
                <a:solidFill>
                  <a:schemeClr val="tx2"/>
                </a:solidFill>
              </a:defRPr>
            </a:lvl5pPr>
            <a:lvl6pPr marL="0" indent="0">
              <a:lnSpc>
                <a:spcPct val="100000"/>
              </a:lnSpc>
              <a:spcBef>
                <a:spcPts val="0"/>
              </a:spcBef>
              <a:buNone/>
              <a:defRPr sz="2000" b="1">
                <a:solidFill>
                  <a:schemeClr val="tx2"/>
                </a:solidFill>
              </a:defRPr>
            </a:lvl6pPr>
            <a:lvl7pPr marL="0" indent="0">
              <a:lnSpc>
                <a:spcPct val="100000"/>
              </a:lnSpc>
              <a:spcBef>
                <a:spcPts val="0"/>
              </a:spcBef>
              <a:buNone/>
              <a:defRPr sz="2000" b="1">
                <a:solidFill>
                  <a:schemeClr val="tx2"/>
                </a:solidFill>
              </a:defRPr>
            </a:lvl7pPr>
            <a:lvl8pPr marL="0" indent="0">
              <a:lnSpc>
                <a:spcPct val="100000"/>
              </a:lnSpc>
              <a:spcBef>
                <a:spcPts val="0"/>
              </a:spcBef>
              <a:buNone/>
              <a:defRPr sz="2000" b="1">
                <a:solidFill>
                  <a:schemeClr val="tx2"/>
                </a:solidFill>
              </a:defRPr>
            </a:lvl8pPr>
            <a:lvl9pPr marL="0" indent="0">
              <a:lnSpc>
                <a:spcPct val="100000"/>
              </a:lnSpc>
              <a:spcBef>
                <a:spcPts val="0"/>
              </a:spcBef>
              <a:buNone/>
              <a:defRPr sz="2000" b="1">
                <a:solidFill>
                  <a:schemeClr val="tx2"/>
                </a:solidFill>
              </a:defRPr>
            </a:lvl9pPr>
          </a:lstStyle>
          <a:p>
            <a:pPr lvl="0"/>
            <a:r>
              <a:t>Heading</a:t>
            </a:r>
          </a:p>
        </p:txBody>
      </p:sp>
      <p:sp>
        <p:nvSpPr>
          <p:cNvPr id="19" name="Text Placeholder 25">
            <a:extLst>
              <a:ext uri="{FF2B5EF4-FFF2-40B4-BE49-F238E27FC236}">
                <a16:creationId xmlns:a16="http://schemas.microsoft.com/office/drawing/2014/main" id="{BA2C127E-2141-4E8D-81C0-CA981EE0E896}"/>
              </a:ext>
            </a:extLst>
          </p:cNvPr>
          <p:cNvSpPr>
            <a:spLocks noGrp="1"/>
          </p:cNvSpPr>
          <p:nvPr>
            <p:ph type="body" sz="quarter" idx="44"/>
          </p:nvPr>
        </p:nvSpPr>
        <p:spPr>
          <a:xfrm>
            <a:off x="914400" y="4599971"/>
            <a:ext cx="2674553" cy="858658"/>
          </a:xfrm>
        </p:spPr>
        <p:txBody>
          <a:bodyPr/>
          <a:lstStyle>
            <a:lvl1pPr marL="0" indent="0">
              <a:spcBef>
                <a:spcPts val="1200"/>
              </a:spcBef>
              <a:buFont typeface="Arial" panose="020B0604020202020204" pitchFamily="34" charset="0"/>
              <a:buChar char="​"/>
              <a:defRPr sz="1400">
                <a:solidFill>
                  <a:schemeClr val="tx1"/>
                </a:solidFill>
              </a:defRPr>
            </a:lvl1pPr>
            <a:lvl2pPr marL="0" indent="0">
              <a:spcBef>
                <a:spcPts val="1200"/>
              </a:spcBef>
              <a:buClr>
                <a:srgbClr val="FFFFFF"/>
              </a:buClr>
              <a:buFont typeface="Arial" panose="020B0604020202020204" pitchFamily="34" charset="0"/>
              <a:buChar char="​"/>
              <a:defRPr sz="1400">
                <a:solidFill>
                  <a:schemeClr val="tx1"/>
                </a:solidFill>
              </a:defRPr>
            </a:lvl2pPr>
            <a:lvl3pPr marL="0" indent="0">
              <a:spcBef>
                <a:spcPts val="1200"/>
              </a:spcBef>
              <a:buClr>
                <a:srgbClr val="FFFFFF"/>
              </a:buClr>
              <a:buFont typeface="Arial" panose="020B0604020202020204" pitchFamily="34" charset="0"/>
              <a:buChar char="​"/>
              <a:defRPr sz="1400">
                <a:solidFill>
                  <a:schemeClr val="tx1"/>
                </a:solidFill>
              </a:defRPr>
            </a:lvl3pPr>
            <a:lvl4pPr marL="0" indent="0">
              <a:spcBef>
                <a:spcPts val="1200"/>
              </a:spcBef>
              <a:buClr>
                <a:srgbClr val="FFFFFF"/>
              </a:buClr>
              <a:buFont typeface="Arial" panose="020B0604020202020204" pitchFamily="34" charset="0"/>
              <a:buChar char="​"/>
              <a:defRPr sz="1400">
                <a:solidFill>
                  <a:schemeClr val="tx1"/>
                </a:solidFill>
              </a:defRPr>
            </a:lvl4pPr>
            <a:lvl5pPr marL="0" indent="0">
              <a:spcBef>
                <a:spcPts val="1200"/>
              </a:spcBef>
              <a:buClr>
                <a:srgbClr val="FFFFFF"/>
              </a:buClr>
              <a:buFont typeface="Arial" panose="020B0604020202020204" pitchFamily="34" charset="0"/>
              <a:buChar char="​"/>
              <a:defRPr sz="1400">
                <a:solidFill>
                  <a:schemeClr val="tx1"/>
                </a:solidFill>
              </a:defRPr>
            </a:lvl5pPr>
            <a:lvl6pPr marL="0" indent="0">
              <a:spcBef>
                <a:spcPts val="1200"/>
              </a:spcBef>
              <a:buClr>
                <a:srgbClr val="FFFFFF"/>
              </a:buClr>
              <a:buFont typeface="Arial" panose="020B0604020202020204" pitchFamily="34" charset="0"/>
              <a:buChar char="​"/>
              <a:defRPr sz="1400">
                <a:solidFill>
                  <a:schemeClr val="tx1"/>
                </a:solidFill>
              </a:defRPr>
            </a:lvl6pPr>
            <a:lvl7pPr marL="0" indent="0">
              <a:spcBef>
                <a:spcPts val="1200"/>
              </a:spcBef>
              <a:buClr>
                <a:srgbClr val="FFFFFF"/>
              </a:buClr>
              <a:buFont typeface="Arial" panose="020B0604020202020204" pitchFamily="34" charset="0"/>
              <a:buChar char="​"/>
              <a:defRPr sz="1400">
                <a:solidFill>
                  <a:schemeClr val="tx1"/>
                </a:solidFill>
              </a:defRPr>
            </a:lvl7pPr>
            <a:lvl8pPr marL="0" indent="0">
              <a:spcBef>
                <a:spcPts val="1200"/>
              </a:spcBef>
              <a:buClr>
                <a:srgbClr val="FFFFFF"/>
              </a:buClr>
              <a:buFont typeface="Arial" panose="020B0604020202020204" pitchFamily="34" charset="0"/>
              <a:buChar char="​"/>
              <a:defRPr sz="1400">
                <a:solidFill>
                  <a:schemeClr val="tx1"/>
                </a:solidFill>
              </a:defRPr>
            </a:lvl8pPr>
            <a:lvl9pPr marL="0" indent="0">
              <a:spcBef>
                <a:spcPts val="1200"/>
              </a:spcBef>
              <a:buClr>
                <a:srgbClr val="FFFFFF"/>
              </a:buClr>
              <a:buFont typeface="Arial" panose="020B0604020202020204" pitchFamily="34" charset="0"/>
              <a:buChar char="​"/>
              <a:defRPr sz="1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8966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itle and Content Right">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BD1A737-E4A3-4C9E-9A7E-F3F00AFAE67F}"/>
              </a:ext>
            </a:extLst>
          </p:cNvPr>
          <p:cNvSpPr/>
          <p:nvPr/>
        </p:nvSpPr>
        <p:spPr>
          <a:xfrm>
            <a:off x="0" y="0"/>
            <a:ext cx="44196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2000" dirty="0"/>
          </a:p>
        </p:txBody>
      </p:sp>
      <p:sp>
        <p:nvSpPr>
          <p:cNvPr id="14" name="object 5">
            <a:extLst>
              <a:ext uri="{FF2B5EF4-FFF2-40B4-BE49-F238E27FC236}">
                <a16:creationId xmlns:a16="http://schemas.microsoft.com/office/drawing/2014/main" id="{CE88491E-626D-4C26-8FB5-3BC81BD3B00F}"/>
              </a:ext>
            </a:extLst>
          </p:cNvPr>
          <p:cNvSpPr/>
          <p:nvPr/>
        </p:nvSpPr>
        <p:spPr>
          <a:xfrm>
            <a:off x="0" y="0"/>
            <a:ext cx="1118870" cy="2195195"/>
          </a:xfrm>
          <a:custGeom>
            <a:avLst/>
            <a:gdLst/>
            <a:ahLst/>
            <a:cxnLst/>
            <a:rect l="l" t="t" r="r" b="b"/>
            <a:pathLst>
              <a:path w="1118870" h="2195195">
                <a:moveTo>
                  <a:pt x="1118450" y="0"/>
                </a:moveTo>
                <a:lnTo>
                  <a:pt x="0" y="0"/>
                </a:lnTo>
                <a:lnTo>
                  <a:pt x="0" y="2195093"/>
                </a:lnTo>
                <a:lnTo>
                  <a:pt x="1118450" y="0"/>
                </a:lnTo>
                <a:close/>
              </a:path>
            </a:pathLst>
          </a:custGeom>
          <a:gradFill flip="none" rotWithShape="1">
            <a:gsLst>
              <a:gs pos="0">
                <a:srgbClr val="EBEBEB">
                  <a:lumMod val="89000"/>
                </a:srgbClr>
              </a:gs>
              <a:gs pos="100000">
                <a:srgbClr val="FFFFFF"/>
              </a:gs>
            </a:gsLst>
            <a:lin ang="5400000" scaled="1"/>
            <a:tileRect/>
          </a:gradFill>
        </p:spPr>
        <p:txBody>
          <a:bodyPr wrap="square" lIns="0" tIns="0" rIns="0" bIns="0" rtlCol="0"/>
          <a:lstStyle/>
          <a:p>
            <a:endParaRPr dirty="0"/>
          </a:p>
        </p:txBody>
      </p:sp>
      <p:sp>
        <p:nvSpPr>
          <p:cNvPr id="7" name="Text Placeholder 6">
            <a:extLst>
              <a:ext uri="{FF2B5EF4-FFF2-40B4-BE49-F238E27FC236}">
                <a16:creationId xmlns:a16="http://schemas.microsoft.com/office/drawing/2014/main" id="{EB625CAE-C9F2-4A7E-B1EC-9871B7D4B8CA}"/>
              </a:ext>
            </a:extLst>
          </p:cNvPr>
          <p:cNvSpPr>
            <a:spLocks noGrp="1"/>
          </p:cNvSpPr>
          <p:nvPr>
            <p:ph type="body" sz="quarter" idx="10" hasCustomPrompt="1"/>
          </p:nvPr>
        </p:nvSpPr>
        <p:spPr>
          <a:xfrm>
            <a:off x="914400" y="2060812"/>
            <a:ext cx="2590800" cy="848649"/>
          </a:xfrm>
        </p:spPr>
        <p:txBody>
          <a:bodyPr anchor="b"/>
          <a:lstStyle>
            <a:lvl1pPr marL="0" indent="0">
              <a:lnSpc>
                <a:spcPct val="100000"/>
              </a:lnSpc>
              <a:spcBef>
                <a:spcPts val="0"/>
              </a:spcBef>
              <a:buNone/>
              <a:defRPr sz="1600" b="1" cap="all" spc="100" baseline="0">
                <a:solidFill>
                  <a:schemeClr val="accent1"/>
                </a:solidFill>
              </a:defRPr>
            </a:lvl1pPr>
            <a:lvl2pPr marL="0" indent="0">
              <a:lnSpc>
                <a:spcPct val="100000"/>
              </a:lnSpc>
              <a:spcBef>
                <a:spcPts val="0"/>
              </a:spcBef>
              <a:buNone/>
              <a:defRPr sz="1600" b="1" cap="all" spc="100" baseline="0">
                <a:solidFill>
                  <a:schemeClr val="accent1"/>
                </a:solidFill>
              </a:defRPr>
            </a:lvl2pPr>
            <a:lvl3pPr marL="0" indent="0">
              <a:lnSpc>
                <a:spcPct val="100000"/>
              </a:lnSpc>
              <a:spcBef>
                <a:spcPts val="0"/>
              </a:spcBef>
              <a:buNone/>
              <a:defRPr sz="1600" b="1" cap="all" spc="100" baseline="0">
                <a:solidFill>
                  <a:schemeClr val="accent1"/>
                </a:solidFill>
              </a:defRPr>
            </a:lvl3pPr>
            <a:lvl4pPr marL="0" indent="0">
              <a:lnSpc>
                <a:spcPct val="100000"/>
              </a:lnSpc>
              <a:spcBef>
                <a:spcPts val="0"/>
              </a:spcBef>
              <a:buNone/>
              <a:defRPr sz="1600" b="1" cap="all" spc="100" baseline="0">
                <a:solidFill>
                  <a:schemeClr val="accent1"/>
                </a:solidFill>
              </a:defRPr>
            </a:lvl4pPr>
            <a:lvl5pPr marL="0" indent="0">
              <a:lnSpc>
                <a:spcPct val="100000"/>
              </a:lnSpc>
              <a:spcBef>
                <a:spcPts val="0"/>
              </a:spcBef>
              <a:buNone/>
              <a:defRPr sz="1600" b="1" cap="all" spc="100" baseline="0">
                <a:solidFill>
                  <a:schemeClr val="accent1"/>
                </a:solidFill>
              </a:defRPr>
            </a:lvl5pPr>
            <a:lvl6pPr marL="0" indent="0">
              <a:lnSpc>
                <a:spcPct val="100000"/>
              </a:lnSpc>
              <a:spcBef>
                <a:spcPts val="0"/>
              </a:spcBef>
              <a:buNone/>
              <a:defRPr sz="1600" b="1" cap="all" spc="100" baseline="0">
                <a:solidFill>
                  <a:schemeClr val="accent1"/>
                </a:solidFill>
              </a:defRPr>
            </a:lvl6pPr>
            <a:lvl7pPr marL="0" indent="0">
              <a:lnSpc>
                <a:spcPct val="100000"/>
              </a:lnSpc>
              <a:spcBef>
                <a:spcPts val="0"/>
              </a:spcBef>
              <a:buNone/>
              <a:defRPr sz="1600" b="1" cap="all" spc="100" baseline="0">
                <a:solidFill>
                  <a:schemeClr val="accent1"/>
                </a:solidFill>
              </a:defRPr>
            </a:lvl7pPr>
            <a:lvl8pPr marL="0" indent="0">
              <a:lnSpc>
                <a:spcPct val="100000"/>
              </a:lnSpc>
              <a:spcBef>
                <a:spcPts val="0"/>
              </a:spcBef>
              <a:buNone/>
              <a:defRPr sz="1600" b="1" cap="all" spc="100" baseline="0">
                <a:solidFill>
                  <a:schemeClr val="accent1"/>
                </a:solidFill>
              </a:defRPr>
            </a:lvl8pPr>
            <a:lvl9pPr marL="0" indent="0">
              <a:lnSpc>
                <a:spcPct val="100000"/>
              </a:lnSpc>
              <a:spcBef>
                <a:spcPts val="0"/>
              </a:spcBef>
              <a:buNone/>
              <a:defRPr sz="1600" b="1" cap="all" spc="100" baseline="0">
                <a:solidFill>
                  <a:schemeClr val="accent1"/>
                </a:solidFill>
              </a:defRPr>
            </a:lvl9pPr>
          </a:lstStyle>
          <a:p>
            <a:pPr lvl="0"/>
            <a:r>
              <a:t>superheader</a:t>
            </a:r>
          </a:p>
        </p:txBody>
      </p:sp>
      <p:sp>
        <p:nvSpPr>
          <p:cNvPr id="8" name="Text Placeholder 6">
            <a:extLst>
              <a:ext uri="{FF2B5EF4-FFF2-40B4-BE49-F238E27FC236}">
                <a16:creationId xmlns:a16="http://schemas.microsoft.com/office/drawing/2014/main" id="{D32942ED-FA74-4864-A1F3-00E46F37C090}"/>
              </a:ext>
            </a:extLst>
          </p:cNvPr>
          <p:cNvSpPr>
            <a:spLocks noGrp="1"/>
          </p:cNvSpPr>
          <p:nvPr>
            <p:ph type="body" sz="quarter" idx="11"/>
          </p:nvPr>
        </p:nvSpPr>
        <p:spPr>
          <a:xfrm>
            <a:off x="914400" y="2990774"/>
            <a:ext cx="2590800" cy="2254326"/>
          </a:xfrm>
        </p:spPr>
        <p:txBody>
          <a:bodyPr/>
          <a:lstStyle>
            <a:lvl1pPr marL="0" indent="0">
              <a:lnSpc>
                <a:spcPct val="100000"/>
              </a:lnSpc>
              <a:spcBef>
                <a:spcPts val="0"/>
              </a:spcBef>
              <a:buNone/>
              <a:defRPr sz="2800">
                <a:solidFill>
                  <a:schemeClr val="bg2"/>
                </a:solidFill>
              </a:defRPr>
            </a:lvl1pPr>
            <a:lvl2pPr marL="0" indent="0">
              <a:lnSpc>
                <a:spcPct val="100000"/>
              </a:lnSpc>
              <a:spcBef>
                <a:spcPts val="0"/>
              </a:spcBef>
              <a:buNone/>
              <a:defRPr sz="2800">
                <a:solidFill>
                  <a:schemeClr val="bg2"/>
                </a:solidFill>
              </a:defRPr>
            </a:lvl2pPr>
            <a:lvl3pPr marL="0" indent="0">
              <a:lnSpc>
                <a:spcPct val="100000"/>
              </a:lnSpc>
              <a:spcBef>
                <a:spcPts val="0"/>
              </a:spcBef>
              <a:buNone/>
              <a:defRPr sz="2800">
                <a:solidFill>
                  <a:schemeClr val="tx2"/>
                </a:solidFill>
              </a:defRPr>
            </a:lvl3pPr>
            <a:lvl4pPr marL="0" indent="0">
              <a:lnSpc>
                <a:spcPct val="100000"/>
              </a:lnSpc>
              <a:spcBef>
                <a:spcPts val="0"/>
              </a:spcBef>
              <a:buNone/>
              <a:defRPr sz="2800">
                <a:solidFill>
                  <a:schemeClr val="tx2"/>
                </a:solidFill>
              </a:defRPr>
            </a:lvl4pPr>
            <a:lvl5pPr marL="0" indent="0">
              <a:lnSpc>
                <a:spcPct val="100000"/>
              </a:lnSpc>
              <a:spcBef>
                <a:spcPts val="0"/>
              </a:spcBef>
              <a:buNone/>
              <a:defRPr sz="2800">
                <a:solidFill>
                  <a:schemeClr val="tx2"/>
                </a:solidFill>
              </a:defRPr>
            </a:lvl5pPr>
            <a:lvl6pPr marL="0" indent="0">
              <a:lnSpc>
                <a:spcPct val="100000"/>
              </a:lnSpc>
              <a:spcBef>
                <a:spcPts val="0"/>
              </a:spcBef>
              <a:buNone/>
              <a:defRPr sz="2800">
                <a:solidFill>
                  <a:schemeClr val="tx2"/>
                </a:solidFill>
              </a:defRPr>
            </a:lvl6pPr>
            <a:lvl7pPr marL="0" indent="0">
              <a:lnSpc>
                <a:spcPct val="100000"/>
              </a:lnSpc>
              <a:spcBef>
                <a:spcPts val="0"/>
              </a:spcBef>
              <a:buNone/>
              <a:defRPr sz="2800">
                <a:solidFill>
                  <a:schemeClr val="tx2"/>
                </a:solidFill>
              </a:defRPr>
            </a:lvl7pPr>
            <a:lvl8pPr marL="0" indent="0">
              <a:lnSpc>
                <a:spcPct val="100000"/>
              </a:lnSpc>
              <a:spcBef>
                <a:spcPts val="0"/>
              </a:spcBef>
              <a:buNone/>
              <a:defRPr sz="2800">
                <a:solidFill>
                  <a:schemeClr val="tx2"/>
                </a:solidFill>
              </a:defRPr>
            </a:lvl8pPr>
            <a:lvl9pPr marL="0" indent="0">
              <a:lnSpc>
                <a:spcPct val="100000"/>
              </a:lnSpc>
              <a:spcBef>
                <a:spcPts val="0"/>
              </a:spcBef>
              <a:buNone/>
              <a:defRPr sz="2800">
                <a:solidFill>
                  <a:schemeClr val="tx2"/>
                </a:solidFill>
              </a:defRPr>
            </a:lvl9pPr>
          </a:lstStyle>
          <a:p>
            <a:pPr lvl="0"/>
            <a:r>
              <a:rPr lang="en-US"/>
              <a:t>Click to edit Master text styles</a:t>
            </a:r>
          </a:p>
          <a:p>
            <a:pPr lvl="1"/>
            <a:r>
              <a:rPr lang="en-US"/>
              <a:t>Second level</a:t>
            </a:r>
          </a:p>
        </p:txBody>
      </p:sp>
      <p:sp>
        <p:nvSpPr>
          <p:cNvPr id="2" name="Freeform: Shape 1">
            <a:extLst>
              <a:ext uri="{FF2B5EF4-FFF2-40B4-BE49-F238E27FC236}">
                <a16:creationId xmlns:a16="http://schemas.microsoft.com/office/drawing/2014/main" id="{45E616A5-F0C1-4FEF-AB6E-3FADF13ADBD9}"/>
              </a:ext>
            </a:extLst>
          </p:cNvPr>
          <p:cNvSpPr/>
          <p:nvPr/>
        </p:nvSpPr>
        <p:spPr>
          <a:xfrm>
            <a:off x="4419600" y="0"/>
            <a:ext cx="2860827" cy="5614718"/>
          </a:xfrm>
          <a:custGeom>
            <a:avLst/>
            <a:gdLst>
              <a:gd name="connsiteX0" fmla="*/ 0 w 2860827"/>
              <a:gd name="connsiteY0" fmla="*/ 0 h 5614718"/>
              <a:gd name="connsiteX1" fmla="*/ 2860827 w 2860827"/>
              <a:gd name="connsiteY1" fmla="*/ 0 h 5614718"/>
              <a:gd name="connsiteX2" fmla="*/ 0 w 2860827"/>
              <a:gd name="connsiteY2" fmla="*/ 5614718 h 5614718"/>
            </a:gdLst>
            <a:ahLst/>
            <a:cxnLst>
              <a:cxn ang="0">
                <a:pos x="connsiteX0" y="connsiteY0"/>
              </a:cxn>
              <a:cxn ang="0">
                <a:pos x="connsiteX1" y="connsiteY1"/>
              </a:cxn>
              <a:cxn ang="0">
                <a:pos x="connsiteX2" y="connsiteY2"/>
              </a:cxn>
            </a:cxnLst>
            <a:rect l="l" t="t" r="r" b="b"/>
            <a:pathLst>
              <a:path w="2860827" h="5614718">
                <a:moveTo>
                  <a:pt x="0" y="0"/>
                </a:moveTo>
                <a:lnTo>
                  <a:pt x="2860827" y="0"/>
                </a:lnTo>
                <a:lnTo>
                  <a:pt x="0" y="5614718"/>
                </a:lnTo>
                <a:close/>
              </a:path>
            </a:pathLst>
          </a:custGeom>
          <a:gradFill>
            <a:gsLst>
              <a:gs pos="0">
                <a:srgbClr val="000000">
                  <a:alpha val="15000"/>
                </a:srgbClr>
              </a:gs>
              <a:gs pos="99000">
                <a:srgbClr val="000000">
                  <a:alpha val="2000"/>
                </a:srgbClr>
              </a:gs>
            </a:gsLst>
            <a:lin ang="5400000" scaled="1"/>
          </a:gradFill>
        </p:spPr>
        <p:txBody>
          <a:bodyPr wrap="square" lIns="0" tIns="0" rIns="0" bIns="0" rtlCol="0"/>
          <a:lstStyle/>
          <a:p>
            <a:pPr lvl="0"/>
            <a:endParaRPr dirty="0"/>
          </a:p>
        </p:txBody>
      </p:sp>
      <p:sp>
        <p:nvSpPr>
          <p:cNvPr id="3" name="object 5">
            <a:extLst>
              <a:ext uri="{FF2B5EF4-FFF2-40B4-BE49-F238E27FC236}">
                <a16:creationId xmlns:a16="http://schemas.microsoft.com/office/drawing/2014/main" id="{D36655CA-CC44-4D12-A555-131026F74BC6}"/>
              </a:ext>
            </a:extLst>
          </p:cNvPr>
          <p:cNvSpPr/>
          <p:nvPr/>
        </p:nvSpPr>
        <p:spPr>
          <a:xfrm>
            <a:off x="3786514" y="5615500"/>
            <a:ext cx="633095" cy="1242695"/>
          </a:xfrm>
          <a:custGeom>
            <a:avLst/>
            <a:gdLst/>
            <a:ahLst/>
            <a:cxnLst/>
            <a:rect l="l" t="t" r="r" b="b"/>
            <a:pathLst>
              <a:path w="633095" h="1242695">
                <a:moveTo>
                  <a:pt x="633082" y="0"/>
                </a:moveTo>
                <a:lnTo>
                  <a:pt x="0" y="1242491"/>
                </a:lnTo>
                <a:lnTo>
                  <a:pt x="633082" y="1242491"/>
                </a:lnTo>
                <a:lnTo>
                  <a:pt x="633082" y="0"/>
                </a:lnTo>
                <a:close/>
              </a:path>
            </a:pathLst>
          </a:custGeom>
          <a:solidFill>
            <a:srgbClr val="000000">
              <a:alpha val="9999"/>
            </a:srgbClr>
          </a:solidFill>
        </p:spPr>
        <p:txBody>
          <a:bodyPr wrap="square" lIns="0" tIns="0" rIns="0" bIns="0" rtlCol="0"/>
          <a:lstStyle/>
          <a:p>
            <a:endParaRPr dirty="0"/>
          </a:p>
        </p:txBody>
      </p:sp>
      <p:sp>
        <p:nvSpPr>
          <p:cNvPr id="9" name="Content Placeholder 8">
            <a:extLst>
              <a:ext uri="{FF2B5EF4-FFF2-40B4-BE49-F238E27FC236}">
                <a16:creationId xmlns:a16="http://schemas.microsoft.com/office/drawing/2014/main" id="{9503E6D4-6646-4C03-92D6-D777BE693456}"/>
              </a:ext>
            </a:extLst>
          </p:cNvPr>
          <p:cNvSpPr>
            <a:spLocks noGrp="1"/>
          </p:cNvSpPr>
          <p:nvPr>
            <p:ph sz="quarter" idx="12" hasCustomPrompt="1"/>
          </p:nvPr>
        </p:nvSpPr>
        <p:spPr>
          <a:xfrm>
            <a:off x="4940300" y="419100"/>
            <a:ext cx="6761163" cy="5753100"/>
          </a:xfrm>
        </p:spPr>
        <p:txBody>
          <a:bodyPr anchor="ctr"/>
          <a:lstStyle>
            <a:lvl1pPr>
              <a:defRPr/>
            </a:lvl1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0167CDF9-2777-46D6-9462-0AD13DB03D20}"/>
              </a:ext>
            </a:extLst>
          </p:cNvPr>
          <p:cNvSpPr>
            <a:spLocks noGrp="1"/>
          </p:cNvSpPr>
          <p:nvPr>
            <p:ph type="dt" sz="half" idx="13"/>
          </p:nvPr>
        </p:nvSpPr>
        <p:spPr/>
        <p:txBody>
          <a:bodyPr/>
          <a:lstStyle/>
          <a:p>
            <a:endParaRPr dirty="0"/>
          </a:p>
        </p:txBody>
      </p:sp>
      <p:sp>
        <p:nvSpPr>
          <p:cNvPr id="5" name="Footer Placeholder 4">
            <a:extLst>
              <a:ext uri="{FF2B5EF4-FFF2-40B4-BE49-F238E27FC236}">
                <a16:creationId xmlns:a16="http://schemas.microsoft.com/office/drawing/2014/main" id="{E7D284DB-7BC1-4293-9E85-968F11219EAC}"/>
              </a:ext>
            </a:extLst>
          </p:cNvPr>
          <p:cNvSpPr>
            <a:spLocks noGrp="1"/>
          </p:cNvSpPr>
          <p:nvPr>
            <p:ph type="ftr" sz="quarter" idx="14"/>
          </p:nvPr>
        </p:nvSpPr>
        <p:spPr/>
        <p:txBody>
          <a:bodyPr/>
          <a:lstStyle>
            <a:lvl1pPr>
              <a:defRPr>
                <a:solidFill>
                  <a:schemeClr val="bg1">
                    <a:lumMod val="50000"/>
                    <a:lumOff val="50000"/>
                  </a:schemeClr>
                </a:solidFill>
              </a:defRPr>
            </a:lvl1pPr>
          </a:lstStyle>
          <a:p>
            <a:r>
              <a:rPr dirty="0"/>
              <a:t>Confidential. For Ascensus internal purposes only. Not intended for use with or distribution to clients or the public.</a:t>
            </a:r>
          </a:p>
        </p:txBody>
      </p:sp>
      <p:sp>
        <p:nvSpPr>
          <p:cNvPr id="6" name="Slide Number Placeholder 5">
            <a:extLst>
              <a:ext uri="{FF2B5EF4-FFF2-40B4-BE49-F238E27FC236}">
                <a16:creationId xmlns:a16="http://schemas.microsoft.com/office/drawing/2014/main" id="{7087E2E8-EFC9-4F7D-87F8-31082656B34B}"/>
              </a:ext>
            </a:extLst>
          </p:cNvPr>
          <p:cNvSpPr>
            <a:spLocks noGrp="1"/>
          </p:cNvSpPr>
          <p:nvPr>
            <p:ph type="sldNum" sz="quarter" idx="15"/>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39903195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Laptop">
    <p:spTree>
      <p:nvGrpSpPr>
        <p:cNvPr id="1" name=""/>
        <p:cNvGrpSpPr/>
        <p:nvPr/>
      </p:nvGrpSpPr>
      <p:grpSpPr>
        <a:xfrm>
          <a:off x="0" y="0"/>
          <a:ext cx="0" cy="0"/>
          <a:chOff x="0" y="0"/>
          <a:chExt cx="0" cy="0"/>
        </a:xfrm>
      </p:grpSpPr>
      <p:sp>
        <p:nvSpPr>
          <p:cNvPr id="14" name="object 3">
            <a:extLst>
              <a:ext uri="{FF2B5EF4-FFF2-40B4-BE49-F238E27FC236}">
                <a16:creationId xmlns:a16="http://schemas.microsoft.com/office/drawing/2014/main" id="{A322F6C5-D1C1-4440-90EE-80EED548DD5A}"/>
              </a:ext>
            </a:extLst>
          </p:cNvPr>
          <p:cNvSpPr/>
          <p:nvPr/>
        </p:nvSpPr>
        <p:spPr>
          <a:xfrm>
            <a:off x="0" y="5302872"/>
            <a:ext cx="12192000" cy="1555750"/>
          </a:xfrm>
          <a:custGeom>
            <a:avLst/>
            <a:gdLst/>
            <a:ahLst/>
            <a:cxnLst/>
            <a:rect l="l" t="t" r="r" b="b"/>
            <a:pathLst>
              <a:path w="12192000" h="1555750">
                <a:moveTo>
                  <a:pt x="12192000" y="0"/>
                </a:moveTo>
                <a:lnTo>
                  <a:pt x="0" y="0"/>
                </a:lnTo>
                <a:lnTo>
                  <a:pt x="0" y="1555127"/>
                </a:lnTo>
                <a:lnTo>
                  <a:pt x="12192000" y="1555127"/>
                </a:lnTo>
                <a:lnTo>
                  <a:pt x="12192000" y="0"/>
                </a:lnTo>
                <a:close/>
              </a:path>
            </a:pathLst>
          </a:custGeom>
          <a:solidFill>
            <a:srgbClr val="EBEBEB"/>
          </a:solidFill>
        </p:spPr>
        <p:txBody>
          <a:bodyPr wrap="square" lIns="0" tIns="0" rIns="0" bIns="0" rtlCol="0"/>
          <a:lstStyle/>
          <a:p>
            <a:endParaRPr dirty="0"/>
          </a:p>
        </p:txBody>
      </p:sp>
      <p:pic>
        <p:nvPicPr>
          <p:cNvPr id="20" name="laptop" descr="A screen shot of a computer&#10;&#10;Description automatically generated">
            <a:extLst>
              <a:ext uri="{FF2B5EF4-FFF2-40B4-BE49-F238E27FC236}">
                <a16:creationId xmlns:a16="http://schemas.microsoft.com/office/drawing/2014/main" id="{599C4678-4403-4E2D-A2C6-2902D180C16A}"/>
              </a:ext>
            </a:extLst>
          </p:cNvPr>
          <p:cNvPicPr>
            <a:picLocks noChangeAspect="1"/>
          </p:cNvPicPr>
          <p:nvPr/>
        </p:nvPicPr>
        <p:blipFill rotWithShape="1">
          <a:blip r:embed="rId2">
            <a:extLst>
              <a:ext uri="{28A0092B-C50C-407E-A947-70E740481C1C}">
                <a14:useLocalDpi xmlns:a14="http://schemas.microsoft.com/office/drawing/2010/main" val="0"/>
              </a:ext>
            </a:extLst>
          </a:blip>
          <a:srcRect l="11955"/>
          <a:stretch/>
        </p:blipFill>
        <p:spPr>
          <a:xfrm>
            <a:off x="0" y="1524000"/>
            <a:ext cx="8641180" cy="5248656"/>
          </a:xfrm>
          <a:prstGeom prst="rect">
            <a:avLst/>
          </a:prstGeom>
        </p:spPr>
      </p:pic>
      <p:sp>
        <p:nvSpPr>
          <p:cNvPr id="6" name="superhead">
            <a:extLst>
              <a:ext uri="{FF2B5EF4-FFF2-40B4-BE49-F238E27FC236}">
                <a16:creationId xmlns:a16="http://schemas.microsoft.com/office/drawing/2014/main" id="{82CA1540-530A-4EED-B576-85E7DDA292A4}"/>
              </a:ext>
            </a:extLst>
          </p:cNvPr>
          <p:cNvSpPr>
            <a:spLocks noGrp="1"/>
          </p:cNvSpPr>
          <p:nvPr>
            <p:ph type="body" sz="quarter" idx="14" hasCustomPrompt="1"/>
          </p:nvPr>
        </p:nvSpPr>
        <p:spPr>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2" name="Title 1">
            <a:extLst>
              <a:ext uri="{FF2B5EF4-FFF2-40B4-BE49-F238E27FC236}">
                <a16:creationId xmlns:a16="http://schemas.microsoft.com/office/drawing/2014/main" id="{0E3D1ED6-642B-4CFF-ADFA-E11F6C34143A}"/>
              </a:ext>
            </a:extLst>
          </p:cNvPr>
          <p:cNvSpPr>
            <a:spLocks noGrp="1"/>
          </p:cNvSpPr>
          <p:nvPr>
            <p:ph type="title"/>
          </p:nvPr>
        </p:nvSpPr>
        <p:spPr/>
        <p:txBody>
          <a:bodyPr/>
          <a:lstStyle/>
          <a:p>
            <a:r>
              <a:rPr lang="en-US"/>
              <a:t>Click to edit Master title style</a:t>
            </a:r>
            <a:endParaRPr/>
          </a:p>
        </p:txBody>
      </p:sp>
      <p:sp>
        <p:nvSpPr>
          <p:cNvPr id="18" name="Picture Placeholder 17">
            <a:extLst>
              <a:ext uri="{FF2B5EF4-FFF2-40B4-BE49-F238E27FC236}">
                <a16:creationId xmlns:a16="http://schemas.microsoft.com/office/drawing/2014/main" id="{9DC295DF-1552-4ED8-8D9F-8A95B180692B}"/>
              </a:ext>
            </a:extLst>
          </p:cNvPr>
          <p:cNvSpPr>
            <a:spLocks noGrp="1"/>
          </p:cNvSpPr>
          <p:nvPr>
            <p:ph type="pic" sz="quarter" idx="15"/>
          </p:nvPr>
        </p:nvSpPr>
        <p:spPr>
          <a:xfrm>
            <a:off x="676275" y="2026490"/>
            <a:ext cx="6084094" cy="3798048"/>
          </a:xfrm>
          <a:solidFill>
            <a:srgbClr val="D9D9D9"/>
          </a:solidFill>
        </p:spPr>
        <p:txBody>
          <a:bodyPr bIns="822960" anchor="ctr" anchorCtr="0"/>
          <a:lstStyle>
            <a:lvl1pPr marL="0" indent="0" algn="ctr">
              <a:spcBef>
                <a:spcPts val="0"/>
              </a:spcBef>
              <a:buNone/>
              <a:defRPr sz="1400"/>
            </a:lvl1pPr>
          </a:lstStyle>
          <a:p>
            <a:r>
              <a:rPr lang="en-US" dirty="0"/>
              <a:t>Click icon to add picture</a:t>
            </a:r>
            <a:endParaRPr dirty="0"/>
          </a:p>
        </p:txBody>
      </p:sp>
      <p:sp>
        <p:nvSpPr>
          <p:cNvPr id="3" name="Date Placeholder 2">
            <a:extLst>
              <a:ext uri="{FF2B5EF4-FFF2-40B4-BE49-F238E27FC236}">
                <a16:creationId xmlns:a16="http://schemas.microsoft.com/office/drawing/2014/main" id="{0BB2FFC6-A2AF-4B79-9F9C-760B08533B53}"/>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559203AE-6D05-4C7F-9FBA-51A75A48782E}"/>
              </a:ext>
            </a:extLst>
          </p:cNvPr>
          <p:cNvSpPr>
            <a:spLocks noGrp="1"/>
          </p:cNvSpPr>
          <p:nvPr>
            <p:ph type="ftr" sz="quarter" idx="11"/>
          </p:nvPr>
        </p:nvSpPr>
        <p:spPr/>
        <p:txBody>
          <a:bodyPr/>
          <a:lstStyle/>
          <a:p>
            <a:r>
              <a:rPr dirty="0">
                <a:solidFill>
                  <a:schemeClr val="tx1">
                    <a:lumMod val="50000"/>
                    <a:lumOff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FCE4F9A6-4E8D-4798-805E-DDAC6709E2B2}"/>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4034825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ell Phon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44F8D3-22D3-4281-9F95-A9C4009DBFD6}"/>
              </a:ext>
            </a:extLst>
          </p:cNvPr>
          <p:cNvSpPr/>
          <p:nvPr/>
        </p:nvSpPr>
        <p:spPr>
          <a:xfrm>
            <a:off x="0" y="0"/>
            <a:ext cx="6088380" cy="6858000"/>
          </a:xfrm>
          <a:prstGeom prst="rect">
            <a:avLst/>
          </a:prstGeom>
          <a:solidFill>
            <a:srgbClr val="EBEB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20" name="phone" descr="A picture containing text&#10;&#10;Description automatically generated">
            <a:extLst>
              <a:ext uri="{FF2B5EF4-FFF2-40B4-BE49-F238E27FC236}">
                <a16:creationId xmlns:a16="http://schemas.microsoft.com/office/drawing/2014/main" id="{2FFD03C8-433D-4B74-AA58-8FD0CD0645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8996" y="535825"/>
            <a:ext cx="3874008" cy="5998464"/>
          </a:xfrm>
          <a:prstGeom prst="rect">
            <a:avLst/>
          </a:prstGeom>
        </p:spPr>
      </p:pic>
      <p:sp>
        <p:nvSpPr>
          <p:cNvPr id="10" name="Freeform: Shape 9">
            <a:extLst>
              <a:ext uri="{FF2B5EF4-FFF2-40B4-BE49-F238E27FC236}">
                <a16:creationId xmlns:a16="http://schemas.microsoft.com/office/drawing/2014/main" id="{1BFAD0D8-0946-483A-82AF-38C18D24DC93}"/>
              </a:ext>
            </a:extLst>
          </p:cNvPr>
          <p:cNvSpPr/>
          <p:nvPr/>
        </p:nvSpPr>
        <p:spPr>
          <a:xfrm>
            <a:off x="5391152" y="904875"/>
            <a:ext cx="1381125" cy="195264"/>
          </a:xfrm>
          <a:custGeom>
            <a:avLst/>
            <a:gdLst>
              <a:gd name="connsiteX0" fmla="*/ 0 w 1381125"/>
              <a:gd name="connsiteY0" fmla="*/ 56864 h 195264"/>
              <a:gd name="connsiteX1" fmla="*/ 0 w 1381125"/>
              <a:gd name="connsiteY1" fmla="*/ 56865 h 195264"/>
              <a:gd name="connsiteX2" fmla="*/ 0 w 1381125"/>
              <a:gd name="connsiteY2" fmla="*/ 56865 h 195264"/>
              <a:gd name="connsiteX3" fmla="*/ 12895 w 1381125"/>
              <a:gd name="connsiteY3" fmla="*/ 0 h 195264"/>
              <a:gd name="connsiteX4" fmla="*/ 1368231 w 1381125"/>
              <a:gd name="connsiteY4" fmla="*/ 0 h 195264"/>
              <a:gd name="connsiteX5" fmla="*/ 1370249 w 1381125"/>
              <a:gd name="connsiteY5" fmla="*/ 2994 h 195264"/>
              <a:gd name="connsiteX6" fmla="*/ 1381125 w 1381125"/>
              <a:gd name="connsiteY6" fmla="*/ 56865 h 195264"/>
              <a:gd name="connsiteX7" fmla="*/ 1381124 w 1381125"/>
              <a:gd name="connsiteY7" fmla="*/ 56865 h 195264"/>
              <a:gd name="connsiteX8" fmla="*/ 1242725 w 1381125"/>
              <a:gd name="connsiteY8" fmla="*/ 195264 h 195264"/>
              <a:gd name="connsiteX9" fmla="*/ 138399 w 1381125"/>
              <a:gd name="connsiteY9" fmla="*/ 195263 h 195264"/>
              <a:gd name="connsiteX10" fmla="*/ 10876 w 1381125"/>
              <a:gd name="connsiteY10" fmla="*/ 110735 h 195264"/>
              <a:gd name="connsiteX11" fmla="*/ 0 w 1381125"/>
              <a:gd name="connsiteY11" fmla="*/ 56865 h 195264"/>
              <a:gd name="connsiteX12" fmla="*/ 10876 w 1381125"/>
              <a:gd name="connsiteY12" fmla="*/ 2994 h 19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81125" h="195264">
                <a:moveTo>
                  <a:pt x="0" y="56864"/>
                </a:moveTo>
                <a:lnTo>
                  <a:pt x="0" y="56865"/>
                </a:lnTo>
                <a:lnTo>
                  <a:pt x="0" y="56865"/>
                </a:lnTo>
                <a:close/>
                <a:moveTo>
                  <a:pt x="12895" y="0"/>
                </a:moveTo>
                <a:lnTo>
                  <a:pt x="1368231" y="0"/>
                </a:lnTo>
                <a:lnTo>
                  <a:pt x="1370249" y="2994"/>
                </a:lnTo>
                <a:cubicBezTo>
                  <a:pt x="1377253" y="19552"/>
                  <a:pt x="1381125" y="37756"/>
                  <a:pt x="1381125" y="56865"/>
                </a:cubicBezTo>
                <a:lnTo>
                  <a:pt x="1381124" y="56865"/>
                </a:lnTo>
                <a:cubicBezTo>
                  <a:pt x="1381124" y="133301"/>
                  <a:pt x="1319161" y="195264"/>
                  <a:pt x="1242725" y="195264"/>
                </a:cubicBezTo>
                <a:lnTo>
                  <a:pt x="138399" y="195263"/>
                </a:lnTo>
                <a:cubicBezTo>
                  <a:pt x="81072" y="195263"/>
                  <a:pt x="31886" y="160409"/>
                  <a:pt x="10876" y="110735"/>
                </a:cubicBezTo>
                <a:lnTo>
                  <a:pt x="0" y="56865"/>
                </a:lnTo>
                <a:lnTo>
                  <a:pt x="10876" y="2994"/>
                </a:lnTo>
                <a:close/>
              </a:path>
            </a:pathLst>
          </a:custGeom>
          <a:solidFill>
            <a:schemeClr val="tx2">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6" name="Rectangle 15">
            <a:extLst>
              <a:ext uri="{FF2B5EF4-FFF2-40B4-BE49-F238E27FC236}">
                <a16:creationId xmlns:a16="http://schemas.microsoft.com/office/drawing/2014/main" id="{149BF53E-50A2-4D0E-9ACF-FD7C38B4459B}"/>
              </a:ext>
            </a:extLst>
          </p:cNvPr>
          <p:cNvSpPr/>
          <p:nvPr/>
        </p:nvSpPr>
        <p:spPr>
          <a:xfrm>
            <a:off x="5003005" y="884932"/>
            <a:ext cx="2119033" cy="2402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8" name="Rectangle: Rounded Corners 27">
            <a:extLst>
              <a:ext uri="{FF2B5EF4-FFF2-40B4-BE49-F238E27FC236}">
                <a16:creationId xmlns:a16="http://schemas.microsoft.com/office/drawing/2014/main" id="{7D59C77B-DB63-4ED1-B4B1-9687F8FF9930}"/>
              </a:ext>
            </a:extLst>
          </p:cNvPr>
          <p:cNvSpPr/>
          <p:nvPr/>
        </p:nvSpPr>
        <p:spPr>
          <a:xfrm>
            <a:off x="4898231" y="884932"/>
            <a:ext cx="2386102" cy="5189613"/>
          </a:xfrm>
          <a:custGeom>
            <a:avLst/>
            <a:gdLst>
              <a:gd name="connsiteX0" fmla="*/ 0 w 2386102"/>
              <a:gd name="connsiteY0" fmla="*/ 192463 h 5189613"/>
              <a:gd name="connsiteX1" fmla="*/ 192463 w 2386102"/>
              <a:gd name="connsiteY1" fmla="*/ 0 h 5189613"/>
              <a:gd name="connsiteX2" fmla="*/ 2193639 w 2386102"/>
              <a:gd name="connsiteY2" fmla="*/ 0 h 5189613"/>
              <a:gd name="connsiteX3" fmla="*/ 2386102 w 2386102"/>
              <a:gd name="connsiteY3" fmla="*/ 192463 h 5189613"/>
              <a:gd name="connsiteX4" fmla="*/ 2386102 w 2386102"/>
              <a:gd name="connsiteY4" fmla="*/ 4997150 h 5189613"/>
              <a:gd name="connsiteX5" fmla="*/ 2193639 w 2386102"/>
              <a:gd name="connsiteY5" fmla="*/ 5189613 h 5189613"/>
              <a:gd name="connsiteX6" fmla="*/ 192463 w 2386102"/>
              <a:gd name="connsiteY6" fmla="*/ 5189613 h 5189613"/>
              <a:gd name="connsiteX7" fmla="*/ 0 w 2386102"/>
              <a:gd name="connsiteY7" fmla="*/ 4997150 h 5189613"/>
              <a:gd name="connsiteX8" fmla="*/ 0 w 2386102"/>
              <a:gd name="connsiteY8" fmla="*/ 192463 h 5189613"/>
              <a:gd name="connsiteX0" fmla="*/ 0 w 2386102"/>
              <a:gd name="connsiteY0" fmla="*/ 192463 h 5189613"/>
              <a:gd name="connsiteX1" fmla="*/ 192463 w 2386102"/>
              <a:gd name="connsiteY1" fmla="*/ 0 h 5189613"/>
              <a:gd name="connsiteX2" fmla="*/ 2193639 w 2386102"/>
              <a:gd name="connsiteY2" fmla="*/ 0 h 5189613"/>
              <a:gd name="connsiteX3" fmla="*/ 2386102 w 2386102"/>
              <a:gd name="connsiteY3" fmla="*/ 192463 h 5189613"/>
              <a:gd name="connsiteX4" fmla="*/ 2386102 w 2386102"/>
              <a:gd name="connsiteY4" fmla="*/ 4997150 h 5189613"/>
              <a:gd name="connsiteX5" fmla="*/ 2193639 w 2386102"/>
              <a:gd name="connsiteY5" fmla="*/ 5189613 h 5189613"/>
              <a:gd name="connsiteX6" fmla="*/ 192463 w 2386102"/>
              <a:gd name="connsiteY6" fmla="*/ 5189613 h 5189613"/>
              <a:gd name="connsiteX7" fmla="*/ 0 w 2386102"/>
              <a:gd name="connsiteY7" fmla="*/ 4997150 h 5189613"/>
              <a:gd name="connsiteX8" fmla="*/ 0 w 2386102"/>
              <a:gd name="connsiteY8" fmla="*/ 192463 h 5189613"/>
              <a:gd name="connsiteX0" fmla="*/ 0 w 2386102"/>
              <a:gd name="connsiteY0" fmla="*/ 192463 h 5189613"/>
              <a:gd name="connsiteX1" fmla="*/ 192463 w 2386102"/>
              <a:gd name="connsiteY1" fmla="*/ 0 h 5189613"/>
              <a:gd name="connsiteX2" fmla="*/ 2193639 w 2386102"/>
              <a:gd name="connsiteY2" fmla="*/ 0 h 5189613"/>
              <a:gd name="connsiteX3" fmla="*/ 2386102 w 2386102"/>
              <a:gd name="connsiteY3" fmla="*/ 192463 h 5189613"/>
              <a:gd name="connsiteX4" fmla="*/ 2386102 w 2386102"/>
              <a:gd name="connsiteY4" fmla="*/ 4997150 h 5189613"/>
              <a:gd name="connsiteX5" fmla="*/ 2193639 w 2386102"/>
              <a:gd name="connsiteY5" fmla="*/ 5189613 h 5189613"/>
              <a:gd name="connsiteX6" fmla="*/ 192463 w 2386102"/>
              <a:gd name="connsiteY6" fmla="*/ 5189613 h 5189613"/>
              <a:gd name="connsiteX7" fmla="*/ 0 w 2386102"/>
              <a:gd name="connsiteY7" fmla="*/ 4997150 h 5189613"/>
              <a:gd name="connsiteX8" fmla="*/ 0 w 2386102"/>
              <a:gd name="connsiteY8" fmla="*/ 192463 h 5189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6102" h="5189613">
                <a:moveTo>
                  <a:pt x="0" y="192463"/>
                </a:moveTo>
                <a:cubicBezTo>
                  <a:pt x="0" y="86169"/>
                  <a:pt x="86169" y="0"/>
                  <a:pt x="192463" y="0"/>
                </a:cubicBezTo>
                <a:lnTo>
                  <a:pt x="2193639" y="0"/>
                </a:lnTo>
                <a:cubicBezTo>
                  <a:pt x="2299933" y="0"/>
                  <a:pt x="2386102" y="86169"/>
                  <a:pt x="2386102" y="192463"/>
                </a:cubicBezTo>
                <a:lnTo>
                  <a:pt x="2386102" y="4997150"/>
                </a:lnTo>
                <a:cubicBezTo>
                  <a:pt x="2343239" y="5091538"/>
                  <a:pt x="2290408" y="5151513"/>
                  <a:pt x="2193639" y="5189613"/>
                </a:cubicBezTo>
                <a:lnTo>
                  <a:pt x="192463" y="5189613"/>
                </a:lnTo>
                <a:cubicBezTo>
                  <a:pt x="86169" y="5189613"/>
                  <a:pt x="0" y="5103444"/>
                  <a:pt x="0" y="4997150"/>
                </a:cubicBezTo>
                <a:lnTo>
                  <a:pt x="0" y="19246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6" name="superhead">
            <a:extLst>
              <a:ext uri="{FF2B5EF4-FFF2-40B4-BE49-F238E27FC236}">
                <a16:creationId xmlns:a16="http://schemas.microsoft.com/office/drawing/2014/main" id="{D223D701-74F7-4E60-B3CD-A76F24CCA68A}"/>
              </a:ext>
            </a:extLst>
          </p:cNvPr>
          <p:cNvSpPr>
            <a:spLocks noGrp="1"/>
          </p:cNvSpPr>
          <p:nvPr>
            <p:ph type="body" sz="quarter" idx="14" hasCustomPrompt="1"/>
          </p:nvPr>
        </p:nvSpPr>
        <p:spPr>
          <a:xfrm>
            <a:off x="914400" y="2640221"/>
            <a:ext cx="2587752" cy="269240"/>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a:t>
            </a:r>
          </a:p>
        </p:txBody>
      </p:sp>
      <p:sp>
        <p:nvSpPr>
          <p:cNvPr id="7" name="Text Placeholder 7">
            <a:extLst>
              <a:ext uri="{FF2B5EF4-FFF2-40B4-BE49-F238E27FC236}">
                <a16:creationId xmlns:a16="http://schemas.microsoft.com/office/drawing/2014/main" id="{3678FDF2-CF3B-4D5C-A3CF-2EE5482DFC0D}"/>
              </a:ext>
            </a:extLst>
          </p:cNvPr>
          <p:cNvSpPr>
            <a:spLocks noGrp="1"/>
          </p:cNvSpPr>
          <p:nvPr>
            <p:ph type="body" sz="quarter" idx="15" hasCustomPrompt="1"/>
          </p:nvPr>
        </p:nvSpPr>
        <p:spPr>
          <a:xfrm>
            <a:off x="914400" y="2990773"/>
            <a:ext cx="2590800" cy="2030931"/>
          </a:xfrm>
        </p:spPr>
        <p:txBody>
          <a:bodyPr anchor="t"/>
          <a:lstStyle>
            <a:lvl1pPr marL="0" indent="0">
              <a:lnSpc>
                <a:spcPct val="100000"/>
              </a:lnSpc>
              <a:spcBef>
                <a:spcPts val="0"/>
              </a:spcBef>
              <a:buFont typeface="Arial" panose="020B0604020202020204" pitchFamily="34" charset="0"/>
              <a:buNone/>
              <a:defRPr sz="2800">
                <a:solidFill>
                  <a:schemeClr val="tx2"/>
                </a:solidFill>
              </a:defRPr>
            </a:lvl1pPr>
            <a:lvl2pPr marL="0" indent="0">
              <a:lnSpc>
                <a:spcPct val="100000"/>
              </a:lnSpc>
              <a:spcBef>
                <a:spcPts val="0"/>
              </a:spcBef>
              <a:buFont typeface="Arial" panose="020B0604020202020204" pitchFamily="34" charset="0"/>
              <a:buNone/>
              <a:defRPr sz="2800">
                <a:solidFill>
                  <a:schemeClr val="tx2"/>
                </a:solidFill>
              </a:defRPr>
            </a:lvl2pPr>
            <a:lvl3pPr marL="0" indent="0">
              <a:lnSpc>
                <a:spcPct val="100000"/>
              </a:lnSpc>
              <a:spcBef>
                <a:spcPts val="0"/>
              </a:spcBef>
              <a:buFont typeface="Arial" panose="020B0604020202020204" pitchFamily="34" charset="0"/>
              <a:buNone/>
              <a:defRPr sz="2800">
                <a:solidFill>
                  <a:schemeClr val="tx2"/>
                </a:solidFill>
              </a:defRPr>
            </a:lvl3pPr>
            <a:lvl4pPr marL="0" indent="0">
              <a:lnSpc>
                <a:spcPct val="100000"/>
              </a:lnSpc>
              <a:spcBef>
                <a:spcPts val="0"/>
              </a:spcBef>
              <a:buFont typeface="Arial" panose="020B0604020202020204" pitchFamily="34" charset="0"/>
              <a:buNone/>
              <a:defRPr sz="2800">
                <a:solidFill>
                  <a:schemeClr val="tx2"/>
                </a:solidFill>
              </a:defRPr>
            </a:lvl4pPr>
            <a:lvl5pPr marL="0" indent="0">
              <a:lnSpc>
                <a:spcPct val="100000"/>
              </a:lnSpc>
              <a:spcBef>
                <a:spcPts val="0"/>
              </a:spcBef>
              <a:buFont typeface="Arial" panose="020B0604020202020204" pitchFamily="34" charset="0"/>
              <a:buNone/>
              <a:defRPr sz="2800">
                <a:solidFill>
                  <a:schemeClr val="tx2"/>
                </a:solidFill>
              </a:defRPr>
            </a:lvl5pPr>
            <a:lvl6pPr marL="0" indent="0">
              <a:lnSpc>
                <a:spcPct val="100000"/>
              </a:lnSpc>
              <a:spcBef>
                <a:spcPts val="0"/>
              </a:spcBef>
              <a:buFont typeface="Arial" panose="020B0604020202020204" pitchFamily="34" charset="0"/>
              <a:buNone/>
              <a:defRPr sz="2800">
                <a:solidFill>
                  <a:schemeClr val="tx2"/>
                </a:solidFill>
              </a:defRPr>
            </a:lvl6pPr>
            <a:lvl7pPr marL="0" indent="0">
              <a:lnSpc>
                <a:spcPct val="100000"/>
              </a:lnSpc>
              <a:spcBef>
                <a:spcPts val="0"/>
              </a:spcBef>
              <a:buFont typeface="Arial" panose="020B0604020202020204" pitchFamily="34" charset="0"/>
              <a:buNone/>
              <a:defRPr sz="2800">
                <a:solidFill>
                  <a:schemeClr val="tx2"/>
                </a:solidFill>
              </a:defRPr>
            </a:lvl7pPr>
            <a:lvl8pPr marL="0" indent="0">
              <a:lnSpc>
                <a:spcPct val="100000"/>
              </a:lnSpc>
              <a:spcBef>
                <a:spcPts val="0"/>
              </a:spcBef>
              <a:buFont typeface="Arial" panose="020B0604020202020204" pitchFamily="34" charset="0"/>
              <a:buNone/>
              <a:defRPr sz="2800">
                <a:solidFill>
                  <a:schemeClr val="tx2"/>
                </a:solidFill>
              </a:defRPr>
            </a:lvl8pPr>
            <a:lvl9pPr marL="0" indent="0">
              <a:lnSpc>
                <a:spcPct val="100000"/>
              </a:lnSpc>
              <a:spcBef>
                <a:spcPts val="0"/>
              </a:spcBef>
              <a:buFont typeface="Arial" panose="020B0604020202020204" pitchFamily="34" charset="0"/>
              <a:buNone/>
              <a:defRPr sz="2800">
                <a:solidFill>
                  <a:schemeClr val="tx2"/>
                </a:solidFill>
              </a:defRPr>
            </a:lvl9pPr>
          </a:lstStyle>
          <a:p>
            <a:pPr lvl="0"/>
            <a:r>
              <a:t>Click to add text</a:t>
            </a:r>
          </a:p>
        </p:txBody>
      </p:sp>
      <p:sp>
        <p:nvSpPr>
          <p:cNvPr id="8" name="Content Placeholder 27">
            <a:extLst>
              <a:ext uri="{FF2B5EF4-FFF2-40B4-BE49-F238E27FC236}">
                <a16:creationId xmlns:a16="http://schemas.microsoft.com/office/drawing/2014/main" id="{46F8C620-0981-450C-85FA-B25417911760}"/>
              </a:ext>
            </a:extLst>
          </p:cNvPr>
          <p:cNvSpPr>
            <a:spLocks noGrp="1"/>
          </p:cNvSpPr>
          <p:nvPr>
            <p:ph sz="quarter" idx="23"/>
          </p:nvPr>
        </p:nvSpPr>
        <p:spPr>
          <a:xfrm>
            <a:off x="8280716" y="3643517"/>
            <a:ext cx="2930770" cy="2395910"/>
          </a:xfrm>
        </p:spPr>
        <p:txBody>
          <a:bodyPr/>
          <a:lstStyle>
            <a:lvl1pPr marL="0" indent="0">
              <a:lnSpc>
                <a:spcPct val="90000"/>
              </a:lnSpc>
              <a:spcBef>
                <a:spcPts val="600"/>
              </a:spcBef>
              <a:buFont typeface="Arial" panose="020B0604020202020204" pitchFamily="34" charset="0"/>
              <a:buChar char="​"/>
              <a:defRPr sz="1400">
                <a:solidFill>
                  <a:schemeClr val="tx1"/>
                </a:solidFill>
              </a:defRPr>
            </a:lvl1pPr>
            <a:lvl2pPr marL="137160" indent="-137160">
              <a:lnSpc>
                <a:spcPct val="90000"/>
              </a:lnSpc>
              <a:spcBef>
                <a:spcPts val="0"/>
              </a:spcBef>
              <a:buClr>
                <a:schemeClr val="tx1">
                  <a:lumMod val="50000"/>
                  <a:lumOff val="50000"/>
                </a:schemeClr>
              </a:buClr>
              <a:buFont typeface="Arial" panose="020B0604020202020204" pitchFamily="34" charset="0"/>
              <a:buChar char="•"/>
              <a:defRPr sz="1200">
                <a:solidFill>
                  <a:schemeClr val="tx1"/>
                </a:solidFill>
              </a:defRPr>
            </a:lvl2pPr>
            <a:lvl3pPr marL="365760" indent="-137160">
              <a:lnSpc>
                <a:spcPct val="90000"/>
              </a:lnSpc>
              <a:spcBef>
                <a:spcPts val="0"/>
              </a:spcBef>
              <a:buClr>
                <a:schemeClr val="tx1">
                  <a:lumMod val="50000"/>
                  <a:lumOff val="50000"/>
                </a:schemeClr>
              </a:buClr>
              <a:buFont typeface="Arial" panose="020B0604020202020204" pitchFamily="34" charset="0"/>
              <a:buChar char="–"/>
              <a:defRPr sz="1200">
                <a:solidFill>
                  <a:schemeClr val="tx1"/>
                </a:solidFill>
              </a:defRPr>
            </a:lvl3pPr>
            <a:lvl4pPr marL="365760" indent="-137160">
              <a:lnSpc>
                <a:spcPct val="90000"/>
              </a:lnSpc>
              <a:spcBef>
                <a:spcPts val="0"/>
              </a:spcBef>
              <a:buClr>
                <a:schemeClr val="tx1">
                  <a:lumMod val="50000"/>
                  <a:lumOff val="50000"/>
                </a:schemeClr>
              </a:buClr>
              <a:defRPr sz="1200">
                <a:solidFill>
                  <a:schemeClr val="tx1"/>
                </a:solidFill>
              </a:defRPr>
            </a:lvl4pPr>
            <a:lvl5pPr marL="365760" indent="-137160">
              <a:lnSpc>
                <a:spcPct val="90000"/>
              </a:lnSpc>
              <a:spcBef>
                <a:spcPts val="0"/>
              </a:spcBef>
              <a:buClr>
                <a:schemeClr val="tx1">
                  <a:lumMod val="50000"/>
                  <a:lumOff val="50000"/>
                </a:schemeClr>
              </a:buClr>
              <a:defRPr sz="1200">
                <a:solidFill>
                  <a:schemeClr val="tx1"/>
                </a:solidFill>
              </a:defRPr>
            </a:lvl5pPr>
            <a:lvl6pPr marL="365760" indent="-137160">
              <a:lnSpc>
                <a:spcPct val="90000"/>
              </a:lnSpc>
              <a:spcBef>
                <a:spcPts val="0"/>
              </a:spcBef>
              <a:buClr>
                <a:schemeClr val="tx1">
                  <a:lumMod val="50000"/>
                  <a:lumOff val="50000"/>
                </a:schemeClr>
              </a:buClr>
              <a:defRPr sz="1200">
                <a:solidFill>
                  <a:schemeClr val="tx1"/>
                </a:solidFill>
              </a:defRPr>
            </a:lvl6pPr>
            <a:lvl7pPr marL="365760" indent="-137160">
              <a:lnSpc>
                <a:spcPct val="90000"/>
              </a:lnSpc>
              <a:spcBef>
                <a:spcPts val="0"/>
              </a:spcBef>
              <a:buClr>
                <a:schemeClr val="tx1">
                  <a:lumMod val="50000"/>
                  <a:lumOff val="50000"/>
                </a:schemeClr>
              </a:buClr>
              <a:defRPr sz="1200">
                <a:solidFill>
                  <a:schemeClr val="tx1"/>
                </a:solidFill>
              </a:defRPr>
            </a:lvl7pPr>
            <a:lvl8pPr marL="365760" indent="-137160">
              <a:lnSpc>
                <a:spcPct val="90000"/>
              </a:lnSpc>
              <a:spcBef>
                <a:spcPts val="0"/>
              </a:spcBef>
              <a:buClr>
                <a:schemeClr val="tx1">
                  <a:lumMod val="50000"/>
                  <a:lumOff val="50000"/>
                </a:schemeClr>
              </a:buClr>
              <a:defRPr sz="1200">
                <a:solidFill>
                  <a:schemeClr val="tx1"/>
                </a:solidFill>
              </a:defRPr>
            </a:lvl8pPr>
            <a:lvl9pPr marL="365760" indent="-137160">
              <a:lnSpc>
                <a:spcPct val="90000"/>
              </a:lnSpc>
              <a:spcBef>
                <a:spcPts val="0"/>
              </a:spcBef>
              <a:buClr>
                <a:schemeClr val="tx1">
                  <a:lumMod val="50000"/>
                  <a:lumOff val="50000"/>
                </a:schemeClr>
              </a:buClr>
              <a:defRPr sz="12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27">
            <a:extLst>
              <a:ext uri="{FF2B5EF4-FFF2-40B4-BE49-F238E27FC236}">
                <a16:creationId xmlns:a16="http://schemas.microsoft.com/office/drawing/2014/main" id="{14756BD6-ED0D-452B-886B-9D442BD0B2CC}"/>
              </a:ext>
            </a:extLst>
          </p:cNvPr>
          <p:cNvSpPr>
            <a:spLocks noGrp="1"/>
          </p:cNvSpPr>
          <p:nvPr>
            <p:ph sz="quarter" idx="24"/>
          </p:nvPr>
        </p:nvSpPr>
        <p:spPr>
          <a:xfrm>
            <a:off x="8280716" y="1007698"/>
            <a:ext cx="2930770" cy="2395910"/>
          </a:xfrm>
        </p:spPr>
        <p:txBody>
          <a:bodyPr/>
          <a:lstStyle>
            <a:lvl1pPr marL="0" indent="0">
              <a:lnSpc>
                <a:spcPct val="90000"/>
              </a:lnSpc>
              <a:spcBef>
                <a:spcPts val="600"/>
              </a:spcBef>
              <a:buFont typeface="Arial" panose="020B0604020202020204" pitchFamily="34" charset="0"/>
              <a:buChar char="​"/>
              <a:defRPr sz="1400">
                <a:solidFill>
                  <a:schemeClr val="tx1"/>
                </a:solidFill>
              </a:defRPr>
            </a:lvl1pPr>
            <a:lvl2pPr marL="137160" indent="-137160">
              <a:lnSpc>
                <a:spcPct val="90000"/>
              </a:lnSpc>
              <a:spcBef>
                <a:spcPts val="0"/>
              </a:spcBef>
              <a:buClr>
                <a:schemeClr val="tx1">
                  <a:lumMod val="50000"/>
                  <a:lumOff val="50000"/>
                </a:schemeClr>
              </a:buClr>
              <a:buFont typeface="Arial" panose="020B0604020202020204" pitchFamily="34" charset="0"/>
              <a:buChar char="•"/>
              <a:defRPr sz="1200">
                <a:solidFill>
                  <a:schemeClr val="tx1"/>
                </a:solidFill>
              </a:defRPr>
            </a:lvl2pPr>
            <a:lvl3pPr marL="365760" indent="-137160">
              <a:lnSpc>
                <a:spcPct val="90000"/>
              </a:lnSpc>
              <a:spcBef>
                <a:spcPts val="0"/>
              </a:spcBef>
              <a:buClr>
                <a:schemeClr val="tx1">
                  <a:lumMod val="50000"/>
                  <a:lumOff val="50000"/>
                </a:schemeClr>
              </a:buClr>
              <a:buFont typeface="Arial" panose="020B0604020202020204" pitchFamily="34" charset="0"/>
              <a:buChar char="–"/>
              <a:defRPr sz="1200">
                <a:solidFill>
                  <a:schemeClr val="tx1"/>
                </a:solidFill>
              </a:defRPr>
            </a:lvl3pPr>
            <a:lvl4pPr marL="365760" indent="-137160">
              <a:lnSpc>
                <a:spcPct val="90000"/>
              </a:lnSpc>
              <a:spcBef>
                <a:spcPts val="0"/>
              </a:spcBef>
              <a:buClr>
                <a:schemeClr val="tx1">
                  <a:lumMod val="50000"/>
                  <a:lumOff val="50000"/>
                </a:schemeClr>
              </a:buClr>
              <a:defRPr sz="1200">
                <a:solidFill>
                  <a:schemeClr val="tx1"/>
                </a:solidFill>
              </a:defRPr>
            </a:lvl4pPr>
            <a:lvl5pPr marL="365760" indent="-137160">
              <a:lnSpc>
                <a:spcPct val="90000"/>
              </a:lnSpc>
              <a:spcBef>
                <a:spcPts val="0"/>
              </a:spcBef>
              <a:buClr>
                <a:schemeClr val="tx1">
                  <a:lumMod val="50000"/>
                  <a:lumOff val="50000"/>
                </a:schemeClr>
              </a:buClr>
              <a:defRPr sz="1200">
                <a:solidFill>
                  <a:schemeClr val="tx1"/>
                </a:solidFill>
              </a:defRPr>
            </a:lvl5pPr>
            <a:lvl6pPr marL="365760" indent="-137160">
              <a:lnSpc>
                <a:spcPct val="90000"/>
              </a:lnSpc>
              <a:spcBef>
                <a:spcPts val="0"/>
              </a:spcBef>
              <a:buClr>
                <a:schemeClr val="tx1">
                  <a:lumMod val="50000"/>
                  <a:lumOff val="50000"/>
                </a:schemeClr>
              </a:buClr>
              <a:defRPr sz="1200">
                <a:solidFill>
                  <a:schemeClr val="tx1"/>
                </a:solidFill>
              </a:defRPr>
            </a:lvl6pPr>
            <a:lvl7pPr marL="365760" indent="-137160">
              <a:lnSpc>
                <a:spcPct val="90000"/>
              </a:lnSpc>
              <a:spcBef>
                <a:spcPts val="0"/>
              </a:spcBef>
              <a:buClr>
                <a:schemeClr val="tx1">
                  <a:lumMod val="50000"/>
                  <a:lumOff val="50000"/>
                </a:schemeClr>
              </a:buClr>
              <a:defRPr sz="1200">
                <a:solidFill>
                  <a:schemeClr val="tx1"/>
                </a:solidFill>
              </a:defRPr>
            </a:lvl7pPr>
            <a:lvl8pPr marL="365760" indent="-137160">
              <a:lnSpc>
                <a:spcPct val="90000"/>
              </a:lnSpc>
              <a:spcBef>
                <a:spcPts val="0"/>
              </a:spcBef>
              <a:buClr>
                <a:schemeClr val="tx1">
                  <a:lumMod val="50000"/>
                  <a:lumOff val="50000"/>
                </a:schemeClr>
              </a:buClr>
              <a:defRPr sz="1200">
                <a:solidFill>
                  <a:schemeClr val="tx1"/>
                </a:solidFill>
              </a:defRPr>
            </a:lvl8pPr>
            <a:lvl9pPr marL="365760" indent="-137160">
              <a:lnSpc>
                <a:spcPct val="90000"/>
              </a:lnSpc>
              <a:spcBef>
                <a:spcPts val="0"/>
              </a:spcBef>
              <a:buClr>
                <a:schemeClr val="tx1">
                  <a:lumMod val="50000"/>
                  <a:lumOff val="50000"/>
                </a:schemeClr>
              </a:buClr>
              <a:defRPr sz="12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Picture Placeholder 26">
            <a:extLst>
              <a:ext uri="{FF2B5EF4-FFF2-40B4-BE49-F238E27FC236}">
                <a16:creationId xmlns:a16="http://schemas.microsoft.com/office/drawing/2014/main" id="{98D22E5B-E150-4127-A093-370CFA47251A}"/>
              </a:ext>
            </a:extLst>
          </p:cNvPr>
          <p:cNvSpPr>
            <a:spLocks noGrp="1"/>
          </p:cNvSpPr>
          <p:nvPr>
            <p:ph type="pic" sz="quarter" idx="25"/>
          </p:nvPr>
        </p:nvSpPr>
        <p:spPr>
          <a:xfrm>
            <a:off x="4898231" y="904875"/>
            <a:ext cx="2368296" cy="5129784"/>
          </a:xfrm>
          <a:custGeom>
            <a:avLst/>
            <a:gdLst>
              <a:gd name="connsiteX0" fmla="*/ 240287 w 2368296"/>
              <a:gd name="connsiteY0" fmla="*/ 0 h 5129784"/>
              <a:gd name="connsiteX1" fmla="*/ 514652 w 2368296"/>
              <a:gd name="connsiteY1" fmla="*/ 0 h 5129784"/>
              <a:gd name="connsiteX2" fmla="*/ 523535 w 2368296"/>
              <a:gd name="connsiteY2" fmla="*/ 72974 h 5129784"/>
              <a:gd name="connsiteX3" fmla="*/ 712182 w 2368296"/>
              <a:gd name="connsiteY3" fmla="*/ 190500 h 5129784"/>
              <a:gd name="connsiteX4" fmla="*/ 1177622 w 2368296"/>
              <a:gd name="connsiteY4" fmla="*/ 190500 h 5129784"/>
              <a:gd name="connsiteX5" fmla="*/ 1187816 w 2368296"/>
              <a:gd name="connsiteY5" fmla="*/ 190500 h 5129784"/>
              <a:gd name="connsiteX6" fmla="*/ 1653256 w 2368296"/>
              <a:gd name="connsiteY6" fmla="*/ 190500 h 5129784"/>
              <a:gd name="connsiteX7" fmla="*/ 1841904 w 2368296"/>
              <a:gd name="connsiteY7" fmla="*/ 72974 h 5129784"/>
              <a:gd name="connsiteX8" fmla="*/ 1850787 w 2368296"/>
              <a:gd name="connsiteY8" fmla="*/ 0 h 5129784"/>
              <a:gd name="connsiteX9" fmla="*/ 2128009 w 2368296"/>
              <a:gd name="connsiteY9" fmla="*/ 0 h 5129784"/>
              <a:gd name="connsiteX10" fmla="*/ 2368296 w 2368296"/>
              <a:gd name="connsiteY10" fmla="*/ 240287 h 5129784"/>
              <a:gd name="connsiteX11" fmla="*/ 2368296 w 2368296"/>
              <a:gd name="connsiteY11" fmla="*/ 4889497 h 5129784"/>
              <a:gd name="connsiteX12" fmla="*/ 2128009 w 2368296"/>
              <a:gd name="connsiteY12" fmla="*/ 5129784 h 5129784"/>
              <a:gd name="connsiteX13" fmla="*/ 240287 w 2368296"/>
              <a:gd name="connsiteY13" fmla="*/ 5129784 h 5129784"/>
              <a:gd name="connsiteX14" fmla="*/ 0 w 2368296"/>
              <a:gd name="connsiteY14" fmla="*/ 4889497 h 5129784"/>
              <a:gd name="connsiteX15" fmla="*/ 0 w 2368296"/>
              <a:gd name="connsiteY15" fmla="*/ 240287 h 5129784"/>
              <a:gd name="connsiteX16" fmla="*/ 240287 w 2368296"/>
              <a:gd name="connsiteY16" fmla="*/ 0 h 5129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68296" h="5129784">
                <a:moveTo>
                  <a:pt x="240287" y="0"/>
                </a:moveTo>
                <a:lnTo>
                  <a:pt x="514652" y="0"/>
                </a:lnTo>
                <a:lnTo>
                  <a:pt x="523535" y="72974"/>
                </a:lnTo>
                <a:cubicBezTo>
                  <a:pt x="542963" y="142794"/>
                  <a:pt x="596305" y="192286"/>
                  <a:pt x="712182" y="190500"/>
                </a:cubicBezTo>
                <a:lnTo>
                  <a:pt x="1177622" y="190500"/>
                </a:lnTo>
                <a:lnTo>
                  <a:pt x="1187816" y="190500"/>
                </a:lnTo>
                <a:lnTo>
                  <a:pt x="1653256" y="190500"/>
                </a:lnTo>
                <a:cubicBezTo>
                  <a:pt x="1769134" y="192286"/>
                  <a:pt x="1822475" y="142794"/>
                  <a:pt x="1841904" y="72974"/>
                </a:cubicBezTo>
                <a:lnTo>
                  <a:pt x="1850787" y="0"/>
                </a:lnTo>
                <a:lnTo>
                  <a:pt x="2128009" y="0"/>
                </a:lnTo>
                <a:cubicBezTo>
                  <a:pt x="2260716" y="0"/>
                  <a:pt x="2368296" y="107580"/>
                  <a:pt x="2368296" y="240287"/>
                </a:cubicBezTo>
                <a:lnTo>
                  <a:pt x="2368296" y="4889497"/>
                </a:lnTo>
                <a:cubicBezTo>
                  <a:pt x="2368296" y="5022204"/>
                  <a:pt x="2260716" y="5129784"/>
                  <a:pt x="2128009" y="5129784"/>
                </a:cubicBezTo>
                <a:lnTo>
                  <a:pt x="240287" y="5129784"/>
                </a:lnTo>
                <a:cubicBezTo>
                  <a:pt x="107580" y="5129784"/>
                  <a:pt x="0" y="5022204"/>
                  <a:pt x="0" y="4889497"/>
                </a:cubicBezTo>
                <a:lnTo>
                  <a:pt x="0" y="240287"/>
                </a:lnTo>
                <a:cubicBezTo>
                  <a:pt x="0" y="107580"/>
                  <a:pt x="107580" y="0"/>
                  <a:pt x="240287" y="0"/>
                </a:cubicBezTo>
                <a:close/>
              </a:path>
            </a:pathLst>
          </a:custGeom>
          <a:solidFill>
            <a:srgbClr val="D9D9D9"/>
          </a:solidFill>
        </p:spPr>
        <p:txBody>
          <a:bodyPr wrap="square" bIns="1188720" anchor="ctr" anchorCtr="0">
            <a:noAutofit/>
          </a:bodyPr>
          <a:lstStyle>
            <a:lvl1pPr marL="0" indent="0" algn="ctr">
              <a:spcBef>
                <a:spcPts val="0"/>
              </a:spcBef>
              <a:buNone/>
              <a:defRPr sz="1400"/>
            </a:lvl1pPr>
          </a:lstStyle>
          <a:p>
            <a:r>
              <a:rPr lang="en-US" dirty="0"/>
              <a:t>Click icon to add picture</a:t>
            </a:r>
            <a:endParaRPr dirty="0"/>
          </a:p>
        </p:txBody>
      </p:sp>
      <p:sp>
        <p:nvSpPr>
          <p:cNvPr id="3" name="Date Placeholder 2">
            <a:extLst>
              <a:ext uri="{FF2B5EF4-FFF2-40B4-BE49-F238E27FC236}">
                <a16:creationId xmlns:a16="http://schemas.microsoft.com/office/drawing/2014/main" id="{A14AE608-E54C-442E-8A84-EA7043D78923}"/>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A952E4A9-A5B3-48D4-BA30-E3D80D2A5323}"/>
              </a:ext>
            </a:extLst>
          </p:cNvPr>
          <p:cNvSpPr>
            <a:spLocks noGrp="1"/>
          </p:cNvSpPr>
          <p:nvPr>
            <p:ph type="ftr" sz="quarter" idx="11"/>
          </p:nvPr>
        </p:nvSpPr>
        <p:spPr/>
        <p:txBody>
          <a:bodyPr/>
          <a:lstStyle/>
          <a:p>
            <a:r>
              <a:rPr dirty="0">
                <a:solidFill>
                  <a:schemeClr val="tx1">
                    <a:lumMod val="50000"/>
                    <a:lumOff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C148B4C0-4733-406E-8101-AFF9A4E0E36E}"/>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1538344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3 Box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B3AD253-1348-4E85-822E-05EC8841C877}"/>
              </a:ext>
            </a:extLst>
          </p:cNvPr>
          <p:cNvSpPr/>
          <p:nvPr/>
        </p:nvSpPr>
        <p:spPr>
          <a:xfrm>
            <a:off x="0" y="0"/>
            <a:ext cx="4682785" cy="6858000"/>
          </a:xfrm>
          <a:prstGeom prst="rect">
            <a:avLst/>
          </a:prstGeom>
          <a:gradFill>
            <a:gsLst>
              <a:gs pos="92000">
                <a:srgbClr val="05A2C6"/>
              </a:gs>
              <a:gs pos="28000">
                <a:srgbClr val="00A88C"/>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8" name="object 4">
            <a:extLst>
              <a:ext uri="{FF2B5EF4-FFF2-40B4-BE49-F238E27FC236}">
                <a16:creationId xmlns:a16="http://schemas.microsoft.com/office/drawing/2014/main" id="{FB98A8C0-3835-4815-8D22-297A1CB7F1FE}"/>
              </a:ext>
            </a:extLst>
          </p:cNvPr>
          <p:cNvSpPr/>
          <p:nvPr/>
        </p:nvSpPr>
        <p:spPr>
          <a:xfrm>
            <a:off x="-1" y="12301"/>
            <a:ext cx="1118870" cy="2195195"/>
          </a:xfrm>
          <a:custGeom>
            <a:avLst/>
            <a:gdLst/>
            <a:ahLst/>
            <a:cxnLst/>
            <a:rect l="l" t="t" r="r" b="b"/>
            <a:pathLst>
              <a:path w="1118870" h="2195195">
                <a:moveTo>
                  <a:pt x="1118450" y="0"/>
                </a:moveTo>
                <a:lnTo>
                  <a:pt x="0" y="0"/>
                </a:lnTo>
                <a:lnTo>
                  <a:pt x="0" y="2195080"/>
                </a:lnTo>
                <a:lnTo>
                  <a:pt x="1118450" y="0"/>
                </a:lnTo>
                <a:close/>
              </a:path>
            </a:pathLst>
          </a:custGeom>
          <a:solidFill>
            <a:srgbClr val="FFFFFF">
              <a:alpha val="14999"/>
            </a:srgbClr>
          </a:solidFill>
        </p:spPr>
        <p:txBody>
          <a:bodyPr wrap="square" lIns="0" tIns="0" rIns="0" bIns="0" rtlCol="0"/>
          <a:lstStyle/>
          <a:p>
            <a:endParaRPr dirty="0"/>
          </a:p>
        </p:txBody>
      </p:sp>
      <p:sp>
        <p:nvSpPr>
          <p:cNvPr id="7" name="Text Placeholder 6">
            <a:extLst>
              <a:ext uri="{FF2B5EF4-FFF2-40B4-BE49-F238E27FC236}">
                <a16:creationId xmlns:a16="http://schemas.microsoft.com/office/drawing/2014/main" id="{EB625CAE-C9F2-4A7E-B1EC-9871B7D4B8CA}"/>
              </a:ext>
            </a:extLst>
          </p:cNvPr>
          <p:cNvSpPr>
            <a:spLocks noGrp="1"/>
          </p:cNvSpPr>
          <p:nvPr>
            <p:ph type="body" sz="quarter" idx="10" hasCustomPrompt="1"/>
          </p:nvPr>
        </p:nvSpPr>
        <p:spPr>
          <a:xfrm>
            <a:off x="914400" y="2060812"/>
            <a:ext cx="2590800" cy="848649"/>
          </a:xfrm>
        </p:spPr>
        <p:txBody>
          <a:bodyPr anchor="b"/>
          <a:lstStyle>
            <a:lvl1pPr marL="0" indent="0">
              <a:lnSpc>
                <a:spcPct val="100000"/>
              </a:lnSpc>
              <a:spcBef>
                <a:spcPts val="0"/>
              </a:spcBef>
              <a:buNone/>
              <a:defRPr sz="1600" b="1" cap="all" spc="100" baseline="0">
                <a:solidFill>
                  <a:schemeClr val="bg1"/>
                </a:solidFill>
              </a:defRPr>
            </a:lvl1pPr>
            <a:lvl2pPr marL="0" indent="0">
              <a:lnSpc>
                <a:spcPct val="100000"/>
              </a:lnSpc>
              <a:spcBef>
                <a:spcPts val="0"/>
              </a:spcBef>
              <a:buNone/>
              <a:defRPr sz="1600" b="1" cap="all" spc="100" baseline="0">
                <a:solidFill>
                  <a:schemeClr val="accent1"/>
                </a:solidFill>
              </a:defRPr>
            </a:lvl2pPr>
            <a:lvl3pPr marL="0" indent="0">
              <a:lnSpc>
                <a:spcPct val="100000"/>
              </a:lnSpc>
              <a:spcBef>
                <a:spcPts val="0"/>
              </a:spcBef>
              <a:buNone/>
              <a:defRPr sz="1600" b="1" cap="all" spc="100" baseline="0">
                <a:solidFill>
                  <a:schemeClr val="accent1"/>
                </a:solidFill>
              </a:defRPr>
            </a:lvl3pPr>
            <a:lvl4pPr marL="0" indent="0">
              <a:lnSpc>
                <a:spcPct val="100000"/>
              </a:lnSpc>
              <a:spcBef>
                <a:spcPts val="0"/>
              </a:spcBef>
              <a:buNone/>
              <a:defRPr sz="1600" b="1" cap="all" spc="100" baseline="0">
                <a:solidFill>
                  <a:schemeClr val="accent1"/>
                </a:solidFill>
              </a:defRPr>
            </a:lvl4pPr>
            <a:lvl5pPr marL="0" indent="0">
              <a:lnSpc>
                <a:spcPct val="100000"/>
              </a:lnSpc>
              <a:spcBef>
                <a:spcPts val="0"/>
              </a:spcBef>
              <a:buNone/>
              <a:defRPr sz="1600" b="1" cap="all" spc="100" baseline="0">
                <a:solidFill>
                  <a:schemeClr val="accent1"/>
                </a:solidFill>
              </a:defRPr>
            </a:lvl5pPr>
            <a:lvl6pPr marL="0" indent="0">
              <a:lnSpc>
                <a:spcPct val="100000"/>
              </a:lnSpc>
              <a:spcBef>
                <a:spcPts val="0"/>
              </a:spcBef>
              <a:buNone/>
              <a:defRPr sz="1600" b="1" cap="all" spc="100" baseline="0">
                <a:solidFill>
                  <a:schemeClr val="accent1"/>
                </a:solidFill>
              </a:defRPr>
            </a:lvl6pPr>
            <a:lvl7pPr marL="0" indent="0">
              <a:lnSpc>
                <a:spcPct val="100000"/>
              </a:lnSpc>
              <a:spcBef>
                <a:spcPts val="0"/>
              </a:spcBef>
              <a:buNone/>
              <a:defRPr sz="1600" b="1" cap="all" spc="100" baseline="0">
                <a:solidFill>
                  <a:schemeClr val="accent1"/>
                </a:solidFill>
              </a:defRPr>
            </a:lvl7pPr>
            <a:lvl8pPr marL="0" indent="0">
              <a:lnSpc>
                <a:spcPct val="100000"/>
              </a:lnSpc>
              <a:spcBef>
                <a:spcPts val="0"/>
              </a:spcBef>
              <a:buNone/>
              <a:defRPr sz="1600" b="1" cap="all" spc="100" baseline="0">
                <a:solidFill>
                  <a:schemeClr val="accent1"/>
                </a:solidFill>
              </a:defRPr>
            </a:lvl8pPr>
            <a:lvl9pPr marL="0" indent="0">
              <a:lnSpc>
                <a:spcPct val="100000"/>
              </a:lnSpc>
              <a:spcBef>
                <a:spcPts val="0"/>
              </a:spcBef>
              <a:buNone/>
              <a:defRPr sz="1600" b="1" cap="all" spc="100" baseline="0">
                <a:solidFill>
                  <a:schemeClr val="accent1"/>
                </a:solidFill>
              </a:defRPr>
            </a:lvl9pPr>
          </a:lstStyle>
          <a:p>
            <a:pPr lvl="0"/>
            <a:r>
              <a:t>superheader</a:t>
            </a:r>
          </a:p>
        </p:txBody>
      </p:sp>
      <p:sp>
        <p:nvSpPr>
          <p:cNvPr id="10" name="Text Placeholder 6">
            <a:extLst>
              <a:ext uri="{FF2B5EF4-FFF2-40B4-BE49-F238E27FC236}">
                <a16:creationId xmlns:a16="http://schemas.microsoft.com/office/drawing/2014/main" id="{D54810D3-294B-4D80-B73C-B4B1BEF2F356}"/>
              </a:ext>
            </a:extLst>
          </p:cNvPr>
          <p:cNvSpPr>
            <a:spLocks noGrp="1"/>
          </p:cNvSpPr>
          <p:nvPr>
            <p:ph type="body" sz="quarter" idx="13"/>
          </p:nvPr>
        </p:nvSpPr>
        <p:spPr>
          <a:xfrm>
            <a:off x="914400" y="2990774"/>
            <a:ext cx="2590800" cy="2254326"/>
          </a:xfrm>
        </p:spPr>
        <p:txBody>
          <a:bodyPr/>
          <a:lstStyle>
            <a:lvl1pPr marL="0" indent="0">
              <a:lnSpc>
                <a:spcPct val="100000"/>
              </a:lnSpc>
              <a:spcBef>
                <a:spcPts val="0"/>
              </a:spcBef>
              <a:buNone/>
              <a:defRPr sz="2800" b="0" cap="none" spc="0" baseline="0">
                <a:solidFill>
                  <a:schemeClr val="bg1"/>
                </a:solidFill>
              </a:defRPr>
            </a:lvl1pPr>
            <a:lvl2pPr marL="0" indent="0">
              <a:lnSpc>
                <a:spcPct val="100000"/>
              </a:lnSpc>
              <a:spcBef>
                <a:spcPts val="0"/>
              </a:spcBef>
              <a:buNone/>
              <a:defRPr sz="2800" b="0" cap="none" spc="0" baseline="0">
                <a:solidFill>
                  <a:schemeClr val="bg1"/>
                </a:solidFill>
              </a:defRPr>
            </a:lvl2pPr>
            <a:lvl3pPr marL="0" indent="0">
              <a:lnSpc>
                <a:spcPct val="100000"/>
              </a:lnSpc>
              <a:spcBef>
                <a:spcPts val="0"/>
              </a:spcBef>
              <a:buNone/>
              <a:defRPr sz="2800" b="0" cap="none" spc="0" baseline="0">
                <a:solidFill>
                  <a:schemeClr val="bg1"/>
                </a:solidFill>
              </a:defRPr>
            </a:lvl3pPr>
            <a:lvl4pPr marL="0" indent="0">
              <a:lnSpc>
                <a:spcPct val="100000"/>
              </a:lnSpc>
              <a:spcBef>
                <a:spcPts val="0"/>
              </a:spcBef>
              <a:buNone/>
              <a:defRPr sz="2800" b="0" cap="none" spc="0" baseline="0">
                <a:solidFill>
                  <a:schemeClr val="bg1"/>
                </a:solidFill>
              </a:defRPr>
            </a:lvl4pPr>
            <a:lvl5pPr marL="0" indent="0">
              <a:lnSpc>
                <a:spcPct val="100000"/>
              </a:lnSpc>
              <a:spcBef>
                <a:spcPts val="0"/>
              </a:spcBef>
              <a:buNone/>
              <a:defRPr sz="2800" b="0" cap="none" spc="0" baseline="0">
                <a:solidFill>
                  <a:schemeClr val="bg1"/>
                </a:solidFill>
              </a:defRPr>
            </a:lvl5pPr>
            <a:lvl6pPr marL="0" indent="0">
              <a:lnSpc>
                <a:spcPct val="100000"/>
              </a:lnSpc>
              <a:spcBef>
                <a:spcPts val="0"/>
              </a:spcBef>
              <a:buNone/>
              <a:defRPr sz="2800" b="0" cap="none" spc="0" baseline="0">
                <a:solidFill>
                  <a:schemeClr val="bg1"/>
                </a:solidFill>
              </a:defRPr>
            </a:lvl6pPr>
            <a:lvl7pPr marL="0" indent="0">
              <a:lnSpc>
                <a:spcPct val="100000"/>
              </a:lnSpc>
              <a:spcBef>
                <a:spcPts val="0"/>
              </a:spcBef>
              <a:buNone/>
              <a:defRPr sz="2800" b="0" cap="none" spc="0" baseline="0">
                <a:solidFill>
                  <a:schemeClr val="bg1"/>
                </a:solidFill>
              </a:defRPr>
            </a:lvl7pPr>
            <a:lvl8pPr marL="0" indent="0">
              <a:lnSpc>
                <a:spcPct val="100000"/>
              </a:lnSpc>
              <a:spcBef>
                <a:spcPts val="0"/>
              </a:spcBef>
              <a:buNone/>
              <a:defRPr sz="2800" b="0" cap="none" spc="0" baseline="0">
                <a:solidFill>
                  <a:schemeClr val="bg1"/>
                </a:solidFill>
              </a:defRPr>
            </a:lvl8pPr>
            <a:lvl9pPr marL="0" indent="0">
              <a:lnSpc>
                <a:spcPct val="100000"/>
              </a:lnSpc>
              <a:spcBef>
                <a:spcPts val="0"/>
              </a:spcBef>
              <a:buNone/>
              <a:defRPr sz="2800" b="0" cap="none" spc="0" baseline="0">
                <a:solidFill>
                  <a:schemeClr val="bg1"/>
                </a:solidFill>
              </a:defRPr>
            </a:lvl9pPr>
          </a:lstStyle>
          <a:p>
            <a:pPr lvl="0"/>
            <a:r>
              <a:rPr lang="en-US"/>
              <a:t>Click to edit Master text styles</a:t>
            </a:r>
          </a:p>
          <a:p>
            <a:pPr lvl="1"/>
            <a:r>
              <a:rPr lang="en-US"/>
              <a:t>Second level</a:t>
            </a:r>
          </a:p>
        </p:txBody>
      </p:sp>
      <p:sp>
        <p:nvSpPr>
          <p:cNvPr id="18" name="Text Placeholder 2">
            <a:extLst>
              <a:ext uri="{FF2B5EF4-FFF2-40B4-BE49-F238E27FC236}">
                <a16:creationId xmlns:a16="http://schemas.microsoft.com/office/drawing/2014/main" id="{DF1575D2-B0DB-40D5-B171-C645C4E84B41}"/>
              </a:ext>
            </a:extLst>
          </p:cNvPr>
          <p:cNvSpPr>
            <a:spLocks noGrp="1"/>
          </p:cNvSpPr>
          <p:nvPr>
            <p:ph type="body" sz="quarter" idx="36" hasCustomPrompt="1"/>
          </p:nvPr>
        </p:nvSpPr>
        <p:spPr>
          <a:xfrm>
            <a:off x="4059865" y="1298544"/>
            <a:ext cx="2514600" cy="5098626"/>
          </a:xfrm>
          <a:solidFill>
            <a:schemeClr val="tx2"/>
          </a:solidFill>
        </p:spPr>
        <p:txBody>
          <a:bodyPr lIns="274320" tIns="182880" rIns="91440" bIns="182880"/>
          <a:lstStyle>
            <a:lvl1pPr marL="0" indent="0">
              <a:lnSpc>
                <a:spcPct val="100000"/>
              </a:lnSpc>
              <a:spcBef>
                <a:spcPts val="0"/>
              </a:spcBef>
              <a:buNone/>
              <a:defRPr sz="2000" b="1">
                <a:solidFill>
                  <a:schemeClr val="bg1"/>
                </a:solidFill>
              </a:defRPr>
            </a:lvl1pPr>
            <a:lvl2pPr marL="0" indent="0">
              <a:lnSpc>
                <a:spcPct val="100000"/>
              </a:lnSpc>
              <a:spcBef>
                <a:spcPts val="0"/>
              </a:spcBef>
              <a:buNone/>
              <a:defRPr sz="2000" b="1">
                <a:solidFill>
                  <a:schemeClr val="bg1"/>
                </a:solidFill>
              </a:defRPr>
            </a:lvl2pPr>
            <a:lvl3pPr marL="0" indent="0">
              <a:lnSpc>
                <a:spcPct val="100000"/>
              </a:lnSpc>
              <a:spcBef>
                <a:spcPts val="0"/>
              </a:spcBef>
              <a:buNone/>
              <a:defRPr sz="2000" b="1">
                <a:solidFill>
                  <a:schemeClr val="bg1"/>
                </a:solidFill>
              </a:defRPr>
            </a:lvl3pPr>
            <a:lvl4pPr marL="0" indent="0">
              <a:lnSpc>
                <a:spcPct val="100000"/>
              </a:lnSpc>
              <a:spcBef>
                <a:spcPts val="0"/>
              </a:spcBef>
              <a:buNone/>
              <a:defRPr sz="2000" b="1">
                <a:solidFill>
                  <a:schemeClr val="bg1"/>
                </a:solidFill>
              </a:defRPr>
            </a:lvl4pPr>
            <a:lvl5pPr marL="0" indent="0">
              <a:lnSpc>
                <a:spcPct val="100000"/>
              </a:lnSpc>
              <a:spcBef>
                <a:spcPts val="0"/>
              </a:spcBef>
              <a:buNone/>
              <a:defRPr sz="2000" b="1">
                <a:solidFill>
                  <a:schemeClr val="bg1"/>
                </a:solidFill>
              </a:defRPr>
            </a:lvl5pPr>
            <a:lvl6pPr marL="0" indent="0">
              <a:lnSpc>
                <a:spcPct val="100000"/>
              </a:lnSpc>
              <a:spcBef>
                <a:spcPts val="0"/>
              </a:spcBef>
              <a:buNone/>
              <a:defRPr sz="2000" b="1">
                <a:solidFill>
                  <a:schemeClr val="bg1"/>
                </a:solidFill>
              </a:defRPr>
            </a:lvl6pPr>
            <a:lvl7pPr marL="0" indent="0">
              <a:lnSpc>
                <a:spcPct val="100000"/>
              </a:lnSpc>
              <a:spcBef>
                <a:spcPts val="0"/>
              </a:spcBef>
              <a:buNone/>
              <a:defRPr sz="2000" b="1">
                <a:solidFill>
                  <a:schemeClr val="bg1"/>
                </a:solidFill>
              </a:defRPr>
            </a:lvl7pPr>
            <a:lvl8pPr marL="0" indent="0">
              <a:lnSpc>
                <a:spcPct val="100000"/>
              </a:lnSpc>
              <a:spcBef>
                <a:spcPts val="0"/>
              </a:spcBef>
              <a:buNone/>
              <a:defRPr sz="2000" b="1">
                <a:solidFill>
                  <a:schemeClr val="bg1"/>
                </a:solidFill>
              </a:defRPr>
            </a:lvl8pPr>
            <a:lvl9pPr marL="0" indent="0">
              <a:lnSpc>
                <a:spcPct val="100000"/>
              </a:lnSpc>
              <a:spcBef>
                <a:spcPts val="0"/>
              </a:spcBef>
              <a:buNone/>
              <a:defRPr sz="2000" b="1">
                <a:solidFill>
                  <a:schemeClr val="bg1"/>
                </a:solidFill>
              </a:defRPr>
            </a:lvl9pPr>
          </a:lstStyle>
          <a:p>
            <a:pPr lvl="0"/>
            <a:r>
              <a:t>Heading</a:t>
            </a:r>
          </a:p>
        </p:txBody>
      </p:sp>
      <p:sp>
        <p:nvSpPr>
          <p:cNvPr id="25" name="Text Placeholder 25">
            <a:extLst>
              <a:ext uri="{FF2B5EF4-FFF2-40B4-BE49-F238E27FC236}">
                <a16:creationId xmlns:a16="http://schemas.microsoft.com/office/drawing/2014/main" id="{F083876D-F2FE-4B96-BC0B-69F8B11AD949}"/>
              </a:ext>
            </a:extLst>
          </p:cNvPr>
          <p:cNvSpPr>
            <a:spLocks noGrp="1"/>
          </p:cNvSpPr>
          <p:nvPr>
            <p:ph type="body" sz="quarter" idx="33"/>
          </p:nvPr>
        </p:nvSpPr>
        <p:spPr>
          <a:xfrm>
            <a:off x="4337049" y="1893443"/>
            <a:ext cx="2029968" cy="4278756"/>
          </a:xfrm>
        </p:spPr>
        <p:txBody>
          <a:bodyPr/>
          <a:lstStyle>
            <a:lvl1pPr marL="0" indent="0">
              <a:spcBef>
                <a:spcPts val="1200"/>
              </a:spcBef>
              <a:buFont typeface="Arial" panose="020B0604020202020204" pitchFamily="34" charset="0"/>
              <a:buChar char="​"/>
              <a:defRPr sz="1400">
                <a:solidFill>
                  <a:schemeClr val="bg1"/>
                </a:solidFill>
              </a:defRPr>
            </a:lvl1pPr>
            <a:lvl2pPr marL="0" indent="0">
              <a:spcBef>
                <a:spcPts val="1200"/>
              </a:spcBef>
              <a:buClr>
                <a:srgbClr val="FFFFFF"/>
              </a:buClr>
              <a:buFont typeface="Arial" panose="020B0604020202020204" pitchFamily="34" charset="0"/>
              <a:buChar char="​"/>
              <a:defRPr sz="1400">
                <a:solidFill>
                  <a:schemeClr val="bg1"/>
                </a:solidFill>
              </a:defRPr>
            </a:lvl2pPr>
            <a:lvl3pPr marL="0" indent="0">
              <a:spcBef>
                <a:spcPts val="1200"/>
              </a:spcBef>
              <a:buClr>
                <a:srgbClr val="FFFFFF"/>
              </a:buClr>
              <a:buFont typeface="Arial" panose="020B0604020202020204" pitchFamily="34" charset="0"/>
              <a:buChar char="​"/>
              <a:defRPr sz="1400">
                <a:solidFill>
                  <a:schemeClr val="bg1"/>
                </a:solidFill>
              </a:defRPr>
            </a:lvl3pPr>
            <a:lvl4pPr marL="0" indent="0">
              <a:spcBef>
                <a:spcPts val="1200"/>
              </a:spcBef>
              <a:buClr>
                <a:srgbClr val="FFFFFF"/>
              </a:buClr>
              <a:buFont typeface="Arial" panose="020B0604020202020204" pitchFamily="34" charset="0"/>
              <a:buChar char="​"/>
              <a:defRPr sz="1400">
                <a:solidFill>
                  <a:schemeClr val="bg1"/>
                </a:solidFill>
              </a:defRPr>
            </a:lvl4pPr>
            <a:lvl5pPr marL="0" indent="0">
              <a:spcBef>
                <a:spcPts val="1200"/>
              </a:spcBef>
              <a:buClr>
                <a:srgbClr val="FFFFFF"/>
              </a:buClr>
              <a:buFont typeface="Arial" panose="020B0604020202020204" pitchFamily="34" charset="0"/>
              <a:buChar char="​"/>
              <a:defRPr sz="1400">
                <a:solidFill>
                  <a:schemeClr val="bg1"/>
                </a:solidFill>
              </a:defRPr>
            </a:lvl5pPr>
            <a:lvl6pPr marL="0" indent="0">
              <a:spcBef>
                <a:spcPts val="1200"/>
              </a:spcBef>
              <a:buClr>
                <a:srgbClr val="FFFFFF"/>
              </a:buClr>
              <a:buFont typeface="Arial" panose="020B0604020202020204" pitchFamily="34" charset="0"/>
              <a:buChar char="​"/>
              <a:defRPr sz="1400">
                <a:solidFill>
                  <a:schemeClr val="bg1"/>
                </a:solidFill>
              </a:defRPr>
            </a:lvl6pPr>
            <a:lvl7pPr marL="0" indent="0">
              <a:spcBef>
                <a:spcPts val="1200"/>
              </a:spcBef>
              <a:buClr>
                <a:srgbClr val="FFFFFF"/>
              </a:buClr>
              <a:buFont typeface="Arial" panose="020B0604020202020204" pitchFamily="34" charset="0"/>
              <a:buChar char="​"/>
              <a:defRPr sz="1400">
                <a:solidFill>
                  <a:schemeClr val="bg1"/>
                </a:solidFill>
              </a:defRPr>
            </a:lvl7pPr>
            <a:lvl8pPr marL="0" indent="0">
              <a:spcBef>
                <a:spcPts val="1200"/>
              </a:spcBef>
              <a:buClr>
                <a:srgbClr val="FFFFFF"/>
              </a:buClr>
              <a:buFont typeface="Arial" panose="020B0604020202020204" pitchFamily="34" charset="0"/>
              <a:buChar char="​"/>
              <a:defRPr sz="1400">
                <a:solidFill>
                  <a:schemeClr val="bg1"/>
                </a:solidFill>
              </a:defRPr>
            </a:lvl8pPr>
            <a:lvl9pPr marL="0" indent="0">
              <a:spcBef>
                <a:spcPts val="1200"/>
              </a:spcBef>
              <a:buClr>
                <a:srgbClr val="FFFFFF"/>
              </a:buClr>
              <a:buFont typeface="Arial" panose="020B0604020202020204" pitchFamily="34" charset="0"/>
              <a:buChar char="​"/>
              <a:defRPr sz="1400">
                <a:solidFill>
                  <a:schemeClr val="bg1"/>
                </a:solidFill>
              </a:defRPr>
            </a:lvl9pPr>
          </a:lstStyle>
          <a:p>
            <a:pPr lvl="0"/>
            <a:r>
              <a:rPr lang="en-US"/>
              <a:t>Click to edit Master text styles</a:t>
            </a:r>
          </a:p>
          <a:p>
            <a:pPr lvl="1"/>
            <a:r>
              <a:rPr lang="en-US"/>
              <a:t>Second level</a:t>
            </a:r>
          </a:p>
          <a:p>
            <a:pPr lvl="2"/>
            <a:r>
              <a:rPr lang="en-US"/>
              <a:t>Third level</a:t>
            </a:r>
          </a:p>
        </p:txBody>
      </p:sp>
      <p:sp>
        <p:nvSpPr>
          <p:cNvPr id="19" name="Text Placeholder 2">
            <a:extLst>
              <a:ext uri="{FF2B5EF4-FFF2-40B4-BE49-F238E27FC236}">
                <a16:creationId xmlns:a16="http://schemas.microsoft.com/office/drawing/2014/main" id="{A8B7B8D1-BD98-4464-8C05-F0F64F57F01A}"/>
              </a:ext>
            </a:extLst>
          </p:cNvPr>
          <p:cNvSpPr>
            <a:spLocks noGrp="1"/>
          </p:cNvSpPr>
          <p:nvPr>
            <p:ph type="body" sz="quarter" idx="37" hasCustomPrompt="1"/>
          </p:nvPr>
        </p:nvSpPr>
        <p:spPr>
          <a:xfrm>
            <a:off x="6637965" y="1298544"/>
            <a:ext cx="2514600" cy="5098626"/>
          </a:xfrm>
          <a:solidFill>
            <a:schemeClr val="accent2"/>
          </a:solidFill>
        </p:spPr>
        <p:txBody>
          <a:bodyPr lIns="274320" tIns="182880" rIns="91440" bIns="182880"/>
          <a:lstStyle>
            <a:lvl1pPr marL="0" indent="0">
              <a:lnSpc>
                <a:spcPct val="100000"/>
              </a:lnSpc>
              <a:spcBef>
                <a:spcPts val="0"/>
              </a:spcBef>
              <a:buNone/>
              <a:defRPr sz="2000" b="1">
                <a:solidFill>
                  <a:schemeClr val="bg1"/>
                </a:solidFill>
              </a:defRPr>
            </a:lvl1pPr>
            <a:lvl2pPr marL="0" indent="0">
              <a:lnSpc>
                <a:spcPct val="100000"/>
              </a:lnSpc>
              <a:spcBef>
                <a:spcPts val="0"/>
              </a:spcBef>
              <a:buNone/>
              <a:defRPr sz="2000" b="1">
                <a:solidFill>
                  <a:schemeClr val="bg1"/>
                </a:solidFill>
              </a:defRPr>
            </a:lvl2pPr>
            <a:lvl3pPr marL="0" indent="0">
              <a:lnSpc>
                <a:spcPct val="100000"/>
              </a:lnSpc>
              <a:spcBef>
                <a:spcPts val="0"/>
              </a:spcBef>
              <a:buNone/>
              <a:defRPr sz="2000" b="1">
                <a:solidFill>
                  <a:schemeClr val="bg1"/>
                </a:solidFill>
              </a:defRPr>
            </a:lvl3pPr>
            <a:lvl4pPr marL="0" indent="0">
              <a:lnSpc>
                <a:spcPct val="100000"/>
              </a:lnSpc>
              <a:spcBef>
                <a:spcPts val="0"/>
              </a:spcBef>
              <a:buNone/>
              <a:defRPr sz="2000" b="1">
                <a:solidFill>
                  <a:schemeClr val="bg1"/>
                </a:solidFill>
              </a:defRPr>
            </a:lvl4pPr>
            <a:lvl5pPr marL="0" indent="0">
              <a:lnSpc>
                <a:spcPct val="100000"/>
              </a:lnSpc>
              <a:spcBef>
                <a:spcPts val="0"/>
              </a:spcBef>
              <a:buNone/>
              <a:defRPr sz="2000" b="1">
                <a:solidFill>
                  <a:schemeClr val="bg1"/>
                </a:solidFill>
              </a:defRPr>
            </a:lvl5pPr>
            <a:lvl6pPr marL="0" indent="0">
              <a:lnSpc>
                <a:spcPct val="100000"/>
              </a:lnSpc>
              <a:spcBef>
                <a:spcPts val="0"/>
              </a:spcBef>
              <a:buNone/>
              <a:defRPr sz="2000" b="1">
                <a:solidFill>
                  <a:schemeClr val="bg1"/>
                </a:solidFill>
              </a:defRPr>
            </a:lvl6pPr>
            <a:lvl7pPr marL="0" indent="0">
              <a:lnSpc>
                <a:spcPct val="100000"/>
              </a:lnSpc>
              <a:spcBef>
                <a:spcPts val="0"/>
              </a:spcBef>
              <a:buNone/>
              <a:defRPr sz="2000" b="1">
                <a:solidFill>
                  <a:schemeClr val="bg1"/>
                </a:solidFill>
              </a:defRPr>
            </a:lvl7pPr>
            <a:lvl8pPr marL="0" indent="0">
              <a:lnSpc>
                <a:spcPct val="100000"/>
              </a:lnSpc>
              <a:spcBef>
                <a:spcPts val="0"/>
              </a:spcBef>
              <a:buNone/>
              <a:defRPr sz="2000" b="1">
                <a:solidFill>
                  <a:schemeClr val="bg1"/>
                </a:solidFill>
              </a:defRPr>
            </a:lvl8pPr>
            <a:lvl9pPr marL="0" indent="0">
              <a:lnSpc>
                <a:spcPct val="100000"/>
              </a:lnSpc>
              <a:spcBef>
                <a:spcPts val="0"/>
              </a:spcBef>
              <a:buNone/>
              <a:defRPr sz="2000" b="1">
                <a:solidFill>
                  <a:schemeClr val="bg1"/>
                </a:solidFill>
              </a:defRPr>
            </a:lvl9pPr>
          </a:lstStyle>
          <a:p>
            <a:pPr lvl="0"/>
            <a:r>
              <a:t>Heading</a:t>
            </a:r>
          </a:p>
        </p:txBody>
      </p:sp>
      <p:sp>
        <p:nvSpPr>
          <p:cNvPr id="21" name="Text Placeholder 25">
            <a:extLst>
              <a:ext uri="{FF2B5EF4-FFF2-40B4-BE49-F238E27FC236}">
                <a16:creationId xmlns:a16="http://schemas.microsoft.com/office/drawing/2014/main" id="{D15904A1-F732-43E0-9654-D6F4F6E77F55}"/>
              </a:ext>
            </a:extLst>
          </p:cNvPr>
          <p:cNvSpPr>
            <a:spLocks noGrp="1"/>
          </p:cNvSpPr>
          <p:nvPr>
            <p:ph type="body" sz="quarter" idx="39"/>
          </p:nvPr>
        </p:nvSpPr>
        <p:spPr>
          <a:xfrm>
            <a:off x="6956839" y="1893444"/>
            <a:ext cx="2029968" cy="4278756"/>
          </a:xfrm>
        </p:spPr>
        <p:txBody>
          <a:bodyPr/>
          <a:lstStyle>
            <a:lvl1pPr marL="0" indent="0">
              <a:spcBef>
                <a:spcPts val="1200"/>
              </a:spcBef>
              <a:buFont typeface="Arial" panose="020B0604020202020204" pitchFamily="34" charset="0"/>
              <a:buChar char="​"/>
              <a:defRPr sz="1400">
                <a:solidFill>
                  <a:schemeClr val="bg1"/>
                </a:solidFill>
              </a:defRPr>
            </a:lvl1pPr>
            <a:lvl2pPr marL="0" indent="0">
              <a:spcBef>
                <a:spcPts val="1200"/>
              </a:spcBef>
              <a:buClr>
                <a:srgbClr val="FFFFFF"/>
              </a:buClr>
              <a:buFont typeface="Arial" panose="020B0604020202020204" pitchFamily="34" charset="0"/>
              <a:buChar char="​"/>
              <a:defRPr sz="1400">
                <a:solidFill>
                  <a:schemeClr val="bg1"/>
                </a:solidFill>
              </a:defRPr>
            </a:lvl2pPr>
            <a:lvl3pPr marL="0" indent="0">
              <a:spcBef>
                <a:spcPts val="1200"/>
              </a:spcBef>
              <a:buClr>
                <a:srgbClr val="FFFFFF"/>
              </a:buClr>
              <a:buFont typeface="Arial" panose="020B0604020202020204" pitchFamily="34" charset="0"/>
              <a:buChar char="​"/>
              <a:defRPr sz="1400">
                <a:solidFill>
                  <a:schemeClr val="bg1"/>
                </a:solidFill>
              </a:defRPr>
            </a:lvl3pPr>
            <a:lvl4pPr marL="0" indent="0">
              <a:spcBef>
                <a:spcPts val="1200"/>
              </a:spcBef>
              <a:buClr>
                <a:srgbClr val="FFFFFF"/>
              </a:buClr>
              <a:buFont typeface="Arial" panose="020B0604020202020204" pitchFamily="34" charset="0"/>
              <a:buChar char="​"/>
              <a:defRPr sz="1400">
                <a:solidFill>
                  <a:schemeClr val="bg1"/>
                </a:solidFill>
              </a:defRPr>
            </a:lvl4pPr>
            <a:lvl5pPr marL="0" indent="0">
              <a:spcBef>
                <a:spcPts val="1200"/>
              </a:spcBef>
              <a:buClr>
                <a:srgbClr val="FFFFFF"/>
              </a:buClr>
              <a:buFont typeface="Arial" panose="020B0604020202020204" pitchFamily="34" charset="0"/>
              <a:buChar char="​"/>
              <a:defRPr sz="1400">
                <a:solidFill>
                  <a:schemeClr val="bg1"/>
                </a:solidFill>
              </a:defRPr>
            </a:lvl5pPr>
            <a:lvl6pPr marL="0" indent="0">
              <a:spcBef>
                <a:spcPts val="1200"/>
              </a:spcBef>
              <a:buClr>
                <a:srgbClr val="FFFFFF"/>
              </a:buClr>
              <a:buFont typeface="Arial" panose="020B0604020202020204" pitchFamily="34" charset="0"/>
              <a:buChar char="​"/>
              <a:defRPr sz="1400">
                <a:solidFill>
                  <a:schemeClr val="bg1"/>
                </a:solidFill>
              </a:defRPr>
            </a:lvl6pPr>
            <a:lvl7pPr marL="0" indent="0">
              <a:spcBef>
                <a:spcPts val="1200"/>
              </a:spcBef>
              <a:buClr>
                <a:srgbClr val="FFFFFF"/>
              </a:buClr>
              <a:buFont typeface="Arial" panose="020B0604020202020204" pitchFamily="34" charset="0"/>
              <a:buChar char="​"/>
              <a:defRPr sz="1400">
                <a:solidFill>
                  <a:schemeClr val="bg1"/>
                </a:solidFill>
              </a:defRPr>
            </a:lvl7pPr>
            <a:lvl8pPr marL="0" indent="0">
              <a:spcBef>
                <a:spcPts val="1200"/>
              </a:spcBef>
              <a:buClr>
                <a:srgbClr val="FFFFFF"/>
              </a:buClr>
              <a:buFont typeface="Arial" panose="020B0604020202020204" pitchFamily="34" charset="0"/>
              <a:buChar char="​"/>
              <a:defRPr sz="1400">
                <a:solidFill>
                  <a:schemeClr val="bg1"/>
                </a:solidFill>
              </a:defRPr>
            </a:lvl8pPr>
            <a:lvl9pPr marL="0" indent="0">
              <a:spcBef>
                <a:spcPts val="1200"/>
              </a:spcBef>
              <a:buClr>
                <a:srgbClr val="FFFFFF"/>
              </a:buClr>
              <a:buFont typeface="Arial" panose="020B0604020202020204" pitchFamily="34" charset="0"/>
              <a:buChar char="​"/>
              <a:defRPr sz="1400">
                <a:solidFill>
                  <a:schemeClr val="bg1"/>
                </a:solidFill>
              </a:defRPr>
            </a:lvl9pPr>
          </a:lstStyle>
          <a:p>
            <a:pPr lvl="0"/>
            <a:r>
              <a:rPr lang="en-US"/>
              <a:t>Click to edit Master text styles</a:t>
            </a:r>
          </a:p>
          <a:p>
            <a:pPr lvl="1"/>
            <a:r>
              <a:rPr lang="en-US"/>
              <a:t>Second level</a:t>
            </a:r>
          </a:p>
          <a:p>
            <a:pPr lvl="2"/>
            <a:r>
              <a:rPr lang="en-US"/>
              <a:t>Third level</a:t>
            </a:r>
          </a:p>
        </p:txBody>
      </p:sp>
      <p:sp>
        <p:nvSpPr>
          <p:cNvPr id="20" name="Text Placeholder 2">
            <a:extLst>
              <a:ext uri="{FF2B5EF4-FFF2-40B4-BE49-F238E27FC236}">
                <a16:creationId xmlns:a16="http://schemas.microsoft.com/office/drawing/2014/main" id="{45617CC5-0EE5-4A69-B912-E14494288648}"/>
              </a:ext>
            </a:extLst>
          </p:cNvPr>
          <p:cNvSpPr>
            <a:spLocks noGrp="1"/>
          </p:cNvSpPr>
          <p:nvPr>
            <p:ph type="body" sz="quarter" idx="38" hasCustomPrompt="1"/>
          </p:nvPr>
        </p:nvSpPr>
        <p:spPr>
          <a:xfrm>
            <a:off x="9216065" y="1298544"/>
            <a:ext cx="2514600" cy="5098624"/>
          </a:xfrm>
          <a:solidFill>
            <a:srgbClr val="EBEBEB"/>
          </a:solidFill>
        </p:spPr>
        <p:txBody>
          <a:bodyPr lIns="274320" tIns="182880" rIns="91440" bIns="182880"/>
          <a:lstStyle>
            <a:lvl1pPr marL="0" indent="0">
              <a:lnSpc>
                <a:spcPct val="100000"/>
              </a:lnSpc>
              <a:spcBef>
                <a:spcPts val="0"/>
              </a:spcBef>
              <a:buNone/>
              <a:defRPr sz="2000" b="1">
                <a:solidFill>
                  <a:schemeClr val="accent2"/>
                </a:solidFill>
              </a:defRPr>
            </a:lvl1pPr>
            <a:lvl2pPr marL="0" indent="0">
              <a:lnSpc>
                <a:spcPct val="100000"/>
              </a:lnSpc>
              <a:spcBef>
                <a:spcPts val="0"/>
              </a:spcBef>
              <a:buNone/>
              <a:defRPr sz="2000" b="1">
                <a:solidFill>
                  <a:schemeClr val="tx2"/>
                </a:solidFill>
              </a:defRPr>
            </a:lvl2pPr>
            <a:lvl3pPr marL="0" indent="0">
              <a:lnSpc>
                <a:spcPct val="100000"/>
              </a:lnSpc>
              <a:spcBef>
                <a:spcPts val="0"/>
              </a:spcBef>
              <a:buNone/>
              <a:defRPr sz="2000" b="1">
                <a:solidFill>
                  <a:schemeClr val="tx2"/>
                </a:solidFill>
              </a:defRPr>
            </a:lvl3pPr>
            <a:lvl4pPr marL="0" indent="0">
              <a:lnSpc>
                <a:spcPct val="100000"/>
              </a:lnSpc>
              <a:spcBef>
                <a:spcPts val="0"/>
              </a:spcBef>
              <a:buNone/>
              <a:defRPr sz="2000" b="1">
                <a:solidFill>
                  <a:schemeClr val="tx2"/>
                </a:solidFill>
              </a:defRPr>
            </a:lvl4pPr>
            <a:lvl5pPr marL="0" indent="0">
              <a:lnSpc>
                <a:spcPct val="100000"/>
              </a:lnSpc>
              <a:spcBef>
                <a:spcPts val="0"/>
              </a:spcBef>
              <a:buNone/>
              <a:defRPr sz="2000" b="1">
                <a:solidFill>
                  <a:schemeClr val="tx2"/>
                </a:solidFill>
              </a:defRPr>
            </a:lvl5pPr>
            <a:lvl6pPr marL="0" indent="0">
              <a:lnSpc>
                <a:spcPct val="100000"/>
              </a:lnSpc>
              <a:spcBef>
                <a:spcPts val="0"/>
              </a:spcBef>
              <a:buNone/>
              <a:defRPr sz="2000" b="1">
                <a:solidFill>
                  <a:schemeClr val="tx2"/>
                </a:solidFill>
              </a:defRPr>
            </a:lvl6pPr>
            <a:lvl7pPr marL="0" indent="0">
              <a:lnSpc>
                <a:spcPct val="100000"/>
              </a:lnSpc>
              <a:spcBef>
                <a:spcPts val="0"/>
              </a:spcBef>
              <a:buNone/>
              <a:defRPr sz="2000" b="1">
                <a:solidFill>
                  <a:schemeClr val="tx2"/>
                </a:solidFill>
              </a:defRPr>
            </a:lvl7pPr>
            <a:lvl8pPr marL="0" indent="0">
              <a:lnSpc>
                <a:spcPct val="100000"/>
              </a:lnSpc>
              <a:spcBef>
                <a:spcPts val="0"/>
              </a:spcBef>
              <a:buNone/>
              <a:defRPr sz="2000" b="1">
                <a:solidFill>
                  <a:schemeClr val="tx2"/>
                </a:solidFill>
              </a:defRPr>
            </a:lvl8pPr>
            <a:lvl9pPr marL="0" indent="0">
              <a:lnSpc>
                <a:spcPct val="100000"/>
              </a:lnSpc>
              <a:spcBef>
                <a:spcPts val="0"/>
              </a:spcBef>
              <a:buNone/>
              <a:defRPr sz="2000" b="1">
                <a:solidFill>
                  <a:schemeClr val="tx2"/>
                </a:solidFill>
              </a:defRPr>
            </a:lvl9pPr>
          </a:lstStyle>
          <a:p>
            <a:pPr lvl="0"/>
            <a:r>
              <a:t>Heading</a:t>
            </a:r>
          </a:p>
        </p:txBody>
      </p:sp>
      <p:sp>
        <p:nvSpPr>
          <p:cNvPr id="27" name="Text Placeholder 25">
            <a:extLst>
              <a:ext uri="{FF2B5EF4-FFF2-40B4-BE49-F238E27FC236}">
                <a16:creationId xmlns:a16="http://schemas.microsoft.com/office/drawing/2014/main" id="{25A81234-475B-47E3-8893-F676E7CA6533}"/>
              </a:ext>
            </a:extLst>
          </p:cNvPr>
          <p:cNvSpPr>
            <a:spLocks noGrp="1"/>
          </p:cNvSpPr>
          <p:nvPr>
            <p:ph type="body" sz="quarter" idx="40"/>
          </p:nvPr>
        </p:nvSpPr>
        <p:spPr>
          <a:xfrm>
            <a:off x="9534939" y="1893444"/>
            <a:ext cx="2029968" cy="4278756"/>
          </a:xfrm>
        </p:spPr>
        <p:txBody>
          <a:bodyPr/>
          <a:lstStyle>
            <a:lvl1pPr marL="0" indent="0">
              <a:spcBef>
                <a:spcPts val="1200"/>
              </a:spcBef>
              <a:buFont typeface="Arial" panose="020B0604020202020204" pitchFamily="34" charset="0"/>
              <a:buChar char="​"/>
              <a:defRPr sz="1400">
                <a:solidFill>
                  <a:schemeClr val="tx1"/>
                </a:solidFill>
              </a:defRPr>
            </a:lvl1pPr>
            <a:lvl2pPr marL="0" indent="0">
              <a:spcBef>
                <a:spcPts val="1200"/>
              </a:spcBef>
              <a:buClr>
                <a:srgbClr val="FFFFFF"/>
              </a:buClr>
              <a:buFont typeface="Arial" panose="020B0604020202020204" pitchFamily="34" charset="0"/>
              <a:buChar char="​"/>
              <a:defRPr sz="1400">
                <a:solidFill>
                  <a:schemeClr val="tx1"/>
                </a:solidFill>
              </a:defRPr>
            </a:lvl2pPr>
            <a:lvl3pPr marL="0" indent="0">
              <a:spcBef>
                <a:spcPts val="1200"/>
              </a:spcBef>
              <a:buClr>
                <a:srgbClr val="FFFFFF"/>
              </a:buClr>
              <a:buFont typeface="Arial" panose="020B0604020202020204" pitchFamily="34" charset="0"/>
              <a:buChar char="​"/>
              <a:defRPr sz="1400">
                <a:solidFill>
                  <a:schemeClr val="tx1"/>
                </a:solidFill>
              </a:defRPr>
            </a:lvl3pPr>
            <a:lvl4pPr marL="0" indent="0">
              <a:spcBef>
                <a:spcPts val="1200"/>
              </a:spcBef>
              <a:buClr>
                <a:srgbClr val="FFFFFF"/>
              </a:buClr>
              <a:buFont typeface="Arial" panose="020B0604020202020204" pitchFamily="34" charset="0"/>
              <a:buChar char="​"/>
              <a:defRPr sz="1400">
                <a:solidFill>
                  <a:schemeClr val="tx1"/>
                </a:solidFill>
              </a:defRPr>
            </a:lvl4pPr>
            <a:lvl5pPr marL="0" indent="0">
              <a:spcBef>
                <a:spcPts val="1200"/>
              </a:spcBef>
              <a:buClr>
                <a:srgbClr val="FFFFFF"/>
              </a:buClr>
              <a:buFont typeface="Arial" panose="020B0604020202020204" pitchFamily="34" charset="0"/>
              <a:buChar char="​"/>
              <a:defRPr sz="1400">
                <a:solidFill>
                  <a:schemeClr val="tx1"/>
                </a:solidFill>
              </a:defRPr>
            </a:lvl5pPr>
            <a:lvl6pPr marL="0" indent="0">
              <a:spcBef>
                <a:spcPts val="1200"/>
              </a:spcBef>
              <a:buClr>
                <a:srgbClr val="FFFFFF"/>
              </a:buClr>
              <a:buFont typeface="Arial" panose="020B0604020202020204" pitchFamily="34" charset="0"/>
              <a:buChar char="​"/>
              <a:defRPr sz="1400">
                <a:solidFill>
                  <a:schemeClr val="tx1"/>
                </a:solidFill>
              </a:defRPr>
            </a:lvl6pPr>
            <a:lvl7pPr marL="0" indent="0">
              <a:spcBef>
                <a:spcPts val="1200"/>
              </a:spcBef>
              <a:buClr>
                <a:srgbClr val="FFFFFF"/>
              </a:buClr>
              <a:buFont typeface="Arial" panose="020B0604020202020204" pitchFamily="34" charset="0"/>
              <a:buChar char="​"/>
              <a:defRPr sz="1400">
                <a:solidFill>
                  <a:schemeClr val="tx1"/>
                </a:solidFill>
              </a:defRPr>
            </a:lvl7pPr>
            <a:lvl8pPr marL="0" indent="0">
              <a:spcBef>
                <a:spcPts val="1200"/>
              </a:spcBef>
              <a:buClr>
                <a:srgbClr val="FFFFFF"/>
              </a:buClr>
              <a:buFont typeface="Arial" panose="020B0604020202020204" pitchFamily="34" charset="0"/>
              <a:buChar char="​"/>
              <a:defRPr sz="1400">
                <a:solidFill>
                  <a:schemeClr val="tx1"/>
                </a:solidFill>
              </a:defRPr>
            </a:lvl8pPr>
            <a:lvl9pPr marL="0" indent="0">
              <a:spcBef>
                <a:spcPts val="1200"/>
              </a:spcBef>
              <a:buClr>
                <a:srgbClr val="FFFFFF"/>
              </a:buClr>
              <a:buFont typeface="Arial" panose="020B0604020202020204" pitchFamily="34" charset="0"/>
              <a:buChar char="​"/>
              <a:defRPr sz="1400">
                <a:solidFill>
                  <a:schemeClr val="tx1"/>
                </a:solidFill>
              </a:defRPr>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4332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Title Left Blank Righ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F7A6764-C382-4726-8094-52340B55C64C}"/>
              </a:ext>
            </a:extLst>
          </p:cNvPr>
          <p:cNvSpPr/>
          <p:nvPr/>
        </p:nvSpPr>
        <p:spPr>
          <a:xfrm>
            <a:off x="0" y="0"/>
            <a:ext cx="4682785" cy="6858000"/>
          </a:xfrm>
          <a:prstGeom prst="rect">
            <a:avLst/>
          </a:prstGeom>
          <a:gradFill>
            <a:gsLst>
              <a:gs pos="92000">
                <a:srgbClr val="05A2C6"/>
              </a:gs>
              <a:gs pos="28000">
                <a:srgbClr val="00A88C"/>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30" name="object 4">
            <a:extLst>
              <a:ext uri="{FF2B5EF4-FFF2-40B4-BE49-F238E27FC236}">
                <a16:creationId xmlns:a16="http://schemas.microsoft.com/office/drawing/2014/main" id="{710BB1A9-FA83-44AB-94A4-E7E0C0FBAD69}"/>
              </a:ext>
            </a:extLst>
          </p:cNvPr>
          <p:cNvSpPr/>
          <p:nvPr/>
        </p:nvSpPr>
        <p:spPr>
          <a:xfrm>
            <a:off x="-1" y="12301"/>
            <a:ext cx="1118870" cy="2195195"/>
          </a:xfrm>
          <a:custGeom>
            <a:avLst/>
            <a:gdLst/>
            <a:ahLst/>
            <a:cxnLst/>
            <a:rect l="l" t="t" r="r" b="b"/>
            <a:pathLst>
              <a:path w="1118870" h="2195195">
                <a:moveTo>
                  <a:pt x="1118450" y="0"/>
                </a:moveTo>
                <a:lnTo>
                  <a:pt x="0" y="0"/>
                </a:lnTo>
                <a:lnTo>
                  <a:pt x="0" y="2195080"/>
                </a:lnTo>
                <a:lnTo>
                  <a:pt x="1118450" y="0"/>
                </a:lnTo>
                <a:close/>
              </a:path>
            </a:pathLst>
          </a:custGeom>
          <a:solidFill>
            <a:srgbClr val="FFFFFF">
              <a:alpha val="14999"/>
            </a:srgbClr>
          </a:solidFill>
        </p:spPr>
        <p:txBody>
          <a:bodyPr wrap="square" lIns="0" tIns="0" rIns="0" bIns="0" rtlCol="0"/>
          <a:lstStyle/>
          <a:p>
            <a:endParaRPr dirty="0"/>
          </a:p>
        </p:txBody>
      </p:sp>
      <p:sp>
        <p:nvSpPr>
          <p:cNvPr id="7" name="Text Placeholder 6">
            <a:extLst>
              <a:ext uri="{FF2B5EF4-FFF2-40B4-BE49-F238E27FC236}">
                <a16:creationId xmlns:a16="http://schemas.microsoft.com/office/drawing/2014/main" id="{EB625CAE-C9F2-4A7E-B1EC-9871B7D4B8CA}"/>
              </a:ext>
            </a:extLst>
          </p:cNvPr>
          <p:cNvSpPr>
            <a:spLocks noGrp="1"/>
          </p:cNvSpPr>
          <p:nvPr>
            <p:ph type="body" sz="quarter" idx="10" hasCustomPrompt="1"/>
          </p:nvPr>
        </p:nvSpPr>
        <p:spPr>
          <a:xfrm>
            <a:off x="914400" y="2060812"/>
            <a:ext cx="2590800" cy="848649"/>
          </a:xfrm>
        </p:spPr>
        <p:txBody>
          <a:bodyPr anchor="b">
            <a:noAutofit/>
          </a:bodyPr>
          <a:lstStyle>
            <a:lvl1pPr marL="0" indent="0">
              <a:lnSpc>
                <a:spcPct val="100000"/>
              </a:lnSpc>
              <a:spcBef>
                <a:spcPts val="0"/>
              </a:spcBef>
              <a:buNone/>
              <a:defRPr sz="1600" b="1" cap="all" spc="100" baseline="0">
                <a:solidFill>
                  <a:schemeClr val="bg1"/>
                </a:solidFill>
              </a:defRPr>
            </a:lvl1pPr>
            <a:lvl2pPr marL="0" indent="0">
              <a:lnSpc>
                <a:spcPct val="100000"/>
              </a:lnSpc>
              <a:spcBef>
                <a:spcPts val="0"/>
              </a:spcBef>
              <a:buNone/>
              <a:defRPr sz="1600" b="1" cap="all" spc="100" baseline="0">
                <a:solidFill>
                  <a:schemeClr val="accent1"/>
                </a:solidFill>
              </a:defRPr>
            </a:lvl2pPr>
            <a:lvl3pPr marL="0" indent="0">
              <a:lnSpc>
                <a:spcPct val="100000"/>
              </a:lnSpc>
              <a:spcBef>
                <a:spcPts val="0"/>
              </a:spcBef>
              <a:buNone/>
              <a:defRPr sz="1600" b="1" cap="all" spc="100" baseline="0">
                <a:solidFill>
                  <a:schemeClr val="accent1"/>
                </a:solidFill>
              </a:defRPr>
            </a:lvl3pPr>
            <a:lvl4pPr marL="0" indent="0">
              <a:lnSpc>
                <a:spcPct val="100000"/>
              </a:lnSpc>
              <a:spcBef>
                <a:spcPts val="0"/>
              </a:spcBef>
              <a:buNone/>
              <a:defRPr sz="1600" b="1" cap="all" spc="100" baseline="0">
                <a:solidFill>
                  <a:schemeClr val="accent1"/>
                </a:solidFill>
              </a:defRPr>
            </a:lvl4pPr>
            <a:lvl5pPr marL="0" indent="0">
              <a:lnSpc>
                <a:spcPct val="100000"/>
              </a:lnSpc>
              <a:spcBef>
                <a:spcPts val="0"/>
              </a:spcBef>
              <a:buNone/>
              <a:defRPr sz="1600" b="1" cap="all" spc="100" baseline="0">
                <a:solidFill>
                  <a:schemeClr val="accent1"/>
                </a:solidFill>
              </a:defRPr>
            </a:lvl5pPr>
            <a:lvl6pPr marL="0" indent="0">
              <a:lnSpc>
                <a:spcPct val="100000"/>
              </a:lnSpc>
              <a:spcBef>
                <a:spcPts val="0"/>
              </a:spcBef>
              <a:buNone/>
              <a:defRPr sz="1600" b="1" cap="all" spc="100" baseline="0">
                <a:solidFill>
                  <a:schemeClr val="accent1"/>
                </a:solidFill>
              </a:defRPr>
            </a:lvl6pPr>
            <a:lvl7pPr marL="0" indent="0">
              <a:lnSpc>
                <a:spcPct val="100000"/>
              </a:lnSpc>
              <a:spcBef>
                <a:spcPts val="0"/>
              </a:spcBef>
              <a:buNone/>
              <a:defRPr sz="1600" b="1" cap="all" spc="100" baseline="0">
                <a:solidFill>
                  <a:schemeClr val="accent1"/>
                </a:solidFill>
              </a:defRPr>
            </a:lvl7pPr>
            <a:lvl8pPr marL="0" indent="0">
              <a:lnSpc>
                <a:spcPct val="100000"/>
              </a:lnSpc>
              <a:spcBef>
                <a:spcPts val="0"/>
              </a:spcBef>
              <a:buNone/>
              <a:defRPr sz="1600" b="1" cap="all" spc="100" baseline="0">
                <a:solidFill>
                  <a:schemeClr val="accent1"/>
                </a:solidFill>
              </a:defRPr>
            </a:lvl8pPr>
            <a:lvl9pPr marL="0" indent="0">
              <a:lnSpc>
                <a:spcPct val="100000"/>
              </a:lnSpc>
              <a:spcBef>
                <a:spcPts val="0"/>
              </a:spcBef>
              <a:buNone/>
              <a:defRPr sz="1600" b="1" cap="all" spc="100" baseline="0">
                <a:solidFill>
                  <a:schemeClr val="accent1"/>
                </a:solidFill>
              </a:defRPr>
            </a:lvl9pPr>
          </a:lstStyle>
          <a:p>
            <a:pPr lvl="0"/>
            <a:r>
              <a:t>Superheader</a:t>
            </a:r>
          </a:p>
        </p:txBody>
      </p:sp>
      <p:sp>
        <p:nvSpPr>
          <p:cNvPr id="10" name="Text Placeholder 6">
            <a:extLst>
              <a:ext uri="{FF2B5EF4-FFF2-40B4-BE49-F238E27FC236}">
                <a16:creationId xmlns:a16="http://schemas.microsoft.com/office/drawing/2014/main" id="{D54810D3-294B-4D80-B73C-B4B1BEF2F356}"/>
              </a:ext>
            </a:extLst>
          </p:cNvPr>
          <p:cNvSpPr>
            <a:spLocks noGrp="1"/>
          </p:cNvSpPr>
          <p:nvPr>
            <p:ph type="body" sz="quarter" idx="13"/>
          </p:nvPr>
        </p:nvSpPr>
        <p:spPr>
          <a:xfrm>
            <a:off x="914400" y="2990774"/>
            <a:ext cx="2590800" cy="2254326"/>
          </a:xfrm>
        </p:spPr>
        <p:txBody>
          <a:bodyPr>
            <a:noAutofit/>
          </a:bodyPr>
          <a:lstStyle>
            <a:lvl1pPr marL="0" indent="0">
              <a:lnSpc>
                <a:spcPct val="100000"/>
              </a:lnSpc>
              <a:spcBef>
                <a:spcPts val="0"/>
              </a:spcBef>
              <a:buNone/>
              <a:defRPr sz="2800" b="0" cap="none" spc="0" baseline="0">
                <a:solidFill>
                  <a:schemeClr val="bg1"/>
                </a:solidFill>
              </a:defRPr>
            </a:lvl1pPr>
            <a:lvl2pPr marL="0" indent="0">
              <a:lnSpc>
                <a:spcPct val="100000"/>
              </a:lnSpc>
              <a:spcBef>
                <a:spcPts val="0"/>
              </a:spcBef>
              <a:buNone/>
              <a:defRPr sz="2800" b="0" cap="none" spc="0" baseline="0">
                <a:solidFill>
                  <a:schemeClr val="bg1"/>
                </a:solidFill>
              </a:defRPr>
            </a:lvl2pPr>
            <a:lvl3pPr marL="0" indent="0">
              <a:lnSpc>
                <a:spcPct val="100000"/>
              </a:lnSpc>
              <a:spcBef>
                <a:spcPts val="0"/>
              </a:spcBef>
              <a:buNone/>
              <a:defRPr sz="2800" b="0" cap="none" spc="0" baseline="0">
                <a:solidFill>
                  <a:schemeClr val="bg1"/>
                </a:solidFill>
              </a:defRPr>
            </a:lvl3pPr>
            <a:lvl4pPr marL="0" indent="0">
              <a:lnSpc>
                <a:spcPct val="100000"/>
              </a:lnSpc>
              <a:spcBef>
                <a:spcPts val="0"/>
              </a:spcBef>
              <a:buNone/>
              <a:defRPr sz="2800" b="0" cap="none" spc="0" baseline="0">
                <a:solidFill>
                  <a:schemeClr val="bg1"/>
                </a:solidFill>
              </a:defRPr>
            </a:lvl4pPr>
            <a:lvl5pPr marL="0" indent="0">
              <a:lnSpc>
                <a:spcPct val="100000"/>
              </a:lnSpc>
              <a:spcBef>
                <a:spcPts val="0"/>
              </a:spcBef>
              <a:buNone/>
              <a:defRPr sz="2800" b="0" cap="none" spc="0" baseline="0">
                <a:solidFill>
                  <a:schemeClr val="bg1"/>
                </a:solidFill>
              </a:defRPr>
            </a:lvl5pPr>
            <a:lvl6pPr marL="0" indent="0">
              <a:lnSpc>
                <a:spcPct val="100000"/>
              </a:lnSpc>
              <a:spcBef>
                <a:spcPts val="0"/>
              </a:spcBef>
              <a:buNone/>
              <a:defRPr sz="2800" b="0" cap="none" spc="0" baseline="0">
                <a:solidFill>
                  <a:schemeClr val="bg1"/>
                </a:solidFill>
              </a:defRPr>
            </a:lvl6pPr>
            <a:lvl7pPr marL="0" indent="0">
              <a:lnSpc>
                <a:spcPct val="100000"/>
              </a:lnSpc>
              <a:spcBef>
                <a:spcPts val="0"/>
              </a:spcBef>
              <a:buNone/>
              <a:defRPr sz="2800" b="0" cap="none" spc="0" baseline="0">
                <a:solidFill>
                  <a:schemeClr val="bg1"/>
                </a:solidFill>
              </a:defRPr>
            </a:lvl7pPr>
            <a:lvl8pPr marL="0" indent="0">
              <a:lnSpc>
                <a:spcPct val="100000"/>
              </a:lnSpc>
              <a:spcBef>
                <a:spcPts val="0"/>
              </a:spcBef>
              <a:buNone/>
              <a:defRPr sz="2800" b="0" cap="none" spc="0" baseline="0">
                <a:solidFill>
                  <a:schemeClr val="bg1"/>
                </a:solidFill>
              </a:defRPr>
            </a:lvl8pPr>
            <a:lvl9pPr marL="0" indent="0">
              <a:lnSpc>
                <a:spcPct val="100000"/>
              </a:lnSpc>
              <a:spcBef>
                <a:spcPts val="0"/>
              </a:spcBef>
              <a:buNone/>
              <a:defRPr sz="2800" b="0" cap="none" spc="0" baseline="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056653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Quotation">
    <p:bg>
      <p:bgRef idx="1001">
        <a:schemeClr val="bg2"/>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09764853-C9FB-4C5E-AC2A-72B2DCB8497A}"/>
              </a:ext>
            </a:extLst>
          </p:cNvPr>
          <p:cNvSpPr/>
          <p:nvPr/>
        </p:nvSpPr>
        <p:spPr>
          <a:xfrm>
            <a:off x="9880874" y="2324099"/>
            <a:ext cx="2310138" cy="4533901"/>
          </a:xfrm>
          <a:custGeom>
            <a:avLst/>
            <a:gdLst>
              <a:gd name="connsiteX0" fmla="*/ 1710308 w 1710308"/>
              <a:gd name="connsiteY0" fmla="*/ 0 h 3356669"/>
              <a:gd name="connsiteX1" fmla="*/ 1710308 w 1710308"/>
              <a:gd name="connsiteY1" fmla="*/ 3356669 h 3356669"/>
              <a:gd name="connsiteX2" fmla="*/ 0 w 1710308"/>
              <a:gd name="connsiteY2" fmla="*/ 3356669 h 3356669"/>
            </a:gdLst>
            <a:ahLst/>
            <a:cxnLst>
              <a:cxn ang="0">
                <a:pos x="connsiteX0" y="connsiteY0"/>
              </a:cxn>
              <a:cxn ang="0">
                <a:pos x="connsiteX1" y="connsiteY1"/>
              </a:cxn>
              <a:cxn ang="0">
                <a:pos x="connsiteX2" y="connsiteY2"/>
              </a:cxn>
            </a:cxnLst>
            <a:rect l="l" t="t" r="r" b="b"/>
            <a:pathLst>
              <a:path w="1710308" h="3356669">
                <a:moveTo>
                  <a:pt x="1710308" y="0"/>
                </a:moveTo>
                <a:lnTo>
                  <a:pt x="1710308" y="3356669"/>
                </a:lnTo>
                <a:lnTo>
                  <a:pt x="0" y="3356669"/>
                </a:lnTo>
                <a:close/>
              </a:path>
            </a:pathLst>
          </a:custGeom>
          <a:gradFill flip="none" rotWithShape="1">
            <a:gsLst>
              <a:gs pos="50000">
                <a:srgbClr val="018E89"/>
              </a:gs>
              <a:gs pos="0">
                <a:srgbClr val="00A88C"/>
              </a:gs>
              <a:gs pos="100000">
                <a:srgbClr val="026B84">
                  <a:alpha val="85882"/>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9" name="Freeform: Shape 8">
            <a:extLst>
              <a:ext uri="{FF2B5EF4-FFF2-40B4-BE49-F238E27FC236}">
                <a16:creationId xmlns:a16="http://schemas.microsoft.com/office/drawing/2014/main" id="{47F62E1E-67AF-4EAE-A37A-ECB5A264F016}"/>
              </a:ext>
            </a:extLst>
          </p:cNvPr>
          <p:cNvSpPr/>
          <p:nvPr/>
        </p:nvSpPr>
        <p:spPr>
          <a:xfrm flipH="1" flipV="1">
            <a:off x="9542237" y="1657548"/>
            <a:ext cx="2649763" cy="5200452"/>
          </a:xfrm>
          <a:custGeom>
            <a:avLst/>
            <a:gdLst>
              <a:gd name="connsiteX0" fmla="*/ 0 w 2649763"/>
              <a:gd name="connsiteY0" fmla="*/ 5200452 h 5200452"/>
              <a:gd name="connsiteX1" fmla="*/ 0 w 2649763"/>
              <a:gd name="connsiteY1" fmla="*/ 3492100 h 5200452"/>
              <a:gd name="connsiteX2" fmla="*/ 1779314 w 2649763"/>
              <a:gd name="connsiteY2" fmla="*/ 0 h 5200452"/>
              <a:gd name="connsiteX3" fmla="*/ 2649763 w 2649763"/>
              <a:gd name="connsiteY3" fmla="*/ 0 h 5200452"/>
            </a:gdLst>
            <a:ahLst/>
            <a:cxnLst>
              <a:cxn ang="0">
                <a:pos x="connsiteX0" y="connsiteY0"/>
              </a:cxn>
              <a:cxn ang="0">
                <a:pos x="connsiteX1" y="connsiteY1"/>
              </a:cxn>
              <a:cxn ang="0">
                <a:pos x="connsiteX2" y="connsiteY2"/>
              </a:cxn>
              <a:cxn ang="0">
                <a:pos x="connsiteX3" y="connsiteY3"/>
              </a:cxn>
            </a:cxnLst>
            <a:rect l="l" t="t" r="r" b="b"/>
            <a:pathLst>
              <a:path w="2649763" h="5200452">
                <a:moveTo>
                  <a:pt x="0" y="5200452"/>
                </a:moveTo>
                <a:lnTo>
                  <a:pt x="0" y="3492100"/>
                </a:lnTo>
                <a:lnTo>
                  <a:pt x="1779314" y="0"/>
                </a:lnTo>
                <a:lnTo>
                  <a:pt x="2649763" y="0"/>
                </a:lnTo>
                <a:close/>
              </a:path>
            </a:pathLst>
          </a:custGeom>
          <a:gradFill flip="none" rotWithShape="1">
            <a:gsLst>
              <a:gs pos="0">
                <a:srgbClr val="00A88C"/>
              </a:gs>
              <a:gs pos="100000">
                <a:srgbClr val="05A2C6"/>
              </a:gs>
              <a:gs pos="67000">
                <a:srgbClr val="05A2C6">
                  <a:alpha val="60784"/>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2" name="Title 1">
            <a:extLst>
              <a:ext uri="{FF2B5EF4-FFF2-40B4-BE49-F238E27FC236}">
                <a16:creationId xmlns:a16="http://schemas.microsoft.com/office/drawing/2014/main" id="{5903870F-45FC-4AD5-A7C7-B6C152A06D97}"/>
              </a:ext>
            </a:extLst>
          </p:cNvPr>
          <p:cNvSpPr>
            <a:spLocks noGrp="1"/>
          </p:cNvSpPr>
          <p:nvPr>
            <p:ph type="title" hasCustomPrompt="1"/>
          </p:nvPr>
        </p:nvSpPr>
        <p:spPr>
          <a:xfrm>
            <a:off x="3022599" y="2032362"/>
            <a:ext cx="6931480" cy="2046514"/>
          </a:xfrm>
        </p:spPr>
        <p:txBody>
          <a:bodyPr anchor="t"/>
          <a:lstStyle>
            <a:lvl1pPr marL="254000" indent="-254000">
              <a:defRPr sz="4000">
                <a:solidFill>
                  <a:schemeClr val="tx1"/>
                </a:solidFill>
              </a:defRPr>
            </a:lvl1pPr>
          </a:lstStyle>
          <a:p>
            <a:r>
              <a:t>“Type quotation text here.” Delete photo placeholder if not needed.</a:t>
            </a:r>
          </a:p>
        </p:txBody>
      </p:sp>
      <p:sp>
        <p:nvSpPr>
          <p:cNvPr id="12" name="Text Placeholder 13">
            <a:extLst>
              <a:ext uri="{FF2B5EF4-FFF2-40B4-BE49-F238E27FC236}">
                <a16:creationId xmlns:a16="http://schemas.microsoft.com/office/drawing/2014/main" id="{29B8B72D-2388-443D-9ED9-92D2DC3331B6}"/>
              </a:ext>
            </a:extLst>
          </p:cNvPr>
          <p:cNvSpPr>
            <a:spLocks noGrp="1"/>
          </p:cNvSpPr>
          <p:nvPr>
            <p:ph type="body" sz="quarter" idx="13" hasCustomPrompt="1"/>
          </p:nvPr>
        </p:nvSpPr>
        <p:spPr>
          <a:xfrm>
            <a:off x="3276600" y="4174125"/>
            <a:ext cx="4027715" cy="666750"/>
          </a:xfrm>
        </p:spPr>
        <p:txBody>
          <a:bodyPr/>
          <a:lstStyle>
            <a:lvl1pPr marL="0" indent="0">
              <a:lnSpc>
                <a:spcPct val="100000"/>
              </a:lnSpc>
              <a:spcBef>
                <a:spcPts val="0"/>
              </a:spcBef>
              <a:buNone/>
              <a:defRPr sz="1800">
                <a:solidFill>
                  <a:schemeClr val="accent3"/>
                </a:solidFill>
              </a:defRPr>
            </a:lvl1pPr>
            <a:lvl2pPr marL="0" indent="0">
              <a:lnSpc>
                <a:spcPct val="100000"/>
              </a:lnSpc>
              <a:spcBef>
                <a:spcPts val="0"/>
              </a:spcBef>
              <a:buNone/>
              <a:defRPr sz="1800">
                <a:solidFill>
                  <a:schemeClr val="tx1">
                    <a:lumMod val="50000"/>
                    <a:lumOff val="50000"/>
                  </a:schemeClr>
                </a:solidFill>
              </a:defRPr>
            </a:lvl2pPr>
            <a:lvl3pPr marL="0" indent="0">
              <a:lnSpc>
                <a:spcPct val="100000"/>
              </a:lnSpc>
              <a:spcBef>
                <a:spcPts val="0"/>
              </a:spcBef>
              <a:buNone/>
              <a:defRPr sz="1800">
                <a:solidFill>
                  <a:schemeClr val="tx1">
                    <a:lumMod val="50000"/>
                    <a:lumOff val="50000"/>
                  </a:schemeClr>
                </a:solidFill>
              </a:defRPr>
            </a:lvl3pPr>
            <a:lvl4pPr marL="0" indent="0">
              <a:lnSpc>
                <a:spcPct val="100000"/>
              </a:lnSpc>
              <a:spcBef>
                <a:spcPts val="0"/>
              </a:spcBef>
              <a:buNone/>
              <a:defRPr sz="1800">
                <a:solidFill>
                  <a:schemeClr val="tx1">
                    <a:lumMod val="50000"/>
                    <a:lumOff val="50000"/>
                  </a:schemeClr>
                </a:solidFill>
              </a:defRPr>
            </a:lvl4pPr>
            <a:lvl5pPr marL="0" indent="0">
              <a:lnSpc>
                <a:spcPct val="100000"/>
              </a:lnSpc>
              <a:spcBef>
                <a:spcPts val="0"/>
              </a:spcBef>
              <a:buNone/>
              <a:defRPr sz="1800">
                <a:solidFill>
                  <a:schemeClr val="tx1">
                    <a:lumMod val="50000"/>
                    <a:lumOff val="50000"/>
                  </a:schemeClr>
                </a:solidFill>
              </a:defRPr>
            </a:lvl5pPr>
            <a:lvl6pPr marL="0" indent="0">
              <a:lnSpc>
                <a:spcPct val="100000"/>
              </a:lnSpc>
              <a:spcBef>
                <a:spcPts val="0"/>
              </a:spcBef>
              <a:buNone/>
              <a:defRPr sz="1800">
                <a:solidFill>
                  <a:schemeClr val="tx1">
                    <a:lumMod val="50000"/>
                    <a:lumOff val="50000"/>
                  </a:schemeClr>
                </a:solidFill>
              </a:defRPr>
            </a:lvl6pPr>
            <a:lvl7pPr marL="0" indent="0">
              <a:lnSpc>
                <a:spcPct val="100000"/>
              </a:lnSpc>
              <a:spcBef>
                <a:spcPts val="0"/>
              </a:spcBef>
              <a:buNone/>
              <a:defRPr sz="1800">
                <a:solidFill>
                  <a:schemeClr val="tx1">
                    <a:lumMod val="50000"/>
                    <a:lumOff val="50000"/>
                  </a:schemeClr>
                </a:solidFill>
              </a:defRPr>
            </a:lvl7pPr>
            <a:lvl8pPr marL="0" indent="0">
              <a:lnSpc>
                <a:spcPct val="100000"/>
              </a:lnSpc>
              <a:spcBef>
                <a:spcPts val="0"/>
              </a:spcBef>
              <a:buNone/>
              <a:defRPr sz="1800">
                <a:solidFill>
                  <a:schemeClr val="tx1">
                    <a:lumMod val="50000"/>
                    <a:lumOff val="50000"/>
                  </a:schemeClr>
                </a:solidFill>
              </a:defRPr>
            </a:lvl8pPr>
            <a:lvl9pPr marL="0" indent="0">
              <a:lnSpc>
                <a:spcPct val="100000"/>
              </a:lnSpc>
              <a:spcBef>
                <a:spcPts val="0"/>
              </a:spcBef>
              <a:buNone/>
              <a:defRPr sz="1800">
                <a:solidFill>
                  <a:schemeClr val="tx1">
                    <a:lumMod val="50000"/>
                    <a:lumOff val="50000"/>
                  </a:schemeClr>
                </a:solidFill>
              </a:defRPr>
            </a:lvl9pPr>
          </a:lstStyle>
          <a:p>
            <a:pPr lvl="0"/>
            <a:r>
              <a:t>Firstname Lastname (bold) </a:t>
            </a:r>
            <a:br>
              <a:rPr/>
            </a:br>
            <a:r>
              <a:t>title, affiliations (not bold)</a:t>
            </a:r>
          </a:p>
        </p:txBody>
      </p:sp>
      <p:sp>
        <p:nvSpPr>
          <p:cNvPr id="11" name="Picture Placeholder 10">
            <a:extLst>
              <a:ext uri="{FF2B5EF4-FFF2-40B4-BE49-F238E27FC236}">
                <a16:creationId xmlns:a16="http://schemas.microsoft.com/office/drawing/2014/main" id="{03E1B464-558F-4F66-963B-73E760825238}"/>
              </a:ext>
            </a:extLst>
          </p:cNvPr>
          <p:cNvSpPr>
            <a:spLocks noGrp="1"/>
          </p:cNvSpPr>
          <p:nvPr>
            <p:ph type="pic" sz="quarter" idx="10" hasCustomPrompt="1"/>
          </p:nvPr>
        </p:nvSpPr>
        <p:spPr>
          <a:xfrm>
            <a:off x="1135380" y="1592579"/>
            <a:ext cx="1463040" cy="1463040"/>
          </a:xfrm>
          <a:solidFill>
            <a:srgbClr val="7F7F7F"/>
          </a:solidFill>
        </p:spPr>
        <p:txBody>
          <a:bodyPr tIns="0" anchor="ctr"/>
          <a:lstStyle>
            <a:lvl1pPr marL="0" indent="0" algn="ctr">
              <a:spcBef>
                <a:spcPts val="0"/>
              </a:spcBef>
              <a:buNone/>
              <a:defRPr sz="1400"/>
            </a:lvl1pPr>
          </a:lstStyle>
          <a:p>
            <a:r>
              <a:rPr dirty="0"/>
              <a:t>Click icon to add picture. Delete this placeholder if not used.</a:t>
            </a:r>
          </a:p>
        </p:txBody>
      </p:sp>
    </p:spTree>
    <p:extLst>
      <p:ext uri="{BB962C8B-B14F-4D97-AF65-F5344CB8AC3E}">
        <p14:creationId xmlns:p14="http://schemas.microsoft.com/office/powerpoint/2010/main" val="28166749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Bio">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DE8B1984-B363-472F-967D-DEE53FFB1266}"/>
              </a:ext>
            </a:extLst>
          </p:cNvPr>
          <p:cNvSpPr/>
          <p:nvPr/>
        </p:nvSpPr>
        <p:spPr>
          <a:xfrm>
            <a:off x="11758860" y="0"/>
            <a:ext cx="442587" cy="6858000"/>
          </a:xfrm>
          <a:custGeom>
            <a:avLst/>
            <a:gdLst>
              <a:gd name="connsiteX0" fmla="*/ 0 w 442587"/>
              <a:gd name="connsiteY0" fmla="*/ 0 h 6858000"/>
              <a:gd name="connsiteX1" fmla="*/ 442587 w 442587"/>
              <a:gd name="connsiteY1" fmla="*/ 0 h 6858000"/>
              <a:gd name="connsiteX2" fmla="*/ 442587 w 442587"/>
              <a:gd name="connsiteY2" fmla="*/ 6858000 h 6858000"/>
              <a:gd name="connsiteX3" fmla="*/ 0 w 44258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42587" h="6858000">
                <a:moveTo>
                  <a:pt x="0" y="0"/>
                </a:moveTo>
                <a:lnTo>
                  <a:pt x="442587" y="0"/>
                </a:lnTo>
                <a:lnTo>
                  <a:pt x="442587" y="6858000"/>
                </a:lnTo>
                <a:lnTo>
                  <a:pt x="0" y="6858000"/>
                </a:lnTo>
                <a:close/>
              </a:path>
            </a:pathLst>
          </a:custGeom>
          <a:gradFill>
            <a:gsLst>
              <a:gs pos="92000">
                <a:srgbClr val="05A2C6"/>
              </a:gs>
              <a:gs pos="28000">
                <a:srgbClr val="00A88C"/>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0" name="object 3">
            <a:extLst>
              <a:ext uri="{FF2B5EF4-FFF2-40B4-BE49-F238E27FC236}">
                <a16:creationId xmlns:a16="http://schemas.microsoft.com/office/drawing/2014/main" id="{5B9823D0-6655-4C9C-8331-F23618B820A4}"/>
              </a:ext>
            </a:extLst>
          </p:cNvPr>
          <p:cNvSpPr/>
          <p:nvPr/>
        </p:nvSpPr>
        <p:spPr>
          <a:xfrm>
            <a:off x="7487560" y="4205241"/>
            <a:ext cx="4270819" cy="2652835"/>
          </a:xfrm>
          <a:custGeom>
            <a:avLst/>
            <a:gdLst/>
            <a:ahLst/>
            <a:cxnLst/>
            <a:rect l="l" t="t" r="r" b="b"/>
            <a:pathLst>
              <a:path w="4206240" h="2652395">
                <a:moveTo>
                  <a:pt x="4205681" y="0"/>
                </a:moveTo>
                <a:lnTo>
                  <a:pt x="0" y="0"/>
                </a:lnTo>
                <a:lnTo>
                  <a:pt x="0" y="2652318"/>
                </a:lnTo>
                <a:lnTo>
                  <a:pt x="4205681" y="2652318"/>
                </a:lnTo>
                <a:lnTo>
                  <a:pt x="4205681" y="0"/>
                </a:lnTo>
                <a:close/>
              </a:path>
            </a:pathLst>
          </a:custGeom>
          <a:solidFill>
            <a:srgbClr val="EBEBEB"/>
          </a:solidFill>
        </p:spPr>
        <p:txBody>
          <a:bodyPr wrap="square" lIns="0" tIns="0" rIns="0" bIns="0" rtlCol="0"/>
          <a:lstStyle/>
          <a:p>
            <a:endParaRPr dirty="0"/>
          </a:p>
        </p:txBody>
      </p:sp>
      <p:sp>
        <p:nvSpPr>
          <p:cNvPr id="23" name="Freeform: Shape 22">
            <a:extLst>
              <a:ext uri="{FF2B5EF4-FFF2-40B4-BE49-F238E27FC236}">
                <a16:creationId xmlns:a16="http://schemas.microsoft.com/office/drawing/2014/main" id="{798DE113-3CD2-4C9A-B3B4-DE26CBF151F1}"/>
              </a:ext>
            </a:extLst>
          </p:cNvPr>
          <p:cNvSpPr/>
          <p:nvPr/>
        </p:nvSpPr>
        <p:spPr>
          <a:xfrm>
            <a:off x="11209780" y="5349026"/>
            <a:ext cx="991667" cy="1508970"/>
          </a:xfrm>
          <a:custGeom>
            <a:avLst/>
            <a:gdLst>
              <a:gd name="connsiteX0" fmla="*/ 991667 w 991667"/>
              <a:gd name="connsiteY0" fmla="*/ 0 h 1508970"/>
              <a:gd name="connsiteX1" fmla="*/ 991667 w 991667"/>
              <a:gd name="connsiteY1" fmla="*/ 1508970 h 1508970"/>
              <a:gd name="connsiteX2" fmla="*/ 0 w 991667"/>
              <a:gd name="connsiteY2" fmla="*/ 1508970 h 1508970"/>
            </a:gdLst>
            <a:ahLst/>
            <a:cxnLst>
              <a:cxn ang="0">
                <a:pos x="connsiteX0" y="connsiteY0"/>
              </a:cxn>
              <a:cxn ang="0">
                <a:pos x="connsiteX1" y="connsiteY1"/>
              </a:cxn>
              <a:cxn ang="0">
                <a:pos x="connsiteX2" y="connsiteY2"/>
              </a:cxn>
            </a:cxnLst>
            <a:rect l="l" t="t" r="r" b="b"/>
            <a:pathLst>
              <a:path w="991667" h="1508970">
                <a:moveTo>
                  <a:pt x="991667" y="0"/>
                </a:moveTo>
                <a:lnTo>
                  <a:pt x="991667" y="1508970"/>
                </a:lnTo>
                <a:lnTo>
                  <a:pt x="0" y="1508970"/>
                </a:lnTo>
                <a:close/>
              </a:path>
            </a:pathLst>
          </a:custGeom>
          <a:solidFill>
            <a:srgbClr val="026B84">
              <a:alpha val="14999"/>
            </a:srgbClr>
          </a:solidFill>
        </p:spPr>
        <p:txBody>
          <a:bodyPr wrap="square" lIns="0" tIns="0" rIns="0" bIns="0" rtlCol="0">
            <a:noAutofit/>
          </a:bodyPr>
          <a:lstStyle/>
          <a:p>
            <a:endParaRPr dirty="0"/>
          </a:p>
        </p:txBody>
      </p:sp>
      <p:sp>
        <p:nvSpPr>
          <p:cNvPr id="6" name="Text Placeholder 12">
            <a:extLst>
              <a:ext uri="{FF2B5EF4-FFF2-40B4-BE49-F238E27FC236}">
                <a16:creationId xmlns:a16="http://schemas.microsoft.com/office/drawing/2014/main" id="{400EF39D-9DDC-4276-9B33-2B5C91D82454}"/>
              </a:ext>
            </a:extLst>
          </p:cNvPr>
          <p:cNvSpPr>
            <a:spLocks noGrp="1"/>
          </p:cNvSpPr>
          <p:nvPr>
            <p:ph type="body" sz="quarter" idx="14" hasCustomPrompt="1"/>
          </p:nvPr>
        </p:nvSpPr>
        <p:spPr>
          <a:xfrm>
            <a:off x="457200" y="419101"/>
            <a:ext cx="56388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8" name="Text Placeholder 7">
            <a:extLst>
              <a:ext uri="{FF2B5EF4-FFF2-40B4-BE49-F238E27FC236}">
                <a16:creationId xmlns:a16="http://schemas.microsoft.com/office/drawing/2014/main" id="{783F47DB-0539-414F-BE40-90B516F26836}"/>
              </a:ext>
            </a:extLst>
          </p:cNvPr>
          <p:cNvSpPr>
            <a:spLocks noGrp="1"/>
          </p:cNvSpPr>
          <p:nvPr>
            <p:ph type="body" sz="quarter" idx="15" hasCustomPrompt="1"/>
          </p:nvPr>
        </p:nvSpPr>
        <p:spPr>
          <a:xfrm>
            <a:off x="914400" y="2341308"/>
            <a:ext cx="4876800" cy="513080"/>
          </a:xfrm>
        </p:spPr>
        <p:txBody>
          <a:bodyPr anchor="b"/>
          <a:lstStyle>
            <a:lvl1pPr marL="0" indent="0">
              <a:lnSpc>
                <a:spcPct val="100000"/>
              </a:lnSpc>
              <a:spcBef>
                <a:spcPts val="0"/>
              </a:spcBef>
              <a:buNone/>
              <a:defRPr sz="3200">
                <a:solidFill>
                  <a:schemeClr val="tx2"/>
                </a:solidFill>
              </a:defRPr>
            </a:lvl1pPr>
            <a:lvl2pPr marL="0" indent="0">
              <a:lnSpc>
                <a:spcPct val="100000"/>
              </a:lnSpc>
              <a:spcBef>
                <a:spcPts val="0"/>
              </a:spcBef>
              <a:buNone/>
              <a:defRPr sz="3200"/>
            </a:lvl2pPr>
            <a:lvl3pPr marL="0" indent="0">
              <a:lnSpc>
                <a:spcPct val="100000"/>
              </a:lnSpc>
              <a:spcBef>
                <a:spcPts val="0"/>
              </a:spcBef>
              <a:buNone/>
              <a:defRPr sz="3200"/>
            </a:lvl3pPr>
            <a:lvl4pPr marL="0" indent="0">
              <a:lnSpc>
                <a:spcPct val="100000"/>
              </a:lnSpc>
              <a:spcBef>
                <a:spcPts val="0"/>
              </a:spcBef>
              <a:buNone/>
              <a:defRPr sz="3200"/>
            </a:lvl4pPr>
            <a:lvl5pPr marL="0" indent="0">
              <a:lnSpc>
                <a:spcPct val="100000"/>
              </a:lnSpc>
              <a:spcBef>
                <a:spcPts val="0"/>
              </a:spcBef>
              <a:buNone/>
              <a:defRPr sz="3200"/>
            </a:lvl5pPr>
            <a:lvl6pPr marL="0" indent="0">
              <a:lnSpc>
                <a:spcPct val="100000"/>
              </a:lnSpc>
              <a:spcBef>
                <a:spcPts val="0"/>
              </a:spcBef>
              <a:buNone/>
              <a:defRPr sz="3200"/>
            </a:lvl6pPr>
            <a:lvl7pPr marL="0" indent="0">
              <a:lnSpc>
                <a:spcPct val="100000"/>
              </a:lnSpc>
              <a:spcBef>
                <a:spcPts val="0"/>
              </a:spcBef>
              <a:buNone/>
              <a:defRPr sz="3200"/>
            </a:lvl7pPr>
            <a:lvl8pPr marL="0" indent="0">
              <a:lnSpc>
                <a:spcPct val="100000"/>
              </a:lnSpc>
              <a:spcBef>
                <a:spcPts val="0"/>
              </a:spcBef>
              <a:buNone/>
              <a:defRPr sz="3200"/>
            </a:lvl8pPr>
            <a:lvl9pPr marL="0" indent="0">
              <a:lnSpc>
                <a:spcPct val="100000"/>
              </a:lnSpc>
              <a:spcBef>
                <a:spcPts val="0"/>
              </a:spcBef>
              <a:buNone/>
              <a:defRPr sz="3200"/>
            </a:lvl9pPr>
          </a:lstStyle>
          <a:p>
            <a:pPr lvl="0"/>
            <a:r>
              <a:t>Firstname Lastname</a:t>
            </a:r>
          </a:p>
        </p:txBody>
      </p:sp>
      <p:sp>
        <p:nvSpPr>
          <p:cNvPr id="26" name="Text Placeholder 25">
            <a:extLst>
              <a:ext uri="{FF2B5EF4-FFF2-40B4-BE49-F238E27FC236}">
                <a16:creationId xmlns:a16="http://schemas.microsoft.com/office/drawing/2014/main" id="{AC332C48-0190-4F22-A662-A9E0B9421072}"/>
              </a:ext>
            </a:extLst>
          </p:cNvPr>
          <p:cNvSpPr>
            <a:spLocks noGrp="1"/>
          </p:cNvSpPr>
          <p:nvPr>
            <p:ph type="body" sz="quarter" idx="28"/>
          </p:nvPr>
        </p:nvSpPr>
        <p:spPr>
          <a:xfrm>
            <a:off x="914400" y="2935745"/>
            <a:ext cx="4876800" cy="2395910"/>
          </a:xfrm>
        </p:spPr>
        <p:txBody>
          <a:bodyPr/>
          <a:lstStyle>
            <a:lvl1pPr marL="0" indent="0">
              <a:lnSpc>
                <a:spcPct val="130000"/>
              </a:lnSpc>
              <a:spcBef>
                <a:spcPts val="0"/>
              </a:spcBef>
              <a:buFont typeface="Arial" panose="020B0604020202020204" pitchFamily="34" charset="0"/>
              <a:buChar char="​"/>
              <a:defRPr sz="1400">
                <a:solidFill>
                  <a:schemeClr val="tx1"/>
                </a:solidFill>
              </a:defRPr>
            </a:lvl1pPr>
            <a:lvl2pPr marL="0" indent="0">
              <a:lnSpc>
                <a:spcPct val="130000"/>
              </a:lnSpc>
              <a:spcBef>
                <a:spcPts val="0"/>
              </a:spcBef>
              <a:buFont typeface="Arial" panose="020B0604020202020204" pitchFamily="34" charset="0"/>
              <a:buChar char="​"/>
              <a:defRPr sz="1400">
                <a:solidFill>
                  <a:schemeClr val="tx1"/>
                </a:solidFill>
              </a:defRPr>
            </a:lvl2pPr>
            <a:lvl3pPr marL="0" indent="0">
              <a:lnSpc>
                <a:spcPct val="130000"/>
              </a:lnSpc>
              <a:spcBef>
                <a:spcPts val="0"/>
              </a:spcBef>
              <a:buFont typeface="Arial" panose="020B0604020202020204" pitchFamily="34" charset="0"/>
              <a:buChar char="​"/>
              <a:defRPr sz="1400">
                <a:solidFill>
                  <a:schemeClr val="tx1"/>
                </a:solidFill>
              </a:defRPr>
            </a:lvl3pPr>
            <a:lvl4pPr marL="0" indent="0">
              <a:lnSpc>
                <a:spcPct val="130000"/>
              </a:lnSpc>
              <a:spcBef>
                <a:spcPts val="0"/>
              </a:spcBef>
              <a:buFont typeface="Arial" panose="020B0604020202020204" pitchFamily="34" charset="0"/>
              <a:buChar char="​"/>
              <a:defRPr sz="1400">
                <a:solidFill>
                  <a:schemeClr val="tx1"/>
                </a:solidFill>
              </a:defRPr>
            </a:lvl4pPr>
            <a:lvl5pPr marL="0" indent="0">
              <a:lnSpc>
                <a:spcPct val="130000"/>
              </a:lnSpc>
              <a:spcBef>
                <a:spcPts val="0"/>
              </a:spcBef>
              <a:buFont typeface="Arial" panose="020B0604020202020204" pitchFamily="34" charset="0"/>
              <a:buChar char="​"/>
              <a:defRPr sz="1400">
                <a:solidFill>
                  <a:schemeClr val="tx1"/>
                </a:solidFill>
              </a:defRPr>
            </a:lvl5pPr>
            <a:lvl6pPr marL="0" indent="0">
              <a:lnSpc>
                <a:spcPct val="130000"/>
              </a:lnSpc>
              <a:spcBef>
                <a:spcPts val="0"/>
              </a:spcBef>
              <a:buFont typeface="Arial" panose="020B0604020202020204" pitchFamily="34" charset="0"/>
              <a:buChar char="​"/>
              <a:defRPr sz="1400">
                <a:solidFill>
                  <a:schemeClr val="tx1"/>
                </a:solidFill>
              </a:defRPr>
            </a:lvl6pPr>
            <a:lvl7pPr marL="0" indent="0">
              <a:lnSpc>
                <a:spcPct val="130000"/>
              </a:lnSpc>
              <a:spcBef>
                <a:spcPts val="0"/>
              </a:spcBef>
              <a:buFont typeface="Arial" panose="020B0604020202020204" pitchFamily="34" charset="0"/>
              <a:buChar char="​"/>
              <a:defRPr sz="1400">
                <a:solidFill>
                  <a:schemeClr val="tx1"/>
                </a:solidFill>
              </a:defRPr>
            </a:lvl7pPr>
            <a:lvl8pPr marL="0" indent="0">
              <a:lnSpc>
                <a:spcPct val="130000"/>
              </a:lnSpc>
              <a:spcBef>
                <a:spcPts val="0"/>
              </a:spcBef>
              <a:buFont typeface="Arial" panose="020B0604020202020204" pitchFamily="34" charset="0"/>
              <a:buChar char="​"/>
              <a:defRPr sz="1400">
                <a:solidFill>
                  <a:schemeClr val="tx1"/>
                </a:solidFill>
              </a:defRPr>
            </a:lvl8pPr>
            <a:lvl9pPr marL="0" indent="0">
              <a:lnSpc>
                <a:spcPct val="130000"/>
              </a:lnSpc>
              <a:spcBef>
                <a:spcPts val="0"/>
              </a:spcBef>
              <a:buFont typeface="Arial" panose="020B0604020202020204" pitchFamily="34" charset="0"/>
              <a:buChar char="​"/>
              <a:defRPr sz="1400">
                <a:solidFill>
                  <a:schemeClr val="tx1"/>
                </a:solidFill>
              </a:defRPr>
            </a:lvl9pPr>
          </a:lstStyle>
          <a:p>
            <a:pPr lvl="0"/>
            <a:r>
              <a:rPr lang="en-US"/>
              <a:t>Click to edit Master text styles</a:t>
            </a:r>
          </a:p>
          <a:p>
            <a:pPr lvl="1"/>
            <a:r>
              <a:rPr lang="en-US"/>
              <a:t>Second level</a:t>
            </a:r>
          </a:p>
          <a:p>
            <a:pPr lvl="2"/>
            <a:r>
              <a:rPr lang="en-US"/>
              <a:t>Third level</a:t>
            </a:r>
          </a:p>
        </p:txBody>
      </p:sp>
      <p:sp>
        <p:nvSpPr>
          <p:cNvPr id="22" name="Freeform: Shape 21">
            <a:extLst>
              <a:ext uri="{FF2B5EF4-FFF2-40B4-BE49-F238E27FC236}">
                <a16:creationId xmlns:a16="http://schemas.microsoft.com/office/drawing/2014/main" id="{673971D4-2E53-4A84-8E81-9F8C1ECAD73B}"/>
              </a:ext>
            </a:extLst>
          </p:cNvPr>
          <p:cNvSpPr/>
          <p:nvPr/>
        </p:nvSpPr>
        <p:spPr>
          <a:xfrm>
            <a:off x="7475415" y="0"/>
            <a:ext cx="4726032" cy="6858000"/>
          </a:xfrm>
          <a:custGeom>
            <a:avLst/>
            <a:gdLst>
              <a:gd name="connsiteX0" fmla="*/ 0 w 4726032"/>
              <a:gd name="connsiteY0" fmla="*/ 0 h 6858000"/>
              <a:gd name="connsiteX1" fmla="*/ 4726032 w 4726032"/>
              <a:gd name="connsiteY1" fmla="*/ 0 h 6858000"/>
              <a:gd name="connsiteX2" fmla="*/ 4726032 w 4726032"/>
              <a:gd name="connsiteY2" fmla="*/ 425131 h 6858000"/>
              <a:gd name="connsiteX3" fmla="*/ 505056 w 4726032"/>
              <a:gd name="connsiteY3" fmla="*/ 6858000 h 6858000"/>
              <a:gd name="connsiteX4" fmla="*/ 0 w 472603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6032" h="6858000">
                <a:moveTo>
                  <a:pt x="0" y="0"/>
                </a:moveTo>
                <a:lnTo>
                  <a:pt x="4726032" y="0"/>
                </a:lnTo>
                <a:lnTo>
                  <a:pt x="4726032" y="425131"/>
                </a:lnTo>
                <a:lnTo>
                  <a:pt x="505056" y="6858000"/>
                </a:lnTo>
                <a:lnTo>
                  <a:pt x="0" y="6858000"/>
                </a:lnTo>
                <a:close/>
              </a:path>
            </a:pathLst>
          </a:custGeom>
          <a:solidFill>
            <a:srgbClr val="FFFFFF">
              <a:alpha val="14999"/>
            </a:srgbClr>
          </a:solidFill>
        </p:spPr>
        <p:txBody>
          <a:bodyPr wrap="square" lIns="0" tIns="0" rIns="0" bIns="0" rtlCol="0">
            <a:noAutofit/>
          </a:bodyPr>
          <a:lstStyle/>
          <a:p>
            <a:endParaRPr dirty="0"/>
          </a:p>
        </p:txBody>
      </p:sp>
      <p:sp>
        <p:nvSpPr>
          <p:cNvPr id="11" name="Picture Placeholder 10">
            <a:extLst>
              <a:ext uri="{FF2B5EF4-FFF2-40B4-BE49-F238E27FC236}">
                <a16:creationId xmlns:a16="http://schemas.microsoft.com/office/drawing/2014/main" id="{D8758817-3B07-4BCB-838E-6419D9FFA4F6}"/>
              </a:ext>
            </a:extLst>
          </p:cNvPr>
          <p:cNvSpPr>
            <a:spLocks noGrp="1"/>
          </p:cNvSpPr>
          <p:nvPr>
            <p:ph type="pic" sz="quarter" idx="24"/>
          </p:nvPr>
        </p:nvSpPr>
        <p:spPr>
          <a:xfrm>
            <a:off x="7487561" y="0"/>
            <a:ext cx="4270820" cy="4205241"/>
          </a:xfrm>
          <a:solidFill>
            <a:srgbClr val="C3C3C3"/>
          </a:solidFill>
        </p:spPr>
        <p:txBody>
          <a:bodyPr tIns="1280160"/>
          <a:lstStyle>
            <a:lvl1pPr marL="0" indent="0" algn="ctr">
              <a:spcBef>
                <a:spcPts val="0"/>
              </a:spcBef>
              <a:buNone/>
              <a:defRPr/>
            </a:lvl1pPr>
          </a:lstStyle>
          <a:p>
            <a:r>
              <a:rPr lang="en-US" dirty="0"/>
              <a:t>Click icon to add picture</a:t>
            </a:r>
            <a:endParaRPr dirty="0"/>
          </a:p>
        </p:txBody>
      </p:sp>
      <p:sp>
        <p:nvSpPr>
          <p:cNvPr id="18" name="Text Placeholder 7">
            <a:extLst>
              <a:ext uri="{FF2B5EF4-FFF2-40B4-BE49-F238E27FC236}">
                <a16:creationId xmlns:a16="http://schemas.microsoft.com/office/drawing/2014/main" id="{F6321BC2-82B7-4C7B-8C52-03524769DE64}"/>
              </a:ext>
            </a:extLst>
          </p:cNvPr>
          <p:cNvSpPr>
            <a:spLocks noGrp="1"/>
          </p:cNvSpPr>
          <p:nvPr>
            <p:ph type="body" sz="quarter" idx="25" hasCustomPrompt="1"/>
          </p:nvPr>
        </p:nvSpPr>
        <p:spPr>
          <a:xfrm>
            <a:off x="8263894" y="4867982"/>
            <a:ext cx="2594610" cy="632066"/>
          </a:xfrm>
        </p:spPr>
        <p:txBody>
          <a:bodyPr anchor="b"/>
          <a:lstStyle>
            <a:lvl1pPr marL="0" indent="0">
              <a:lnSpc>
                <a:spcPct val="100000"/>
              </a:lnSpc>
              <a:spcBef>
                <a:spcPts val="0"/>
              </a:spcBef>
              <a:buNone/>
              <a:defRPr sz="2000" b="1"/>
            </a:lvl1pPr>
            <a:lvl2pPr marL="0" indent="0">
              <a:lnSpc>
                <a:spcPct val="100000"/>
              </a:lnSpc>
              <a:spcBef>
                <a:spcPts val="0"/>
              </a:spcBef>
              <a:buNone/>
              <a:defRPr sz="3200"/>
            </a:lvl2pPr>
            <a:lvl3pPr marL="0" indent="0">
              <a:lnSpc>
                <a:spcPct val="100000"/>
              </a:lnSpc>
              <a:spcBef>
                <a:spcPts val="0"/>
              </a:spcBef>
              <a:buNone/>
              <a:defRPr sz="3200"/>
            </a:lvl3pPr>
            <a:lvl4pPr marL="0" indent="0">
              <a:lnSpc>
                <a:spcPct val="100000"/>
              </a:lnSpc>
              <a:spcBef>
                <a:spcPts val="0"/>
              </a:spcBef>
              <a:buNone/>
              <a:defRPr sz="3200"/>
            </a:lvl4pPr>
            <a:lvl5pPr marL="0" indent="0">
              <a:lnSpc>
                <a:spcPct val="100000"/>
              </a:lnSpc>
              <a:spcBef>
                <a:spcPts val="0"/>
              </a:spcBef>
              <a:buNone/>
              <a:defRPr sz="3200"/>
            </a:lvl5pPr>
            <a:lvl6pPr marL="0" indent="0">
              <a:lnSpc>
                <a:spcPct val="100000"/>
              </a:lnSpc>
              <a:spcBef>
                <a:spcPts val="0"/>
              </a:spcBef>
              <a:buNone/>
              <a:defRPr sz="3200"/>
            </a:lvl6pPr>
            <a:lvl7pPr marL="0" indent="0">
              <a:lnSpc>
                <a:spcPct val="100000"/>
              </a:lnSpc>
              <a:spcBef>
                <a:spcPts val="0"/>
              </a:spcBef>
              <a:buNone/>
              <a:defRPr sz="3200"/>
            </a:lvl7pPr>
            <a:lvl8pPr marL="0" indent="0">
              <a:lnSpc>
                <a:spcPct val="100000"/>
              </a:lnSpc>
              <a:spcBef>
                <a:spcPts val="0"/>
              </a:spcBef>
              <a:buNone/>
              <a:defRPr sz="3200"/>
            </a:lvl8pPr>
            <a:lvl9pPr marL="0" indent="0">
              <a:lnSpc>
                <a:spcPct val="100000"/>
              </a:lnSpc>
              <a:spcBef>
                <a:spcPts val="0"/>
              </a:spcBef>
              <a:buNone/>
              <a:defRPr sz="3200"/>
            </a:lvl9pPr>
          </a:lstStyle>
          <a:p>
            <a:pPr lvl="0"/>
            <a:r>
              <a:t>Title</a:t>
            </a:r>
          </a:p>
        </p:txBody>
      </p:sp>
      <p:sp>
        <p:nvSpPr>
          <p:cNvPr id="21" name="Text Placeholder 20">
            <a:extLst>
              <a:ext uri="{FF2B5EF4-FFF2-40B4-BE49-F238E27FC236}">
                <a16:creationId xmlns:a16="http://schemas.microsoft.com/office/drawing/2014/main" id="{97ABF8E2-9023-42B4-8195-CD0D7D7F7C2C}"/>
              </a:ext>
            </a:extLst>
          </p:cNvPr>
          <p:cNvSpPr>
            <a:spLocks noGrp="1"/>
          </p:cNvSpPr>
          <p:nvPr>
            <p:ph type="body" sz="quarter" idx="27"/>
          </p:nvPr>
        </p:nvSpPr>
        <p:spPr>
          <a:xfrm>
            <a:off x="8263894" y="5688273"/>
            <a:ext cx="2594610" cy="864928"/>
          </a:xfrm>
        </p:spPr>
        <p:txBody>
          <a:bodyPr/>
          <a:lstStyle>
            <a:lvl1pPr marL="0" indent="0">
              <a:lnSpc>
                <a:spcPct val="107000"/>
              </a:lnSpc>
              <a:spcBef>
                <a:spcPts val="0"/>
              </a:spcBef>
              <a:buNone/>
              <a:defRPr sz="1400"/>
            </a:lvl1pPr>
            <a:lvl2pPr marL="0" indent="0">
              <a:lnSpc>
                <a:spcPct val="107000"/>
              </a:lnSpc>
              <a:spcBef>
                <a:spcPts val="1200"/>
              </a:spcBef>
              <a:buNone/>
              <a:defRPr sz="1400"/>
            </a:lvl2pPr>
            <a:lvl3pPr marL="0" indent="0">
              <a:lnSpc>
                <a:spcPct val="107000"/>
              </a:lnSpc>
              <a:spcBef>
                <a:spcPts val="1200"/>
              </a:spcBef>
              <a:buNone/>
              <a:defRPr sz="1400"/>
            </a:lvl3pPr>
            <a:lvl4pPr marL="0" indent="0">
              <a:lnSpc>
                <a:spcPct val="107000"/>
              </a:lnSpc>
              <a:spcBef>
                <a:spcPts val="1200"/>
              </a:spcBef>
              <a:buNone/>
              <a:defRPr sz="1400"/>
            </a:lvl4pPr>
            <a:lvl5pPr marL="0" indent="0">
              <a:lnSpc>
                <a:spcPct val="107000"/>
              </a:lnSpc>
              <a:spcBef>
                <a:spcPts val="1200"/>
              </a:spcBef>
              <a:buNone/>
              <a:defRPr sz="1400"/>
            </a:lvl5pPr>
            <a:lvl6pPr marL="0" indent="0">
              <a:lnSpc>
                <a:spcPct val="107000"/>
              </a:lnSpc>
              <a:spcBef>
                <a:spcPts val="1200"/>
              </a:spcBef>
              <a:buNone/>
              <a:defRPr sz="1400"/>
            </a:lvl6pPr>
            <a:lvl7pPr marL="0" indent="0">
              <a:lnSpc>
                <a:spcPct val="107000"/>
              </a:lnSpc>
              <a:spcBef>
                <a:spcPts val="1200"/>
              </a:spcBef>
              <a:buNone/>
              <a:defRPr sz="1400"/>
            </a:lvl7pPr>
            <a:lvl8pPr marL="0" indent="0">
              <a:lnSpc>
                <a:spcPct val="107000"/>
              </a:lnSpc>
              <a:spcBef>
                <a:spcPts val="1200"/>
              </a:spcBef>
              <a:buNone/>
              <a:defRPr sz="1400"/>
            </a:lvl8pPr>
            <a:lvl9pPr marL="0" indent="0">
              <a:lnSpc>
                <a:spcPct val="107000"/>
              </a:lnSpc>
              <a:spcBef>
                <a:spcPts val="1200"/>
              </a:spcBef>
              <a:buNone/>
              <a:defRPr sz="1400"/>
            </a:lvl9pPr>
          </a:lstStyle>
          <a:p>
            <a:pPr lvl="0"/>
            <a:r>
              <a:rPr lang="en-US"/>
              <a:t>Click to edit Master text styles</a:t>
            </a:r>
          </a:p>
        </p:txBody>
      </p:sp>
      <p:sp>
        <p:nvSpPr>
          <p:cNvPr id="3" name="Date Placeholder 2">
            <a:extLst>
              <a:ext uri="{FF2B5EF4-FFF2-40B4-BE49-F238E27FC236}">
                <a16:creationId xmlns:a16="http://schemas.microsoft.com/office/drawing/2014/main" id="{951693F7-2245-47F3-A335-EEE9D6E09EAF}"/>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5D7DADCB-E372-4B8B-B515-8BCBE66C161C}"/>
              </a:ext>
            </a:extLst>
          </p:cNvPr>
          <p:cNvSpPr>
            <a:spLocks noGrp="1"/>
          </p:cNvSpPr>
          <p:nvPr>
            <p:ph type="ftr" sz="quarter" idx="11"/>
          </p:nvPr>
        </p:nvSpPr>
        <p:spPr/>
        <p:txBody>
          <a:bodyPr/>
          <a:lstStyle/>
          <a:p>
            <a:r>
              <a:rPr dirty="0">
                <a:solidFill>
                  <a:schemeClr val="tx1">
                    <a:lumMod val="50000"/>
                    <a:lumOff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A5F4FD36-6D09-4AC4-A84A-6C2AC4698A3C}"/>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3439753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6">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Team">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CE547EF-1934-4F25-8B48-9D07FACBB66C}"/>
              </a:ext>
            </a:extLst>
          </p:cNvPr>
          <p:cNvSpPr/>
          <p:nvPr/>
        </p:nvSpPr>
        <p:spPr bwMode="ltGray">
          <a:xfrm>
            <a:off x="-1" y="0"/>
            <a:ext cx="12192000" cy="3546475"/>
          </a:xfrm>
          <a:prstGeom prst="rect">
            <a:avLst/>
          </a:prstGeom>
          <a:solidFill>
            <a:srgbClr val="003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object 6">
            <a:extLst>
              <a:ext uri="{FF2B5EF4-FFF2-40B4-BE49-F238E27FC236}">
                <a16:creationId xmlns:a16="http://schemas.microsoft.com/office/drawing/2014/main" id="{DDB0C7FD-A1F9-4062-9345-C39E80F5FBFB}"/>
              </a:ext>
            </a:extLst>
          </p:cNvPr>
          <p:cNvSpPr/>
          <p:nvPr/>
        </p:nvSpPr>
        <p:spPr>
          <a:xfrm>
            <a:off x="-1" y="0"/>
            <a:ext cx="1118870" cy="2195195"/>
          </a:xfrm>
          <a:custGeom>
            <a:avLst/>
            <a:gdLst/>
            <a:ahLst/>
            <a:cxnLst/>
            <a:rect l="l" t="t" r="r" b="b"/>
            <a:pathLst>
              <a:path w="1118870" h="2195195">
                <a:moveTo>
                  <a:pt x="1118450" y="0"/>
                </a:moveTo>
                <a:lnTo>
                  <a:pt x="0" y="0"/>
                </a:lnTo>
                <a:lnTo>
                  <a:pt x="0" y="2195080"/>
                </a:lnTo>
                <a:lnTo>
                  <a:pt x="1118450" y="0"/>
                </a:lnTo>
                <a:close/>
              </a:path>
            </a:pathLst>
          </a:custGeom>
          <a:solidFill>
            <a:srgbClr val="FFFFFF">
              <a:alpha val="7998"/>
            </a:srgbClr>
          </a:solidFill>
        </p:spPr>
        <p:txBody>
          <a:bodyPr wrap="square" lIns="0" tIns="0" rIns="0" bIns="0" rtlCol="0"/>
          <a:lstStyle/>
          <a:p>
            <a:endParaRPr dirty="0"/>
          </a:p>
        </p:txBody>
      </p:sp>
      <p:sp>
        <p:nvSpPr>
          <p:cNvPr id="2" name="Title 1">
            <a:extLst>
              <a:ext uri="{FF2B5EF4-FFF2-40B4-BE49-F238E27FC236}">
                <a16:creationId xmlns:a16="http://schemas.microsoft.com/office/drawing/2014/main" id="{C116037F-EC99-418E-B6DE-BA53A0F44B10}"/>
              </a:ext>
            </a:extLst>
          </p:cNvPr>
          <p:cNvSpPr>
            <a:spLocks noGrp="1"/>
          </p:cNvSpPr>
          <p:nvPr>
            <p:ph type="title"/>
          </p:nvPr>
        </p:nvSpPr>
        <p:spPr bwMode="auto"/>
        <p:txBody>
          <a:bodyPr/>
          <a:lstStyle>
            <a:lvl1pPr>
              <a:defRPr>
                <a:solidFill>
                  <a:schemeClr val="bg1"/>
                </a:solidFill>
              </a:defRPr>
            </a:lvl1pPr>
          </a:lstStyle>
          <a:p>
            <a:r>
              <a:rPr lang="en-US"/>
              <a:t>Click to edit Master title style</a:t>
            </a:r>
            <a:endParaRPr/>
          </a:p>
        </p:txBody>
      </p:sp>
      <p:sp>
        <p:nvSpPr>
          <p:cNvPr id="15" name="Text Placeholder 12">
            <a:extLst>
              <a:ext uri="{FF2B5EF4-FFF2-40B4-BE49-F238E27FC236}">
                <a16:creationId xmlns:a16="http://schemas.microsoft.com/office/drawing/2014/main" id="{6A78B31A-3458-49D0-81F5-BEC7F1013FA5}"/>
              </a:ext>
            </a:extLst>
          </p:cNvPr>
          <p:cNvSpPr>
            <a:spLocks noGrp="1"/>
          </p:cNvSpPr>
          <p:nvPr>
            <p:ph type="body" sz="quarter" idx="14" hasCustomPrompt="1"/>
          </p:nvPr>
        </p:nvSpPr>
        <p:spPr bwMode="auto">
          <a:xfrm>
            <a:off x="457200" y="419101"/>
            <a:ext cx="9144000" cy="320039"/>
          </a:xfrm>
        </p:spPr>
        <p:txBody>
          <a:bodyPr/>
          <a:lstStyle>
            <a:lvl1pPr marL="0" indent="0">
              <a:spcBef>
                <a:spcPts val="0"/>
              </a:spcBef>
              <a:buNone/>
              <a:defRPr sz="1600" b="1" cap="all" spc="100" baseline="0">
                <a:solidFill>
                  <a:schemeClr val="accent1"/>
                </a:solidFill>
              </a:defRPr>
            </a:lvl1pPr>
            <a:lvl2pPr marL="0" indent="0">
              <a:spcBef>
                <a:spcPts val="0"/>
              </a:spcBef>
              <a:buNone/>
              <a:defRPr sz="1600" cap="all" spc="20" baseline="0">
                <a:solidFill>
                  <a:schemeClr val="accent1"/>
                </a:solidFill>
              </a:defRPr>
            </a:lvl2pPr>
            <a:lvl3pPr marL="0" indent="0">
              <a:spcBef>
                <a:spcPts val="0"/>
              </a:spcBef>
              <a:buNone/>
              <a:defRPr sz="1600" cap="all" spc="20" baseline="0">
                <a:solidFill>
                  <a:schemeClr val="accent1"/>
                </a:solidFill>
              </a:defRPr>
            </a:lvl3pPr>
            <a:lvl4pPr marL="0" indent="0">
              <a:spcBef>
                <a:spcPts val="0"/>
              </a:spcBef>
              <a:buNone/>
              <a:defRPr sz="1600" cap="all" spc="20" baseline="0">
                <a:solidFill>
                  <a:schemeClr val="accent1"/>
                </a:solidFill>
              </a:defRPr>
            </a:lvl4pPr>
            <a:lvl5pPr marL="0" indent="0">
              <a:spcBef>
                <a:spcPts val="0"/>
              </a:spcBef>
              <a:buNone/>
              <a:defRPr sz="1600" cap="all" spc="20" baseline="0">
                <a:solidFill>
                  <a:schemeClr val="accent1"/>
                </a:solidFill>
              </a:defRPr>
            </a:lvl5pPr>
            <a:lvl6pPr marL="0" indent="0">
              <a:spcBef>
                <a:spcPts val="0"/>
              </a:spcBef>
              <a:buNone/>
              <a:defRPr sz="1600" cap="all" spc="20" baseline="0">
                <a:solidFill>
                  <a:schemeClr val="accent1"/>
                </a:solidFill>
              </a:defRPr>
            </a:lvl6pPr>
            <a:lvl7pPr marL="0" indent="0">
              <a:spcBef>
                <a:spcPts val="0"/>
              </a:spcBef>
              <a:buNone/>
              <a:defRPr sz="1600" cap="all" spc="20" baseline="0">
                <a:solidFill>
                  <a:schemeClr val="accent1"/>
                </a:solidFill>
              </a:defRPr>
            </a:lvl7pPr>
            <a:lvl8pPr marL="0" indent="0">
              <a:spcBef>
                <a:spcPts val="0"/>
              </a:spcBef>
              <a:buNone/>
              <a:defRPr sz="1600" cap="all" spc="20" baseline="0">
                <a:solidFill>
                  <a:schemeClr val="accent1"/>
                </a:solidFill>
              </a:defRPr>
            </a:lvl8pPr>
            <a:lvl9pPr marL="0" indent="0">
              <a:spcBef>
                <a:spcPts val="0"/>
              </a:spcBef>
              <a:buNone/>
              <a:defRPr sz="1600" cap="all" spc="20" baseline="0">
                <a:solidFill>
                  <a:schemeClr val="accent1"/>
                </a:solidFill>
              </a:defRPr>
            </a:lvl9pPr>
          </a:lstStyle>
          <a:p>
            <a:pPr lvl="0"/>
            <a:r>
              <a:t>Superheader (all caps)</a:t>
            </a:r>
          </a:p>
        </p:txBody>
      </p:sp>
      <p:sp>
        <p:nvSpPr>
          <p:cNvPr id="3" name="Date Placeholder 2">
            <a:extLst>
              <a:ext uri="{FF2B5EF4-FFF2-40B4-BE49-F238E27FC236}">
                <a16:creationId xmlns:a16="http://schemas.microsoft.com/office/drawing/2014/main" id="{F966E293-48A4-4127-BC63-27B9382C7265}"/>
              </a:ext>
            </a:extLst>
          </p:cNvPr>
          <p:cNvSpPr>
            <a:spLocks noGrp="1"/>
          </p:cNvSpPr>
          <p:nvPr>
            <p:ph type="dt" sz="half" idx="10"/>
          </p:nvPr>
        </p:nvSpPr>
        <p:spPr/>
        <p:txBody>
          <a:bodyPr/>
          <a:lstStyle/>
          <a:p>
            <a:endParaRPr dirty="0"/>
          </a:p>
        </p:txBody>
      </p:sp>
      <p:sp>
        <p:nvSpPr>
          <p:cNvPr id="4" name="Footer Placeholder 3">
            <a:extLst>
              <a:ext uri="{FF2B5EF4-FFF2-40B4-BE49-F238E27FC236}">
                <a16:creationId xmlns:a16="http://schemas.microsoft.com/office/drawing/2014/main" id="{FE13647F-5137-4891-9EC6-E7B82AC03DFA}"/>
              </a:ext>
            </a:extLst>
          </p:cNvPr>
          <p:cNvSpPr>
            <a:spLocks noGrp="1"/>
          </p:cNvSpPr>
          <p:nvPr>
            <p:ph type="ftr" sz="quarter" idx="11"/>
          </p:nvPr>
        </p:nvSpPr>
        <p:spPr/>
        <p:txBody>
          <a:bodyPr/>
          <a:lstStyle/>
          <a:p>
            <a:r>
              <a:rPr dirty="0">
                <a:solidFill>
                  <a:schemeClr val="tx1">
                    <a:lumMod val="50000"/>
                    <a:lumOff val="50000"/>
                  </a:schemeClr>
                </a:solidFill>
              </a:rPr>
              <a:t>Confidential. For Ascensus internal purposes only. Not intended for use with or distribution to clients or the public.</a:t>
            </a:r>
          </a:p>
        </p:txBody>
      </p:sp>
      <p:sp>
        <p:nvSpPr>
          <p:cNvPr id="5" name="Slide Number Placeholder 4">
            <a:extLst>
              <a:ext uri="{FF2B5EF4-FFF2-40B4-BE49-F238E27FC236}">
                <a16:creationId xmlns:a16="http://schemas.microsoft.com/office/drawing/2014/main" id="{2A2AC09F-1282-4576-93F9-55F280A9D332}"/>
              </a:ext>
            </a:extLst>
          </p:cNvPr>
          <p:cNvSpPr>
            <a:spLocks noGrp="1"/>
          </p:cNvSpPr>
          <p:nvPr>
            <p:ph type="sldNum" sz="quarter" idx="12"/>
          </p:nvPr>
        </p:nvSpPr>
        <p:spPr/>
        <p:txBody>
          <a:bodyPr/>
          <a:lstStyle/>
          <a:p>
            <a:fld id="{8A05B047-7786-42C0-A2BF-6DB1A4525D42}" type="slidenum">
              <a:rPr/>
              <a:pPr/>
              <a:t>‹#›</a:t>
            </a:fld>
            <a:endParaRPr dirty="0"/>
          </a:p>
        </p:txBody>
      </p:sp>
    </p:spTree>
    <p:extLst>
      <p:ext uri="{BB962C8B-B14F-4D97-AF65-F5344CB8AC3E}">
        <p14:creationId xmlns:p14="http://schemas.microsoft.com/office/powerpoint/2010/main" val="3743824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acts">
    <p:bg>
      <p:bgPr>
        <a:gradFill>
          <a:gsLst>
            <a:gs pos="100000">
              <a:srgbClr val="05A2C6"/>
            </a:gs>
            <a:gs pos="50000">
              <a:srgbClr val="00A88C"/>
            </a:gs>
          </a:gsLst>
          <a:lin ang="2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80654-14CB-4793-B103-8A39FC5F88C8}"/>
              </a:ext>
            </a:extLst>
          </p:cNvPr>
          <p:cNvSpPr>
            <a:spLocks noGrp="1"/>
          </p:cNvSpPr>
          <p:nvPr>
            <p:ph type="title" hasCustomPrompt="1"/>
          </p:nvPr>
        </p:nvSpPr>
        <p:spPr>
          <a:xfrm>
            <a:off x="2230188" y="1800195"/>
            <a:ext cx="7732678" cy="787400"/>
          </a:xfrm>
        </p:spPr>
        <p:txBody>
          <a:bodyPr/>
          <a:lstStyle>
            <a:lvl1pPr algn="ctr">
              <a:defRPr sz="5000" b="0">
                <a:solidFill>
                  <a:schemeClr val="tx1"/>
                </a:solidFill>
              </a:defRPr>
            </a:lvl1pPr>
          </a:lstStyle>
          <a:p>
            <a:r>
              <a:t>[Thank you or other text]</a:t>
            </a:r>
          </a:p>
        </p:txBody>
      </p:sp>
      <p:sp>
        <p:nvSpPr>
          <p:cNvPr id="20" name="Text Placeholder 18">
            <a:extLst>
              <a:ext uri="{FF2B5EF4-FFF2-40B4-BE49-F238E27FC236}">
                <a16:creationId xmlns:a16="http://schemas.microsoft.com/office/drawing/2014/main" id="{1D06D650-3778-49F5-B109-E96EB4C570EB}"/>
              </a:ext>
            </a:extLst>
          </p:cNvPr>
          <p:cNvSpPr>
            <a:spLocks noGrp="1"/>
          </p:cNvSpPr>
          <p:nvPr>
            <p:ph type="body" sz="quarter" idx="11" hasCustomPrompt="1"/>
          </p:nvPr>
        </p:nvSpPr>
        <p:spPr>
          <a:xfrm>
            <a:off x="1616328" y="3502527"/>
            <a:ext cx="2377440" cy="787400"/>
          </a:xfrm>
        </p:spPr>
        <p:txBody>
          <a:bodyPr anchor="b"/>
          <a:lstStyle>
            <a:lvl1pPr marL="0" indent="0">
              <a:lnSpc>
                <a:spcPct val="100000"/>
              </a:lnSpc>
              <a:spcBef>
                <a:spcPts val="0"/>
              </a:spcBef>
              <a:buNone/>
              <a:defRPr sz="1600" b="1">
                <a:solidFill>
                  <a:schemeClr val="bg2"/>
                </a:solidFill>
              </a:defRPr>
            </a:lvl1pPr>
            <a:lvl2pPr marL="0" indent="0">
              <a:lnSpc>
                <a:spcPct val="100000"/>
              </a:lnSpc>
              <a:spcBef>
                <a:spcPts val="0"/>
              </a:spcBef>
              <a:buNone/>
              <a:defRPr sz="1600" b="1">
                <a:solidFill>
                  <a:schemeClr val="bg2"/>
                </a:solidFill>
              </a:defRPr>
            </a:lvl2pPr>
            <a:lvl3pPr marL="0" indent="0">
              <a:lnSpc>
                <a:spcPct val="100000"/>
              </a:lnSpc>
              <a:spcBef>
                <a:spcPts val="0"/>
              </a:spcBef>
              <a:buNone/>
              <a:defRPr sz="1600" b="1">
                <a:solidFill>
                  <a:schemeClr val="bg2"/>
                </a:solidFill>
              </a:defRPr>
            </a:lvl3pPr>
            <a:lvl4pPr marL="0" indent="0">
              <a:lnSpc>
                <a:spcPct val="100000"/>
              </a:lnSpc>
              <a:spcBef>
                <a:spcPts val="0"/>
              </a:spcBef>
              <a:buNone/>
              <a:defRPr sz="1600" b="1">
                <a:solidFill>
                  <a:schemeClr val="bg2"/>
                </a:solidFill>
              </a:defRPr>
            </a:lvl4pPr>
            <a:lvl5pPr marL="0" indent="0">
              <a:lnSpc>
                <a:spcPct val="100000"/>
              </a:lnSpc>
              <a:spcBef>
                <a:spcPts val="0"/>
              </a:spcBef>
              <a:buNone/>
              <a:defRPr sz="1600" b="1">
                <a:solidFill>
                  <a:schemeClr val="bg2"/>
                </a:solidFill>
              </a:defRPr>
            </a:lvl5pPr>
            <a:lvl6pPr marL="0" indent="0">
              <a:lnSpc>
                <a:spcPct val="100000"/>
              </a:lnSpc>
              <a:spcBef>
                <a:spcPts val="0"/>
              </a:spcBef>
              <a:buNone/>
              <a:defRPr sz="1600" b="1">
                <a:solidFill>
                  <a:schemeClr val="bg2"/>
                </a:solidFill>
              </a:defRPr>
            </a:lvl6pPr>
            <a:lvl7pPr marL="0" indent="0">
              <a:lnSpc>
                <a:spcPct val="100000"/>
              </a:lnSpc>
              <a:spcBef>
                <a:spcPts val="0"/>
              </a:spcBef>
              <a:buNone/>
              <a:defRPr sz="1600" b="1">
                <a:solidFill>
                  <a:schemeClr val="bg2"/>
                </a:solidFill>
              </a:defRPr>
            </a:lvl7pPr>
            <a:lvl8pPr marL="0" indent="0">
              <a:lnSpc>
                <a:spcPct val="100000"/>
              </a:lnSpc>
              <a:spcBef>
                <a:spcPts val="0"/>
              </a:spcBef>
              <a:buNone/>
              <a:defRPr sz="1600" b="1">
                <a:solidFill>
                  <a:schemeClr val="bg2"/>
                </a:solidFill>
              </a:defRPr>
            </a:lvl8pPr>
            <a:lvl9pPr marL="0" indent="0">
              <a:lnSpc>
                <a:spcPct val="100000"/>
              </a:lnSpc>
              <a:spcBef>
                <a:spcPts val="0"/>
              </a:spcBef>
              <a:buNone/>
              <a:defRPr sz="1600" b="1">
                <a:solidFill>
                  <a:schemeClr val="bg2"/>
                </a:solidFill>
              </a:defRPr>
            </a:lvl9pPr>
          </a:lstStyle>
          <a:p>
            <a:pPr lvl="0"/>
            <a:r>
              <a:t>Firstname Lastname</a:t>
            </a:r>
          </a:p>
        </p:txBody>
      </p:sp>
      <p:sp>
        <p:nvSpPr>
          <p:cNvPr id="19" name="Text Placeholder 18">
            <a:extLst>
              <a:ext uri="{FF2B5EF4-FFF2-40B4-BE49-F238E27FC236}">
                <a16:creationId xmlns:a16="http://schemas.microsoft.com/office/drawing/2014/main" id="{35C191AA-6893-4B2C-8E1E-F58745DF1BCC}"/>
              </a:ext>
            </a:extLst>
          </p:cNvPr>
          <p:cNvSpPr>
            <a:spLocks noGrp="1"/>
          </p:cNvSpPr>
          <p:nvPr>
            <p:ph type="body" sz="quarter" idx="10" hasCustomPrompt="1"/>
          </p:nvPr>
        </p:nvSpPr>
        <p:spPr>
          <a:xfrm>
            <a:off x="1616328" y="4330157"/>
            <a:ext cx="2377440" cy="675741"/>
          </a:xfrm>
        </p:spPr>
        <p:txBody>
          <a:bodyPr/>
          <a:lstStyle>
            <a:lvl1pPr marL="0" indent="0">
              <a:lnSpc>
                <a:spcPct val="100000"/>
              </a:lnSpc>
              <a:spcBef>
                <a:spcPts val="0"/>
              </a:spcBef>
              <a:buNone/>
              <a:defRPr sz="1200" b="1"/>
            </a:lvl1pPr>
            <a:lvl2pPr marL="0" indent="0">
              <a:lnSpc>
                <a:spcPct val="100000"/>
              </a:lnSpc>
              <a:spcBef>
                <a:spcPts val="0"/>
              </a:spcBef>
              <a:buNone/>
              <a:defRPr sz="1200" b="1"/>
            </a:lvl2pPr>
            <a:lvl3pPr marL="0" indent="0">
              <a:lnSpc>
                <a:spcPct val="100000"/>
              </a:lnSpc>
              <a:spcBef>
                <a:spcPts val="0"/>
              </a:spcBef>
              <a:buNone/>
              <a:defRPr sz="1200" b="1"/>
            </a:lvl3pPr>
            <a:lvl4pPr marL="0" indent="0">
              <a:lnSpc>
                <a:spcPct val="100000"/>
              </a:lnSpc>
              <a:spcBef>
                <a:spcPts val="0"/>
              </a:spcBef>
              <a:buNone/>
              <a:defRPr sz="1200" b="1"/>
            </a:lvl4pPr>
            <a:lvl5pPr marL="0" indent="0">
              <a:lnSpc>
                <a:spcPct val="100000"/>
              </a:lnSpc>
              <a:spcBef>
                <a:spcPts val="0"/>
              </a:spcBef>
              <a:buNone/>
              <a:defRPr sz="1200" b="1"/>
            </a:lvl5pPr>
            <a:lvl6pPr marL="0" indent="0">
              <a:lnSpc>
                <a:spcPct val="100000"/>
              </a:lnSpc>
              <a:spcBef>
                <a:spcPts val="0"/>
              </a:spcBef>
              <a:buNone/>
              <a:defRPr sz="1200" b="1"/>
            </a:lvl6pPr>
            <a:lvl7pPr marL="0" indent="0">
              <a:lnSpc>
                <a:spcPct val="100000"/>
              </a:lnSpc>
              <a:spcBef>
                <a:spcPts val="0"/>
              </a:spcBef>
              <a:buNone/>
              <a:defRPr sz="1200" b="1"/>
            </a:lvl7pPr>
            <a:lvl8pPr marL="0" indent="0">
              <a:lnSpc>
                <a:spcPct val="100000"/>
              </a:lnSpc>
              <a:spcBef>
                <a:spcPts val="0"/>
              </a:spcBef>
              <a:buNone/>
              <a:defRPr sz="1200" b="1"/>
            </a:lvl8pPr>
            <a:lvl9pPr marL="0" indent="0">
              <a:lnSpc>
                <a:spcPct val="100000"/>
              </a:lnSpc>
              <a:spcBef>
                <a:spcPts val="0"/>
              </a:spcBef>
              <a:buNone/>
              <a:defRPr sz="1200" b="1"/>
            </a:lvl9pPr>
          </a:lstStyle>
          <a:p>
            <a:pPr lvl="0"/>
            <a:r>
              <a:t>Contact info</a:t>
            </a:r>
          </a:p>
        </p:txBody>
      </p:sp>
      <p:sp>
        <p:nvSpPr>
          <p:cNvPr id="25" name="Text Placeholder 18">
            <a:extLst>
              <a:ext uri="{FF2B5EF4-FFF2-40B4-BE49-F238E27FC236}">
                <a16:creationId xmlns:a16="http://schemas.microsoft.com/office/drawing/2014/main" id="{63F45844-6EB6-4A31-B813-24C8B06C06E2}"/>
              </a:ext>
            </a:extLst>
          </p:cNvPr>
          <p:cNvSpPr>
            <a:spLocks noGrp="1"/>
          </p:cNvSpPr>
          <p:nvPr>
            <p:ph type="body" sz="quarter" idx="13" hasCustomPrompt="1"/>
          </p:nvPr>
        </p:nvSpPr>
        <p:spPr>
          <a:xfrm>
            <a:off x="4928616" y="3502527"/>
            <a:ext cx="2377440" cy="787400"/>
          </a:xfrm>
        </p:spPr>
        <p:txBody>
          <a:bodyPr anchor="b"/>
          <a:lstStyle>
            <a:lvl1pPr marL="0" indent="0">
              <a:lnSpc>
                <a:spcPct val="100000"/>
              </a:lnSpc>
              <a:spcBef>
                <a:spcPts val="0"/>
              </a:spcBef>
              <a:buNone/>
              <a:defRPr sz="1600" b="1">
                <a:solidFill>
                  <a:schemeClr val="bg2"/>
                </a:solidFill>
              </a:defRPr>
            </a:lvl1pPr>
            <a:lvl2pPr marL="0" indent="0">
              <a:lnSpc>
                <a:spcPct val="100000"/>
              </a:lnSpc>
              <a:spcBef>
                <a:spcPts val="0"/>
              </a:spcBef>
              <a:buNone/>
              <a:defRPr sz="1600" b="1">
                <a:solidFill>
                  <a:schemeClr val="bg2"/>
                </a:solidFill>
              </a:defRPr>
            </a:lvl2pPr>
            <a:lvl3pPr marL="0" indent="0">
              <a:lnSpc>
                <a:spcPct val="100000"/>
              </a:lnSpc>
              <a:spcBef>
                <a:spcPts val="0"/>
              </a:spcBef>
              <a:buNone/>
              <a:defRPr sz="1600" b="1">
                <a:solidFill>
                  <a:schemeClr val="bg2"/>
                </a:solidFill>
              </a:defRPr>
            </a:lvl3pPr>
            <a:lvl4pPr marL="0" indent="0">
              <a:lnSpc>
                <a:spcPct val="100000"/>
              </a:lnSpc>
              <a:spcBef>
                <a:spcPts val="0"/>
              </a:spcBef>
              <a:buNone/>
              <a:defRPr sz="1600" b="1">
                <a:solidFill>
                  <a:schemeClr val="bg2"/>
                </a:solidFill>
              </a:defRPr>
            </a:lvl4pPr>
            <a:lvl5pPr marL="0" indent="0">
              <a:lnSpc>
                <a:spcPct val="100000"/>
              </a:lnSpc>
              <a:spcBef>
                <a:spcPts val="0"/>
              </a:spcBef>
              <a:buNone/>
              <a:defRPr sz="1600" b="1">
                <a:solidFill>
                  <a:schemeClr val="bg2"/>
                </a:solidFill>
              </a:defRPr>
            </a:lvl5pPr>
            <a:lvl6pPr marL="0" indent="0">
              <a:lnSpc>
                <a:spcPct val="100000"/>
              </a:lnSpc>
              <a:spcBef>
                <a:spcPts val="0"/>
              </a:spcBef>
              <a:buNone/>
              <a:defRPr sz="1600" b="1">
                <a:solidFill>
                  <a:schemeClr val="bg2"/>
                </a:solidFill>
              </a:defRPr>
            </a:lvl6pPr>
            <a:lvl7pPr marL="0" indent="0">
              <a:lnSpc>
                <a:spcPct val="100000"/>
              </a:lnSpc>
              <a:spcBef>
                <a:spcPts val="0"/>
              </a:spcBef>
              <a:buNone/>
              <a:defRPr sz="1600" b="1">
                <a:solidFill>
                  <a:schemeClr val="bg2"/>
                </a:solidFill>
              </a:defRPr>
            </a:lvl7pPr>
            <a:lvl8pPr marL="0" indent="0">
              <a:lnSpc>
                <a:spcPct val="100000"/>
              </a:lnSpc>
              <a:spcBef>
                <a:spcPts val="0"/>
              </a:spcBef>
              <a:buNone/>
              <a:defRPr sz="1600" b="1">
                <a:solidFill>
                  <a:schemeClr val="bg2"/>
                </a:solidFill>
              </a:defRPr>
            </a:lvl8pPr>
            <a:lvl9pPr marL="0" indent="0">
              <a:lnSpc>
                <a:spcPct val="100000"/>
              </a:lnSpc>
              <a:spcBef>
                <a:spcPts val="0"/>
              </a:spcBef>
              <a:buNone/>
              <a:defRPr sz="1600" b="1">
                <a:solidFill>
                  <a:schemeClr val="bg2"/>
                </a:solidFill>
              </a:defRPr>
            </a:lvl9pPr>
          </a:lstStyle>
          <a:p>
            <a:pPr lvl="0"/>
            <a:r>
              <a:t>Firstname Lastname</a:t>
            </a:r>
          </a:p>
        </p:txBody>
      </p:sp>
      <p:sp>
        <p:nvSpPr>
          <p:cNvPr id="24" name="Text Placeholder 18">
            <a:extLst>
              <a:ext uri="{FF2B5EF4-FFF2-40B4-BE49-F238E27FC236}">
                <a16:creationId xmlns:a16="http://schemas.microsoft.com/office/drawing/2014/main" id="{237CF99C-0EFA-4B9B-BCF2-3293201849FB}"/>
              </a:ext>
            </a:extLst>
          </p:cNvPr>
          <p:cNvSpPr>
            <a:spLocks noGrp="1"/>
          </p:cNvSpPr>
          <p:nvPr>
            <p:ph type="body" sz="quarter" idx="12" hasCustomPrompt="1"/>
          </p:nvPr>
        </p:nvSpPr>
        <p:spPr>
          <a:xfrm>
            <a:off x="4928616" y="4330157"/>
            <a:ext cx="2377440" cy="675741"/>
          </a:xfrm>
        </p:spPr>
        <p:txBody>
          <a:bodyPr/>
          <a:lstStyle>
            <a:lvl1pPr marL="0" indent="0">
              <a:lnSpc>
                <a:spcPct val="100000"/>
              </a:lnSpc>
              <a:spcBef>
                <a:spcPts val="0"/>
              </a:spcBef>
              <a:buNone/>
              <a:defRPr sz="1200" b="1"/>
            </a:lvl1pPr>
            <a:lvl2pPr marL="0" indent="0">
              <a:lnSpc>
                <a:spcPct val="100000"/>
              </a:lnSpc>
              <a:spcBef>
                <a:spcPts val="0"/>
              </a:spcBef>
              <a:buNone/>
              <a:defRPr sz="1200" b="1"/>
            </a:lvl2pPr>
            <a:lvl3pPr marL="0" indent="0">
              <a:lnSpc>
                <a:spcPct val="100000"/>
              </a:lnSpc>
              <a:spcBef>
                <a:spcPts val="0"/>
              </a:spcBef>
              <a:buNone/>
              <a:defRPr sz="1200" b="1"/>
            </a:lvl3pPr>
            <a:lvl4pPr marL="0" indent="0">
              <a:lnSpc>
                <a:spcPct val="100000"/>
              </a:lnSpc>
              <a:spcBef>
                <a:spcPts val="0"/>
              </a:spcBef>
              <a:buNone/>
              <a:defRPr sz="1200" b="1"/>
            </a:lvl4pPr>
            <a:lvl5pPr marL="0" indent="0">
              <a:lnSpc>
                <a:spcPct val="100000"/>
              </a:lnSpc>
              <a:spcBef>
                <a:spcPts val="0"/>
              </a:spcBef>
              <a:buNone/>
              <a:defRPr sz="1200" b="1"/>
            </a:lvl5pPr>
            <a:lvl6pPr marL="0" indent="0">
              <a:lnSpc>
                <a:spcPct val="100000"/>
              </a:lnSpc>
              <a:spcBef>
                <a:spcPts val="0"/>
              </a:spcBef>
              <a:buNone/>
              <a:defRPr sz="1200" b="1"/>
            </a:lvl6pPr>
            <a:lvl7pPr marL="0" indent="0">
              <a:lnSpc>
                <a:spcPct val="100000"/>
              </a:lnSpc>
              <a:spcBef>
                <a:spcPts val="0"/>
              </a:spcBef>
              <a:buNone/>
              <a:defRPr sz="1200" b="1"/>
            </a:lvl7pPr>
            <a:lvl8pPr marL="0" indent="0">
              <a:lnSpc>
                <a:spcPct val="100000"/>
              </a:lnSpc>
              <a:spcBef>
                <a:spcPts val="0"/>
              </a:spcBef>
              <a:buNone/>
              <a:defRPr sz="1200" b="1"/>
            </a:lvl8pPr>
            <a:lvl9pPr marL="0" indent="0">
              <a:lnSpc>
                <a:spcPct val="100000"/>
              </a:lnSpc>
              <a:spcBef>
                <a:spcPts val="0"/>
              </a:spcBef>
              <a:buNone/>
              <a:defRPr sz="1200" b="1"/>
            </a:lvl9pPr>
          </a:lstStyle>
          <a:p>
            <a:pPr lvl="0"/>
            <a:r>
              <a:t>Contact info</a:t>
            </a:r>
          </a:p>
        </p:txBody>
      </p:sp>
      <p:sp>
        <p:nvSpPr>
          <p:cNvPr id="27" name="Text Placeholder 18">
            <a:extLst>
              <a:ext uri="{FF2B5EF4-FFF2-40B4-BE49-F238E27FC236}">
                <a16:creationId xmlns:a16="http://schemas.microsoft.com/office/drawing/2014/main" id="{3AE2F002-A127-4FDF-8AFF-7EB378B3CAC5}"/>
              </a:ext>
            </a:extLst>
          </p:cNvPr>
          <p:cNvSpPr>
            <a:spLocks noGrp="1"/>
          </p:cNvSpPr>
          <p:nvPr>
            <p:ph type="body" sz="quarter" idx="15" hasCustomPrompt="1"/>
          </p:nvPr>
        </p:nvSpPr>
        <p:spPr>
          <a:xfrm>
            <a:off x="8247888" y="3502527"/>
            <a:ext cx="2377440" cy="787400"/>
          </a:xfrm>
        </p:spPr>
        <p:txBody>
          <a:bodyPr anchor="b"/>
          <a:lstStyle>
            <a:lvl1pPr marL="0" indent="0">
              <a:lnSpc>
                <a:spcPct val="100000"/>
              </a:lnSpc>
              <a:spcBef>
                <a:spcPts val="0"/>
              </a:spcBef>
              <a:buNone/>
              <a:defRPr sz="1600" b="1">
                <a:solidFill>
                  <a:schemeClr val="bg2"/>
                </a:solidFill>
              </a:defRPr>
            </a:lvl1pPr>
            <a:lvl2pPr marL="0" indent="0">
              <a:lnSpc>
                <a:spcPct val="100000"/>
              </a:lnSpc>
              <a:spcBef>
                <a:spcPts val="0"/>
              </a:spcBef>
              <a:buNone/>
              <a:defRPr sz="1600" b="1">
                <a:solidFill>
                  <a:schemeClr val="bg2"/>
                </a:solidFill>
              </a:defRPr>
            </a:lvl2pPr>
            <a:lvl3pPr marL="0" indent="0">
              <a:lnSpc>
                <a:spcPct val="100000"/>
              </a:lnSpc>
              <a:spcBef>
                <a:spcPts val="0"/>
              </a:spcBef>
              <a:buNone/>
              <a:defRPr sz="1600" b="1">
                <a:solidFill>
                  <a:schemeClr val="bg2"/>
                </a:solidFill>
              </a:defRPr>
            </a:lvl3pPr>
            <a:lvl4pPr marL="0" indent="0">
              <a:lnSpc>
                <a:spcPct val="100000"/>
              </a:lnSpc>
              <a:spcBef>
                <a:spcPts val="0"/>
              </a:spcBef>
              <a:buNone/>
              <a:defRPr sz="1600" b="1">
                <a:solidFill>
                  <a:schemeClr val="bg2"/>
                </a:solidFill>
              </a:defRPr>
            </a:lvl4pPr>
            <a:lvl5pPr marL="0" indent="0">
              <a:lnSpc>
                <a:spcPct val="100000"/>
              </a:lnSpc>
              <a:spcBef>
                <a:spcPts val="0"/>
              </a:spcBef>
              <a:buNone/>
              <a:defRPr sz="1600" b="1">
                <a:solidFill>
                  <a:schemeClr val="bg2"/>
                </a:solidFill>
              </a:defRPr>
            </a:lvl5pPr>
            <a:lvl6pPr marL="0" indent="0">
              <a:lnSpc>
                <a:spcPct val="100000"/>
              </a:lnSpc>
              <a:spcBef>
                <a:spcPts val="0"/>
              </a:spcBef>
              <a:buNone/>
              <a:defRPr sz="1600" b="1">
                <a:solidFill>
                  <a:schemeClr val="bg2"/>
                </a:solidFill>
              </a:defRPr>
            </a:lvl6pPr>
            <a:lvl7pPr marL="0" indent="0">
              <a:lnSpc>
                <a:spcPct val="100000"/>
              </a:lnSpc>
              <a:spcBef>
                <a:spcPts val="0"/>
              </a:spcBef>
              <a:buNone/>
              <a:defRPr sz="1600" b="1">
                <a:solidFill>
                  <a:schemeClr val="bg2"/>
                </a:solidFill>
              </a:defRPr>
            </a:lvl7pPr>
            <a:lvl8pPr marL="0" indent="0">
              <a:lnSpc>
                <a:spcPct val="100000"/>
              </a:lnSpc>
              <a:spcBef>
                <a:spcPts val="0"/>
              </a:spcBef>
              <a:buNone/>
              <a:defRPr sz="1600" b="1">
                <a:solidFill>
                  <a:schemeClr val="bg2"/>
                </a:solidFill>
              </a:defRPr>
            </a:lvl8pPr>
            <a:lvl9pPr marL="0" indent="0">
              <a:lnSpc>
                <a:spcPct val="100000"/>
              </a:lnSpc>
              <a:spcBef>
                <a:spcPts val="0"/>
              </a:spcBef>
              <a:buNone/>
              <a:defRPr sz="1600" b="1">
                <a:solidFill>
                  <a:schemeClr val="bg2"/>
                </a:solidFill>
              </a:defRPr>
            </a:lvl9pPr>
          </a:lstStyle>
          <a:p>
            <a:pPr lvl="0"/>
            <a:r>
              <a:t>Firstname Lastname</a:t>
            </a:r>
          </a:p>
        </p:txBody>
      </p:sp>
      <p:sp>
        <p:nvSpPr>
          <p:cNvPr id="26" name="Text Placeholder 18">
            <a:extLst>
              <a:ext uri="{FF2B5EF4-FFF2-40B4-BE49-F238E27FC236}">
                <a16:creationId xmlns:a16="http://schemas.microsoft.com/office/drawing/2014/main" id="{6ABB6127-2718-4921-A514-140B50D81F32}"/>
              </a:ext>
            </a:extLst>
          </p:cNvPr>
          <p:cNvSpPr>
            <a:spLocks noGrp="1"/>
          </p:cNvSpPr>
          <p:nvPr>
            <p:ph type="body" sz="quarter" idx="14" hasCustomPrompt="1"/>
          </p:nvPr>
        </p:nvSpPr>
        <p:spPr>
          <a:xfrm>
            <a:off x="8247888" y="4330157"/>
            <a:ext cx="2377440" cy="675741"/>
          </a:xfrm>
        </p:spPr>
        <p:txBody>
          <a:bodyPr/>
          <a:lstStyle>
            <a:lvl1pPr marL="0" indent="0">
              <a:lnSpc>
                <a:spcPct val="100000"/>
              </a:lnSpc>
              <a:spcBef>
                <a:spcPts val="0"/>
              </a:spcBef>
              <a:buNone/>
              <a:defRPr sz="1200" b="1"/>
            </a:lvl1pPr>
            <a:lvl2pPr marL="0" indent="0">
              <a:lnSpc>
                <a:spcPct val="100000"/>
              </a:lnSpc>
              <a:spcBef>
                <a:spcPts val="0"/>
              </a:spcBef>
              <a:buNone/>
              <a:defRPr sz="1200" b="1"/>
            </a:lvl2pPr>
            <a:lvl3pPr marL="0" indent="0">
              <a:lnSpc>
                <a:spcPct val="100000"/>
              </a:lnSpc>
              <a:spcBef>
                <a:spcPts val="0"/>
              </a:spcBef>
              <a:buNone/>
              <a:defRPr sz="1200" b="1"/>
            </a:lvl3pPr>
            <a:lvl4pPr marL="0" indent="0">
              <a:lnSpc>
                <a:spcPct val="100000"/>
              </a:lnSpc>
              <a:spcBef>
                <a:spcPts val="0"/>
              </a:spcBef>
              <a:buNone/>
              <a:defRPr sz="1200" b="1"/>
            </a:lvl4pPr>
            <a:lvl5pPr marL="0" indent="0">
              <a:lnSpc>
                <a:spcPct val="100000"/>
              </a:lnSpc>
              <a:spcBef>
                <a:spcPts val="0"/>
              </a:spcBef>
              <a:buNone/>
              <a:defRPr sz="1200" b="1"/>
            </a:lvl5pPr>
            <a:lvl6pPr marL="0" indent="0">
              <a:lnSpc>
                <a:spcPct val="100000"/>
              </a:lnSpc>
              <a:spcBef>
                <a:spcPts val="0"/>
              </a:spcBef>
              <a:buNone/>
              <a:defRPr sz="1200" b="1"/>
            </a:lvl6pPr>
            <a:lvl7pPr marL="0" indent="0">
              <a:lnSpc>
                <a:spcPct val="100000"/>
              </a:lnSpc>
              <a:spcBef>
                <a:spcPts val="0"/>
              </a:spcBef>
              <a:buNone/>
              <a:defRPr sz="1200" b="1"/>
            </a:lvl7pPr>
            <a:lvl8pPr marL="0" indent="0">
              <a:lnSpc>
                <a:spcPct val="100000"/>
              </a:lnSpc>
              <a:spcBef>
                <a:spcPts val="0"/>
              </a:spcBef>
              <a:buNone/>
              <a:defRPr sz="1200" b="1"/>
            </a:lvl8pPr>
            <a:lvl9pPr marL="0" indent="0">
              <a:lnSpc>
                <a:spcPct val="100000"/>
              </a:lnSpc>
              <a:spcBef>
                <a:spcPts val="0"/>
              </a:spcBef>
              <a:buNone/>
              <a:defRPr sz="1200" b="1"/>
            </a:lvl9pPr>
          </a:lstStyle>
          <a:p>
            <a:pPr lvl="0"/>
            <a:r>
              <a:t>Contact info</a:t>
            </a:r>
          </a:p>
        </p:txBody>
      </p:sp>
    </p:spTree>
    <p:extLst>
      <p:ext uri="{BB962C8B-B14F-4D97-AF65-F5344CB8AC3E}">
        <p14:creationId xmlns:p14="http://schemas.microsoft.com/office/powerpoint/2010/main" val="21776485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Do not use layouts after this (organizing slate)">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C5832E5-2771-4C00-9273-B0C1BC1945C6}"/>
              </a:ext>
            </a:extLst>
          </p:cNvPr>
          <p:cNvSpPr txBox="1"/>
          <p:nvPr/>
        </p:nvSpPr>
        <p:spPr>
          <a:xfrm>
            <a:off x="0" y="659011"/>
            <a:ext cx="12192000" cy="5539978"/>
          </a:xfrm>
          <a:prstGeom prst="rect">
            <a:avLst/>
          </a:prstGeom>
          <a:noFill/>
        </p:spPr>
        <p:txBody>
          <a:bodyPr wrap="square" lIns="0" tIns="0" rIns="0" bIns="0" rtlCol="0">
            <a:spAutoFit/>
          </a:bodyPr>
          <a:lstStyle/>
          <a:p>
            <a:pPr algn="ctr">
              <a:lnSpc>
                <a:spcPct val="100000"/>
              </a:lnSpc>
              <a:spcBef>
                <a:spcPts val="3600"/>
              </a:spcBef>
            </a:pPr>
            <a:r>
              <a:rPr sz="12000" b="1" dirty="0"/>
              <a:t>Do not use layouts </a:t>
            </a:r>
            <a:br>
              <a:rPr sz="12000" b="1" dirty="0"/>
            </a:br>
            <a:r>
              <a:rPr sz="12000" b="1" dirty="0"/>
              <a:t>after this</a:t>
            </a:r>
            <a:endParaRPr sz="4800" dirty="0"/>
          </a:p>
        </p:txBody>
      </p:sp>
    </p:spTree>
    <p:extLst>
      <p:ext uri="{BB962C8B-B14F-4D97-AF65-F5344CB8AC3E}">
        <p14:creationId xmlns:p14="http://schemas.microsoft.com/office/powerpoint/2010/main" val="145347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F455A3D8-67E3-4948-B9D2-CC448FA627C2}"/>
              </a:ext>
            </a:extLst>
          </p:cNvPr>
          <p:cNvGrpSpPr/>
          <p:nvPr/>
        </p:nvGrpSpPr>
        <p:grpSpPr>
          <a:xfrm>
            <a:off x="7768196" y="-7294"/>
            <a:ext cx="4423805" cy="6865293"/>
            <a:chOff x="7768196" y="-7294"/>
            <a:chExt cx="4423805" cy="6865293"/>
          </a:xfrm>
        </p:grpSpPr>
        <p:sp>
          <p:nvSpPr>
            <p:cNvPr id="13" name="Freeform: Shape 12">
              <a:extLst>
                <a:ext uri="{FF2B5EF4-FFF2-40B4-BE49-F238E27FC236}">
                  <a16:creationId xmlns:a16="http://schemas.microsoft.com/office/drawing/2014/main" id="{EB629D78-6265-44C5-A1D3-8894C78BB182}"/>
                </a:ext>
              </a:extLst>
            </p:cNvPr>
            <p:cNvSpPr/>
            <p:nvPr/>
          </p:nvSpPr>
          <p:spPr>
            <a:xfrm>
              <a:off x="7768196" y="0"/>
              <a:ext cx="4423804" cy="6857999"/>
            </a:xfrm>
            <a:custGeom>
              <a:avLst/>
              <a:gdLst>
                <a:gd name="connsiteX0" fmla="*/ 232955 w 4423804"/>
                <a:gd name="connsiteY0" fmla="*/ 0 h 6857999"/>
                <a:gd name="connsiteX1" fmla="*/ 1877453 w 4423804"/>
                <a:gd name="connsiteY1" fmla="*/ 0 h 6857999"/>
                <a:gd name="connsiteX2" fmla="*/ 4423804 w 4423804"/>
                <a:gd name="connsiteY2" fmla="*/ 0 h 6857999"/>
                <a:gd name="connsiteX3" fmla="*/ 4423804 w 4423804"/>
                <a:gd name="connsiteY3" fmla="*/ 6857999 h 6857999"/>
                <a:gd name="connsiteX4" fmla="*/ 3985654 w 4423804"/>
                <a:gd name="connsiteY4" fmla="*/ 6857999 h 6857999"/>
                <a:gd name="connsiteX5" fmla="*/ 3985654 w 4423804"/>
                <a:gd name="connsiteY5" fmla="*/ 457200 h 6857999"/>
                <a:gd name="connsiteX6" fmla="*/ 0 w 4423804"/>
                <a:gd name="connsiteY6" fmla="*/ 4572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3804" h="6857999">
                  <a:moveTo>
                    <a:pt x="232955" y="0"/>
                  </a:moveTo>
                  <a:lnTo>
                    <a:pt x="1877453" y="0"/>
                  </a:lnTo>
                  <a:lnTo>
                    <a:pt x="4423804" y="0"/>
                  </a:lnTo>
                  <a:lnTo>
                    <a:pt x="4423804" y="6857999"/>
                  </a:lnTo>
                  <a:lnTo>
                    <a:pt x="3985654" y="6857999"/>
                  </a:lnTo>
                  <a:lnTo>
                    <a:pt x="3985654" y="457200"/>
                  </a:lnTo>
                  <a:lnTo>
                    <a:pt x="0" y="457200"/>
                  </a:lnTo>
                  <a:close/>
                </a:path>
              </a:pathLst>
            </a:cu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4" name="Freeform: Shape 13">
              <a:extLst>
                <a:ext uri="{FF2B5EF4-FFF2-40B4-BE49-F238E27FC236}">
                  <a16:creationId xmlns:a16="http://schemas.microsoft.com/office/drawing/2014/main" id="{AA9D1F2C-7788-4E33-9C50-28763B37B545}"/>
                </a:ext>
              </a:extLst>
            </p:cNvPr>
            <p:cNvSpPr/>
            <p:nvPr/>
          </p:nvSpPr>
          <p:spPr>
            <a:xfrm>
              <a:off x="9864814" y="-7294"/>
              <a:ext cx="2327187" cy="4119818"/>
            </a:xfrm>
            <a:custGeom>
              <a:avLst/>
              <a:gdLst>
                <a:gd name="connsiteX0" fmla="*/ 236671 w 2327187"/>
                <a:gd name="connsiteY0" fmla="*/ 0 h 4119818"/>
                <a:gd name="connsiteX1" fmla="*/ 2327187 w 2327187"/>
                <a:gd name="connsiteY1" fmla="*/ 0 h 4119818"/>
                <a:gd name="connsiteX2" fmla="*/ 2327187 w 2327187"/>
                <a:gd name="connsiteY2" fmla="*/ 3259900 h 4119818"/>
                <a:gd name="connsiteX3" fmla="*/ 1889037 w 2327187"/>
                <a:gd name="connsiteY3" fmla="*/ 4119818 h 4119818"/>
                <a:gd name="connsiteX4" fmla="*/ 1889037 w 2327187"/>
                <a:gd name="connsiteY4" fmla="*/ 464494 h 4119818"/>
                <a:gd name="connsiteX5" fmla="*/ 1889036 w 2327187"/>
                <a:gd name="connsiteY5" fmla="*/ 464494 h 4119818"/>
                <a:gd name="connsiteX6" fmla="*/ 0 w 2327187"/>
                <a:gd name="connsiteY6" fmla="*/ 464494 h 411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187" h="4119818">
                  <a:moveTo>
                    <a:pt x="236671" y="0"/>
                  </a:moveTo>
                  <a:lnTo>
                    <a:pt x="2327187" y="0"/>
                  </a:lnTo>
                  <a:lnTo>
                    <a:pt x="2327187" y="3259900"/>
                  </a:lnTo>
                  <a:lnTo>
                    <a:pt x="1889037" y="4119818"/>
                  </a:lnTo>
                  <a:lnTo>
                    <a:pt x="1889037" y="464494"/>
                  </a:lnTo>
                  <a:lnTo>
                    <a:pt x="1889036" y="464494"/>
                  </a:lnTo>
                  <a:lnTo>
                    <a:pt x="0" y="464494"/>
                  </a:lnTo>
                  <a:close/>
                </a:path>
              </a:pathLst>
            </a:custGeom>
            <a:gradFill>
              <a:gsLst>
                <a:gs pos="0">
                  <a:srgbClr val="00A88C">
                    <a:alpha val="38824"/>
                  </a:srgbClr>
                </a:gs>
                <a:gs pos="100000">
                  <a:srgbClr val="00A88C"/>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5" name="Freeform: Shape 14">
              <a:extLst>
                <a:ext uri="{FF2B5EF4-FFF2-40B4-BE49-F238E27FC236}">
                  <a16:creationId xmlns:a16="http://schemas.microsoft.com/office/drawing/2014/main" id="{3E61A660-5086-4784-904C-E183E7C3D596}"/>
                </a:ext>
              </a:extLst>
            </p:cNvPr>
            <p:cNvSpPr/>
            <p:nvPr/>
          </p:nvSpPr>
          <p:spPr>
            <a:xfrm>
              <a:off x="8645129" y="0"/>
              <a:ext cx="2336834" cy="457200"/>
            </a:xfrm>
            <a:custGeom>
              <a:avLst/>
              <a:gdLst>
                <a:gd name="connsiteX0" fmla="*/ 232955 w 2336834"/>
                <a:gd name="connsiteY0" fmla="*/ 0 h 457200"/>
                <a:gd name="connsiteX1" fmla="*/ 2336834 w 2336834"/>
                <a:gd name="connsiteY1" fmla="*/ 0 h 457200"/>
                <a:gd name="connsiteX2" fmla="*/ 2103879 w 2336834"/>
                <a:gd name="connsiteY2" fmla="*/ 457200 h 457200"/>
                <a:gd name="connsiteX3" fmla="*/ 0 w 2336834"/>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2336834" h="457200">
                  <a:moveTo>
                    <a:pt x="232955" y="0"/>
                  </a:moveTo>
                  <a:lnTo>
                    <a:pt x="2336834" y="0"/>
                  </a:lnTo>
                  <a:lnTo>
                    <a:pt x="2103879" y="457200"/>
                  </a:lnTo>
                  <a:lnTo>
                    <a:pt x="0" y="457200"/>
                  </a:lnTo>
                  <a:close/>
                </a:path>
              </a:pathLst>
            </a:custGeom>
            <a:solidFill>
              <a:srgbClr val="026B84">
                <a:alpha val="6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6" name="Freeform: Shape 15">
              <a:extLst>
                <a:ext uri="{FF2B5EF4-FFF2-40B4-BE49-F238E27FC236}">
                  <a16:creationId xmlns:a16="http://schemas.microsoft.com/office/drawing/2014/main" id="{FD8B468F-512F-47A1-9DC5-2010846FF2F0}"/>
                </a:ext>
              </a:extLst>
            </p:cNvPr>
            <p:cNvSpPr/>
            <p:nvPr/>
          </p:nvSpPr>
          <p:spPr>
            <a:xfrm>
              <a:off x="10499514" y="0"/>
              <a:ext cx="1164561" cy="457200"/>
            </a:xfrm>
            <a:custGeom>
              <a:avLst/>
              <a:gdLst>
                <a:gd name="connsiteX0" fmla="*/ 232955 w 1164561"/>
                <a:gd name="connsiteY0" fmla="*/ 0 h 457200"/>
                <a:gd name="connsiteX1" fmla="*/ 1164561 w 1164561"/>
                <a:gd name="connsiteY1" fmla="*/ 0 h 457200"/>
                <a:gd name="connsiteX2" fmla="*/ 931606 w 1164561"/>
                <a:gd name="connsiteY2" fmla="*/ 457200 h 457200"/>
                <a:gd name="connsiteX3" fmla="*/ 0 w 1164561"/>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1164561" h="457200">
                  <a:moveTo>
                    <a:pt x="232955" y="0"/>
                  </a:moveTo>
                  <a:lnTo>
                    <a:pt x="1164561" y="0"/>
                  </a:lnTo>
                  <a:lnTo>
                    <a:pt x="931606" y="457200"/>
                  </a:lnTo>
                  <a:lnTo>
                    <a:pt x="0" y="457200"/>
                  </a:lnTo>
                  <a:close/>
                </a:path>
              </a:pathLst>
            </a:custGeom>
            <a:solidFill>
              <a:srgbClr val="05A2C6">
                <a:alpha val="6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grpSp>
      <p:sp>
        <p:nvSpPr>
          <p:cNvPr id="2" name="Title Placeholder 1">
            <a:extLst>
              <a:ext uri="{FF2B5EF4-FFF2-40B4-BE49-F238E27FC236}">
                <a16:creationId xmlns:a16="http://schemas.microsoft.com/office/drawing/2014/main" id="{98B77C2A-C44A-4AE3-8015-C5892776AB94}"/>
              </a:ext>
            </a:extLst>
          </p:cNvPr>
          <p:cNvSpPr>
            <a:spLocks noGrp="1"/>
          </p:cNvSpPr>
          <p:nvPr>
            <p:ph type="title"/>
          </p:nvPr>
        </p:nvSpPr>
        <p:spPr>
          <a:xfrm>
            <a:off x="457200" y="826086"/>
            <a:ext cx="9144000" cy="594360"/>
          </a:xfrm>
          <a:prstGeom prst="rect">
            <a:avLst/>
          </a:prstGeom>
        </p:spPr>
        <p:txBody>
          <a:bodyPr vert="horz" lIns="0" tIns="0" rIns="0" bIns="0" rtlCol="0" anchor="t">
            <a:noAutofit/>
          </a:bodyPr>
          <a:lstStyle/>
          <a:p>
            <a:r>
              <a:rPr lang="en-US"/>
              <a:t>Click to edit Master title style</a:t>
            </a:r>
            <a:endParaRPr/>
          </a:p>
        </p:txBody>
      </p:sp>
      <p:sp>
        <p:nvSpPr>
          <p:cNvPr id="3" name="Text Placeholder 2">
            <a:extLst>
              <a:ext uri="{FF2B5EF4-FFF2-40B4-BE49-F238E27FC236}">
                <a16:creationId xmlns:a16="http://schemas.microsoft.com/office/drawing/2014/main" id="{71631D94-A470-4585-A50F-DA44DA31B3CB}"/>
              </a:ext>
            </a:extLst>
          </p:cNvPr>
          <p:cNvSpPr>
            <a:spLocks noGrp="1"/>
          </p:cNvSpPr>
          <p:nvPr>
            <p:ph type="body" idx="1"/>
          </p:nvPr>
        </p:nvSpPr>
        <p:spPr>
          <a:xfrm>
            <a:off x="457200" y="2019568"/>
            <a:ext cx="11010900" cy="415263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a:extLst>
              <a:ext uri="{FF2B5EF4-FFF2-40B4-BE49-F238E27FC236}">
                <a16:creationId xmlns:a16="http://schemas.microsoft.com/office/drawing/2014/main" id="{3ABD2D2F-2C51-4C8A-8A0C-AE324D35B826}"/>
              </a:ext>
            </a:extLst>
          </p:cNvPr>
          <p:cNvSpPr>
            <a:spLocks noGrp="1"/>
          </p:cNvSpPr>
          <p:nvPr>
            <p:ph type="dt" sz="half" idx="2"/>
          </p:nvPr>
        </p:nvSpPr>
        <p:spPr>
          <a:xfrm>
            <a:off x="8197173" y="6515235"/>
            <a:ext cx="2743200" cy="219456"/>
          </a:xfrm>
          <a:prstGeom prst="rect">
            <a:avLst/>
          </a:prstGeom>
        </p:spPr>
        <p:txBody>
          <a:bodyPr vert="horz" lIns="0" tIns="0" rIns="0" bIns="0" rtlCol="0" anchor="ctr"/>
          <a:lstStyle>
            <a:lvl1pPr algn="r">
              <a:defRPr sz="800">
                <a:solidFill>
                  <a:schemeClr val="tx1">
                    <a:lumMod val="50000"/>
                    <a:lumOff val="50000"/>
                  </a:schemeClr>
                </a:solidFill>
              </a:defRPr>
            </a:lvl1pPr>
          </a:lstStyle>
          <a:p>
            <a:pPr algn="r"/>
            <a:endParaRPr dirty="0"/>
          </a:p>
        </p:txBody>
      </p:sp>
      <p:sp>
        <p:nvSpPr>
          <p:cNvPr id="5" name="Footer Placeholder 4">
            <a:extLst>
              <a:ext uri="{FF2B5EF4-FFF2-40B4-BE49-F238E27FC236}">
                <a16:creationId xmlns:a16="http://schemas.microsoft.com/office/drawing/2014/main" id="{28D3BE88-FE8B-4021-A8EC-087150A4CD7A}"/>
              </a:ext>
            </a:extLst>
          </p:cNvPr>
          <p:cNvSpPr>
            <a:spLocks noGrp="1"/>
          </p:cNvSpPr>
          <p:nvPr>
            <p:ph type="ftr" sz="quarter" idx="3"/>
          </p:nvPr>
        </p:nvSpPr>
        <p:spPr>
          <a:xfrm>
            <a:off x="457200" y="6519246"/>
            <a:ext cx="6126480" cy="215444"/>
          </a:xfrm>
          <a:prstGeom prst="rect">
            <a:avLst/>
          </a:prstGeom>
        </p:spPr>
        <p:txBody>
          <a:bodyPr vert="horz" lIns="0" tIns="0" rIns="0" bIns="0" rtlCol="0" anchor="ctr"/>
          <a:lstStyle>
            <a:lvl1pPr algn="l">
              <a:defRPr sz="800">
                <a:solidFill>
                  <a:schemeClr val="tx1">
                    <a:lumMod val="50000"/>
                    <a:lumOff val="50000"/>
                  </a:schemeClr>
                </a:solidFill>
              </a:defRPr>
            </a:lvl1pPr>
          </a:lstStyle>
          <a:p>
            <a:r>
              <a:rPr dirty="0">
                <a:solidFill>
                  <a:schemeClr val="tx1">
                    <a:lumMod val="50000"/>
                    <a:lumOff val="50000"/>
                  </a:schemeClr>
                </a:solidFill>
              </a:rPr>
              <a:t>Confidential. For Ascensus internal purposes only. Not intended for use with or distribution to clients or the public.</a:t>
            </a:r>
          </a:p>
        </p:txBody>
      </p:sp>
      <p:sp>
        <p:nvSpPr>
          <p:cNvPr id="6" name="Slide Number Placeholder 5">
            <a:extLst>
              <a:ext uri="{FF2B5EF4-FFF2-40B4-BE49-F238E27FC236}">
                <a16:creationId xmlns:a16="http://schemas.microsoft.com/office/drawing/2014/main" id="{2DDCF4CF-2147-4D5B-9546-3BEDC1EAE89A}"/>
              </a:ext>
            </a:extLst>
          </p:cNvPr>
          <p:cNvSpPr>
            <a:spLocks noGrp="1"/>
          </p:cNvSpPr>
          <p:nvPr>
            <p:ph type="sldNum" sz="quarter" idx="4"/>
          </p:nvPr>
        </p:nvSpPr>
        <p:spPr>
          <a:xfrm>
            <a:off x="11211486" y="6519246"/>
            <a:ext cx="349997" cy="215444"/>
          </a:xfrm>
          <a:prstGeom prst="rect">
            <a:avLst/>
          </a:prstGeom>
        </p:spPr>
        <p:txBody>
          <a:bodyPr vert="horz" lIns="0" tIns="0" rIns="0" bIns="0" rtlCol="0" anchor="ctr"/>
          <a:lstStyle>
            <a:lvl1pPr algn="r">
              <a:defRPr sz="800">
                <a:solidFill>
                  <a:schemeClr val="tx1">
                    <a:lumMod val="50000"/>
                    <a:lumOff val="50000"/>
                  </a:schemeClr>
                </a:solidFill>
              </a:defRPr>
            </a:lvl1pPr>
          </a:lstStyle>
          <a:p>
            <a:fld id="{8A05B047-7786-42C0-A2BF-6DB1A4525D42}" type="slidenum">
              <a:rPr/>
              <a:pPr/>
              <a:t>‹#›</a:t>
            </a:fld>
            <a:endParaRPr dirty="0"/>
          </a:p>
        </p:txBody>
      </p:sp>
    </p:spTree>
    <p:extLst>
      <p:ext uri="{BB962C8B-B14F-4D97-AF65-F5344CB8AC3E}">
        <p14:creationId xmlns:p14="http://schemas.microsoft.com/office/powerpoint/2010/main" val="976165705"/>
      </p:ext>
    </p:extLst>
  </p:cSld>
  <p:clrMap bg1="lt1" tx1="dk1" bg2="lt2" tx2="dk2" accent1="accent1" accent2="accent2" accent3="accent3" accent4="accent4" accent5="accent5" accent6="accent6" hlink="hlink" folHlink="folHlink"/>
  <p:sldLayoutIdLst>
    <p:sldLayoutId id="2147483706" r:id="rId1"/>
    <p:sldLayoutId id="2147483663" r:id="rId2"/>
    <p:sldLayoutId id="2147483661" r:id="rId3"/>
    <p:sldLayoutId id="2147483662" r:id="rId4"/>
    <p:sldLayoutId id="2147483654" r:id="rId5"/>
    <p:sldLayoutId id="2147483664" r:id="rId6"/>
    <p:sldLayoutId id="2147483660" r:id="rId7"/>
    <p:sldLayoutId id="2147483655" r:id="rId8"/>
    <p:sldLayoutId id="2147483699" r:id="rId9"/>
    <p:sldLayoutId id="2147483677" r:id="rId10"/>
    <p:sldLayoutId id="2147483678" r:id="rId11"/>
    <p:sldLayoutId id="2147483679" r:id="rId12"/>
    <p:sldLayoutId id="2147483680" r:id="rId13"/>
    <p:sldLayoutId id="2147483681" r:id="rId14"/>
    <p:sldLayoutId id="2147483700" r:id="rId15"/>
    <p:sldLayoutId id="2147483649" r:id="rId16"/>
    <p:sldLayoutId id="2147483668" r:id="rId17"/>
    <p:sldLayoutId id="2147483682" r:id="rId18"/>
    <p:sldLayoutId id="2147483669" r:id="rId19"/>
    <p:sldLayoutId id="2147483701" r:id="rId20"/>
    <p:sldLayoutId id="2147483672" r:id="rId21"/>
    <p:sldLayoutId id="2147483673" r:id="rId22"/>
    <p:sldLayoutId id="2147483674" r:id="rId23"/>
    <p:sldLayoutId id="2147483702" r:id="rId24"/>
    <p:sldLayoutId id="2147483676" r:id="rId25"/>
    <p:sldLayoutId id="2147483683" r:id="rId26"/>
    <p:sldLayoutId id="2147483684" r:id="rId27"/>
    <p:sldLayoutId id="2147483685" r:id="rId28"/>
    <p:sldLayoutId id="2147483707" r:id="rId29"/>
    <p:sldLayoutId id="2147483694" r:id="rId30"/>
    <p:sldLayoutId id="2147483698" r:id="rId31"/>
    <p:sldLayoutId id="2147483690" r:id="rId32"/>
    <p:sldLayoutId id="2147483689" r:id="rId33"/>
    <p:sldLayoutId id="2147483675" r:id="rId34"/>
    <p:sldLayoutId id="2147483692" r:id="rId35"/>
    <p:sldLayoutId id="2147483691" r:id="rId36"/>
    <p:sldLayoutId id="2147483695" r:id="rId37"/>
    <p:sldLayoutId id="2147483705" r:id="rId3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tx1">
            <a:lumMod val="50000"/>
            <a:lumOff val="50000"/>
          </a:schemeClr>
        </a:buClr>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3pPr>
      <a:lvl4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4pPr>
      <a:lvl5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5pPr>
      <a:lvl6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6pPr>
      <a:lvl7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7pPr>
      <a:lvl8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8pPr>
      <a:lvl9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744">
          <p15:clr>
            <a:srgbClr val="A4A3A4"/>
          </p15:clr>
        </p15:guide>
        <p15:guide id="3" pos="288">
          <p15:clr>
            <a:srgbClr val="A4A3A4"/>
          </p15:clr>
        </p15:guide>
        <p15:guide id="4" pos="7224">
          <p15:clr>
            <a:srgbClr val="A4A3A4"/>
          </p15:clr>
        </p15:guide>
        <p15:guide id="5" orient="horz" pos="912">
          <p15:clr>
            <a:srgbClr val="A4A3A4"/>
          </p15:clr>
        </p15:guide>
        <p15:guide id="6" orient="horz" pos="3888">
          <p15:clr>
            <a:srgbClr val="A4A3A4"/>
          </p15:clr>
        </p15:guide>
        <p15:guide id="7" orient="horz" pos="840">
          <p15:clr>
            <a:srgbClr val="A4A3A4"/>
          </p15:clr>
        </p15:guide>
        <p15:guide id="8" orient="horz" pos="264">
          <p15:clr>
            <a:srgbClr val="A4A3A4"/>
          </p15:clr>
        </p15:guide>
        <p15:guide id="9" orient="horz" pos="4104">
          <p15:clr>
            <a:srgbClr val="A4A3A4"/>
          </p15:clr>
        </p15:guide>
        <p15:guide id="10" pos="3840">
          <p15:clr>
            <a:srgbClr val="A4A3A4"/>
          </p15:clr>
        </p15:guide>
        <p15:guide id="11" pos="3648">
          <p15:clr>
            <a:srgbClr val="A4A3A4"/>
          </p15:clr>
        </p15:guide>
        <p15:guide id="12" orient="horz" pos="1272">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4.xml"/><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image" Target="../media/image31.png"/><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36.png"/><Relationship Id="rId4" Type="http://schemas.openxmlformats.org/officeDocument/2006/relationships/slide" Target="slide15.xml"/></Relationships>
</file>

<file path=ppt/slides/_rels/slide15.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37.png"/><Relationship Id="rId7" Type="http://schemas.openxmlformats.org/officeDocument/2006/relationships/image" Target="../media/image38.png"/><Relationship Id="rId12" Type="http://schemas.openxmlformats.org/officeDocument/2006/relationships/slide" Target="slide14.xml"/><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customXml" Target="../ink/ink2.xml"/><Relationship Id="rId11" Type="http://schemas.openxmlformats.org/officeDocument/2006/relationships/image" Target="../media/image40.png"/><Relationship Id="rId5" Type="http://schemas.openxmlformats.org/officeDocument/2006/relationships/image" Target="../media/image370.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B8795-2299-DA0C-8321-C665CD838A4B}"/>
            </a:ext>
          </a:extLst>
        </p:cNvPr>
        <p:cNvGrpSpPr/>
        <p:nvPr/>
      </p:nvGrpSpPr>
      <p:grpSpPr>
        <a:xfrm>
          <a:off x="0" y="0"/>
          <a:ext cx="0" cy="0"/>
          <a:chOff x="0" y="0"/>
          <a:chExt cx="0" cy="0"/>
        </a:xfrm>
      </p:grpSpPr>
      <p:sp>
        <p:nvSpPr>
          <p:cNvPr id="25" name="Text Placeholder 1">
            <a:extLst>
              <a:ext uri="{FF2B5EF4-FFF2-40B4-BE49-F238E27FC236}">
                <a16:creationId xmlns:a16="http://schemas.microsoft.com/office/drawing/2014/main" id="{2A4966D0-31EA-37C2-3898-C55CA70012BB}"/>
              </a:ext>
            </a:extLst>
          </p:cNvPr>
          <p:cNvSpPr>
            <a:spLocks noGrp="1"/>
          </p:cNvSpPr>
          <p:nvPr>
            <p:ph type="body" sz="quarter" idx="14"/>
          </p:nvPr>
        </p:nvSpPr>
        <p:spPr>
          <a:xfrm>
            <a:off x="457200" y="217495"/>
            <a:ext cx="9144000" cy="320039"/>
          </a:xfrm>
        </p:spPr>
        <p:txBody>
          <a:bodyPr/>
          <a:lstStyle/>
          <a:p>
            <a:r>
              <a:rPr lang="en-US" sz="2000" dirty="0"/>
              <a:t>Sprint ReVIEW: Why We’re here</a:t>
            </a:r>
          </a:p>
        </p:txBody>
      </p:sp>
      <p:sp>
        <p:nvSpPr>
          <p:cNvPr id="6" name="TextBox 5">
            <a:extLst>
              <a:ext uri="{FF2B5EF4-FFF2-40B4-BE49-F238E27FC236}">
                <a16:creationId xmlns:a16="http://schemas.microsoft.com/office/drawing/2014/main" id="{4E64D2DF-B254-E671-8677-F7FD88FB5794}"/>
              </a:ext>
            </a:extLst>
          </p:cNvPr>
          <p:cNvSpPr txBox="1"/>
          <p:nvPr/>
        </p:nvSpPr>
        <p:spPr>
          <a:xfrm>
            <a:off x="457200" y="1353039"/>
            <a:ext cx="9144000" cy="1200975"/>
          </a:xfrm>
          <a:prstGeom prst="rect">
            <a:avLst/>
          </a:prstGeom>
        </p:spPr>
        <p:txBody>
          <a:bodyPr vert="horz" lIns="0" tIns="0" rIns="0" bIns="0" rtlCol="0">
            <a:noAutofit/>
          </a:bodyPr>
          <a:lstStyle/>
          <a:p>
            <a:pPr marL="342900" indent="-342900">
              <a:lnSpc>
                <a:spcPct val="90000"/>
              </a:lnSpc>
              <a:spcAft>
                <a:spcPts val="600"/>
              </a:spcAft>
              <a:buClr>
                <a:schemeClr val="tx1">
                  <a:lumMod val="50000"/>
                  <a:lumOff val="50000"/>
                </a:schemeClr>
              </a:buClr>
              <a:buFont typeface="+mj-lt"/>
              <a:buAutoNum type="arabicPeriod"/>
            </a:pPr>
            <a:endParaRPr lang="en-US" sz="1600" b="0" i="0" kern="1200" dirty="0">
              <a:solidFill>
                <a:schemeClr val="accent2"/>
              </a:solidFill>
              <a:effectLst/>
              <a:latin typeface="+mn-lt"/>
              <a:ea typeface="+mn-ea"/>
              <a:cs typeface="+mn-cs"/>
            </a:endParaRPr>
          </a:p>
        </p:txBody>
      </p:sp>
      <p:sp>
        <p:nvSpPr>
          <p:cNvPr id="2" name="Footer Placeholder 1">
            <a:extLst>
              <a:ext uri="{FF2B5EF4-FFF2-40B4-BE49-F238E27FC236}">
                <a16:creationId xmlns:a16="http://schemas.microsoft.com/office/drawing/2014/main" id="{5ACF37B9-DA39-7C4B-24F2-E11166D73936}"/>
              </a:ext>
            </a:extLst>
          </p:cNvPr>
          <p:cNvSpPr>
            <a:spLocks noGrp="1"/>
          </p:cNvSpPr>
          <p:nvPr>
            <p:ph type="ftr" sz="quarter" idx="11"/>
          </p:nvPr>
        </p:nvSpPr>
        <p:spPr>
          <a:xfrm>
            <a:off x="457200" y="6519246"/>
            <a:ext cx="6126480" cy="215444"/>
          </a:xfrm>
        </p:spPr>
        <p:txBody>
          <a:bodyPr vert="horz" lIns="0" tIns="0" rIns="0" bIns="0" rtlCol="0" anchor="ctr">
            <a:normAutofit/>
          </a:bodyPr>
          <a:lstStyle/>
          <a:p>
            <a:pPr>
              <a:spcAft>
                <a:spcPts val="600"/>
              </a:spcAft>
            </a:pPr>
            <a:r>
              <a:rPr lang="en-US" kern="1200" dirty="0">
                <a:solidFill>
                  <a:schemeClr val="bg1">
                    <a:lumMod val="50000"/>
                  </a:schemeClr>
                </a:solidFill>
                <a:latin typeface="+mn-lt"/>
                <a:ea typeface="+mn-ea"/>
                <a:cs typeface="+mn-cs"/>
              </a:rPr>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F33DC4BD-2FE5-BC4C-D71B-F4B226EC4DDE}"/>
              </a:ext>
            </a:extLst>
          </p:cNvPr>
          <p:cNvSpPr>
            <a:spLocks noGrp="1"/>
          </p:cNvSpPr>
          <p:nvPr>
            <p:ph type="sldNum" sz="quarter" idx="12"/>
          </p:nvPr>
        </p:nvSpPr>
        <p:spPr>
          <a:xfrm>
            <a:off x="11211486" y="6519246"/>
            <a:ext cx="349997" cy="215444"/>
          </a:xfrm>
        </p:spPr>
        <p:txBody>
          <a:bodyPr vert="horz" lIns="0" tIns="0" rIns="0" bIns="0" rtlCol="0" anchor="ctr">
            <a:normAutofit/>
          </a:bodyPr>
          <a:lstStyle/>
          <a:p>
            <a:pPr>
              <a:spcAft>
                <a:spcPts val="600"/>
              </a:spcAft>
            </a:pPr>
            <a:fld id="{8A05B047-7786-42C0-A2BF-6DB1A4525D42}" type="slidenum">
              <a:rPr lang="en-US" kern="1200">
                <a:latin typeface="+mn-lt"/>
                <a:ea typeface="+mn-ea"/>
                <a:cs typeface="+mn-cs"/>
              </a:rPr>
              <a:pPr>
                <a:spcAft>
                  <a:spcPts val="600"/>
                </a:spcAft>
              </a:pPr>
              <a:t>1</a:t>
            </a:fld>
            <a:endParaRPr lang="en-US" kern="1200" dirty="0">
              <a:latin typeface="+mn-lt"/>
              <a:ea typeface="+mn-ea"/>
              <a:cs typeface="+mn-cs"/>
            </a:endParaRPr>
          </a:p>
        </p:txBody>
      </p:sp>
      <p:sp>
        <p:nvSpPr>
          <p:cNvPr id="4" name="Title 3">
            <a:extLst>
              <a:ext uri="{FF2B5EF4-FFF2-40B4-BE49-F238E27FC236}">
                <a16:creationId xmlns:a16="http://schemas.microsoft.com/office/drawing/2014/main" id="{062479E1-C91F-AD68-076E-E22739BC05F4}"/>
              </a:ext>
            </a:extLst>
          </p:cNvPr>
          <p:cNvSpPr>
            <a:spLocks noGrp="1"/>
          </p:cNvSpPr>
          <p:nvPr>
            <p:ph type="title"/>
          </p:nvPr>
        </p:nvSpPr>
        <p:spPr>
          <a:xfrm>
            <a:off x="457200" y="554818"/>
            <a:ext cx="9144000" cy="594360"/>
          </a:xfrm>
        </p:spPr>
        <p:txBody>
          <a:bodyPr vert="horz" lIns="0" tIns="0" rIns="0" bIns="0" rtlCol="0" anchor="t">
            <a:normAutofit/>
          </a:bodyPr>
          <a:lstStyle/>
          <a:p>
            <a:r>
              <a:rPr lang="en-US" sz="2000" dirty="0"/>
              <a:t>Purpose</a:t>
            </a:r>
          </a:p>
        </p:txBody>
      </p:sp>
      <p:graphicFrame>
        <p:nvGraphicFramePr>
          <p:cNvPr id="5" name="Table 4">
            <a:extLst>
              <a:ext uri="{FF2B5EF4-FFF2-40B4-BE49-F238E27FC236}">
                <a16:creationId xmlns:a16="http://schemas.microsoft.com/office/drawing/2014/main" id="{27218BCC-B0CA-6676-4BCF-C6A7B6465473}"/>
              </a:ext>
            </a:extLst>
          </p:cNvPr>
          <p:cNvGraphicFramePr>
            <a:graphicFrameLocks noGrp="1"/>
          </p:cNvGraphicFramePr>
          <p:nvPr>
            <p:extLst>
              <p:ext uri="{D42A27DB-BD31-4B8C-83A1-F6EECF244321}">
                <p14:modId xmlns:p14="http://schemas.microsoft.com/office/powerpoint/2010/main" val="4155407805"/>
              </p:ext>
            </p:extLst>
          </p:nvPr>
        </p:nvGraphicFramePr>
        <p:xfrm>
          <a:off x="457200" y="851998"/>
          <a:ext cx="11104283" cy="5394960"/>
        </p:xfrm>
        <a:graphic>
          <a:graphicData uri="http://schemas.openxmlformats.org/drawingml/2006/table">
            <a:tbl>
              <a:tblPr/>
              <a:tblGrid>
                <a:gridCol w="11104283">
                  <a:extLst>
                    <a:ext uri="{9D8B030D-6E8A-4147-A177-3AD203B41FA5}">
                      <a16:colId xmlns:a16="http://schemas.microsoft.com/office/drawing/2014/main" val="2944124386"/>
                    </a:ext>
                  </a:extLst>
                </a:gridCol>
              </a:tblGrid>
              <a:tr h="4781232">
                <a:tc>
                  <a:txBody>
                    <a:bodyPr/>
                    <a:lstStyle/>
                    <a:p>
                      <a:pPr fontAlgn="t">
                        <a:lnSpc>
                          <a:spcPct val="100000"/>
                        </a:lnSpc>
                        <a:spcAft>
                          <a:spcPts val="600"/>
                        </a:spcAft>
                        <a:buNone/>
                      </a:pPr>
                      <a:r>
                        <a:rPr lang="en-US" sz="1600" b="0" i="0" dirty="0">
                          <a:effectLst/>
                          <a:latin typeface="Segoe UI" panose="020B0502040204020203" pitchFamily="34" charset="0"/>
                        </a:rPr>
                        <a:t>To </a:t>
                      </a:r>
                      <a:r>
                        <a:rPr lang="en-US" sz="1600" b="1" i="0" dirty="0">
                          <a:effectLst/>
                          <a:latin typeface="Segoe UI" panose="020B0502040204020203" pitchFamily="34" charset="0"/>
                        </a:rPr>
                        <a:t>review the working product increment</a:t>
                      </a:r>
                      <a:r>
                        <a:rPr lang="en-US" sz="1600" b="0" i="0" dirty="0">
                          <a:effectLst/>
                          <a:latin typeface="Segoe UI" panose="020B0502040204020203" pitchFamily="34" charset="0"/>
                        </a:rPr>
                        <a:t>, gather stakeholder feedback, and </a:t>
                      </a:r>
                      <a:r>
                        <a:rPr lang="en-US" sz="1600" b="1" i="0" dirty="0">
                          <a:effectLst/>
                          <a:latin typeface="Segoe UI" panose="020B0502040204020203" pitchFamily="34" charset="0"/>
                        </a:rPr>
                        <a:t>adapt next steps</a:t>
                      </a:r>
                      <a:r>
                        <a:rPr lang="en-US" sz="1600" b="0" i="0" dirty="0">
                          <a:effectLst/>
                          <a:latin typeface="Segoe UI" panose="020B0502040204020203" pitchFamily="34" charset="0"/>
                        </a:rPr>
                        <a:t> based on what we learn.</a:t>
                      </a:r>
                    </a:p>
                    <a:p>
                      <a:pPr fontAlgn="t">
                        <a:lnSpc>
                          <a:spcPct val="100000"/>
                        </a:lnSpc>
                        <a:spcAft>
                          <a:spcPts val="600"/>
                        </a:spcAft>
                        <a:buNone/>
                      </a:pPr>
                      <a:endParaRPr lang="en-US" sz="1000" b="0" i="0" dirty="0">
                        <a:effectLst/>
                        <a:latin typeface="Segoe UI" panose="020B0502040204020203" pitchFamily="34" charset="0"/>
                      </a:endParaRPr>
                    </a:p>
                    <a:p>
                      <a:pPr fontAlgn="t">
                        <a:lnSpc>
                          <a:spcPct val="100000"/>
                        </a:lnSpc>
                        <a:spcAft>
                          <a:spcPts val="600"/>
                        </a:spcAft>
                        <a:buNone/>
                      </a:pPr>
                      <a:r>
                        <a:rPr lang="en-US" sz="1600" b="1" i="0" dirty="0">
                          <a:effectLst/>
                          <a:latin typeface="Segoe UI" panose="020B0502040204020203" pitchFamily="34" charset="0"/>
                        </a:rPr>
                        <a:t>What Happens</a:t>
                      </a: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Team </a:t>
                      </a:r>
                      <a:r>
                        <a:rPr lang="en-US" sz="1600" b="1" i="0" dirty="0">
                          <a:effectLst/>
                          <a:latin typeface="Segoe UI" panose="020B0502040204020203" pitchFamily="34" charset="0"/>
                        </a:rPr>
                        <a:t>demonstrates completed, working functionality</a:t>
                      </a:r>
                      <a:endParaRPr lang="en-US" sz="1600" b="0" i="0" dirty="0">
                        <a:effectLst/>
                        <a:latin typeface="Segoe UI" panose="020B0502040204020203" pitchFamily="34" charset="0"/>
                      </a:endParaRP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Stakeholders </a:t>
                      </a:r>
                      <a:r>
                        <a:rPr lang="en-US" sz="1600" b="1" i="0" dirty="0">
                          <a:effectLst/>
                          <a:latin typeface="Segoe UI" panose="020B0502040204020203" pitchFamily="34" charset="0"/>
                        </a:rPr>
                        <a:t>see real progress</a:t>
                      </a:r>
                      <a:r>
                        <a:rPr lang="en-US" sz="1600" b="0" i="0" dirty="0">
                          <a:effectLst/>
                          <a:latin typeface="Segoe UI" panose="020B0502040204020203" pitchFamily="34" charset="0"/>
                        </a:rPr>
                        <a:t> against the product vision</a:t>
                      </a: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Open discussion to </a:t>
                      </a:r>
                      <a:r>
                        <a:rPr lang="en-US" sz="1600" b="1" i="0" dirty="0">
                          <a:effectLst/>
                          <a:latin typeface="Segoe UI" panose="020B0502040204020203" pitchFamily="34" charset="0"/>
                        </a:rPr>
                        <a:t>validate direction and surface feedback</a:t>
                      </a:r>
                    </a:p>
                    <a:p>
                      <a:pPr fontAlgn="t">
                        <a:lnSpc>
                          <a:spcPct val="100000"/>
                        </a:lnSpc>
                        <a:spcAft>
                          <a:spcPts val="0"/>
                        </a:spcAft>
                        <a:buFont typeface="Arial" panose="020B0604020202020204" pitchFamily="34" charset="0"/>
                        <a:buNone/>
                      </a:pPr>
                      <a:endParaRPr lang="en-US" sz="1000" b="1" i="0" dirty="0">
                        <a:effectLst/>
                        <a:latin typeface="Segoe UI" panose="020B0502040204020203" pitchFamily="34" charset="0"/>
                      </a:endParaRPr>
                    </a:p>
                    <a:p>
                      <a:pPr fontAlgn="t">
                        <a:lnSpc>
                          <a:spcPct val="150000"/>
                        </a:lnSpc>
                        <a:spcAft>
                          <a:spcPts val="600"/>
                        </a:spcAft>
                        <a:buNone/>
                      </a:pPr>
                      <a:r>
                        <a:rPr lang="en-US" sz="1600" b="1" i="0" dirty="0">
                          <a:effectLst/>
                          <a:latin typeface="Segoe UI" panose="020B0502040204020203" pitchFamily="34" charset="0"/>
                        </a:rPr>
                        <a:t>What You Get</a:t>
                      </a: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Clear view of </a:t>
                      </a:r>
                      <a:r>
                        <a:rPr lang="en-US" sz="1600" b="1" i="0" dirty="0">
                          <a:effectLst/>
                          <a:latin typeface="Segoe UI" panose="020B0502040204020203" pitchFamily="34" charset="0"/>
                        </a:rPr>
                        <a:t>what’s done and usable</a:t>
                      </a:r>
                      <a:endParaRPr lang="en-US" sz="1600" b="0" i="0" dirty="0">
                        <a:effectLst/>
                        <a:latin typeface="Segoe UI" panose="020B0502040204020203" pitchFamily="34" charset="0"/>
                      </a:endParaRP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Opportunity to </a:t>
                      </a:r>
                      <a:r>
                        <a:rPr lang="en-US" sz="1600" b="1" i="0" dirty="0">
                          <a:effectLst/>
                          <a:latin typeface="Segoe UI" panose="020B0502040204020203" pitchFamily="34" charset="0"/>
                        </a:rPr>
                        <a:t>influence priorities early</a:t>
                      </a:r>
                      <a:endParaRPr lang="en-US" sz="1600" b="0" i="0" dirty="0">
                        <a:effectLst/>
                        <a:latin typeface="Segoe UI" panose="020B0502040204020203" pitchFamily="34" charset="0"/>
                      </a:endParaRP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Shared understanding of </a:t>
                      </a:r>
                      <a:r>
                        <a:rPr lang="en-US" sz="1600" b="1" i="0" dirty="0">
                          <a:effectLst/>
                          <a:latin typeface="Segoe UI" panose="020B0502040204020203" pitchFamily="34" charset="0"/>
                        </a:rPr>
                        <a:t>product status and next steps</a:t>
                      </a:r>
                    </a:p>
                    <a:p>
                      <a:pPr fontAlgn="t">
                        <a:lnSpc>
                          <a:spcPct val="100000"/>
                        </a:lnSpc>
                        <a:spcAft>
                          <a:spcPts val="0"/>
                        </a:spcAft>
                        <a:buFont typeface="Arial" panose="020B0604020202020204" pitchFamily="34" charset="0"/>
                        <a:buNone/>
                      </a:pPr>
                      <a:endParaRPr lang="en-US" sz="1000" b="0" i="0" dirty="0">
                        <a:effectLst/>
                        <a:latin typeface="Segoe UI" panose="020B0502040204020203" pitchFamily="34" charset="0"/>
                      </a:endParaRPr>
                    </a:p>
                    <a:p>
                      <a:pPr fontAlgn="t">
                        <a:lnSpc>
                          <a:spcPct val="150000"/>
                        </a:lnSpc>
                        <a:spcAft>
                          <a:spcPts val="600"/>
                        </a:spcAft>
                        <a:buNone/>
                      </a:pPr>
                      <a:r>
                        <a:rPr lang="en-US" sz="1600" b="1" i="0" dirty="0">
                          <a:effectLst/>
                          <a:latin typeface="Segoe UI" panose="020B0502040204020203" pitchFamily="34" charset="0"/>
                        </a:rPr>
                        <a:t>Outcomes</a:t>
                      </a: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Feedback captured</a:t>
                      </a: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Product Backlog </a:t>
                      </a:r>
                      <a:r>
                        <a:rPr lang="en-US" sz="1600" b="1" i="0" dirty="0">
                          <a:effectLst/>
                          <a:latin typeface="Segoe UI" panose="020B0502040204020203" pitchFamily="34" charset="0"/>
                        </a:rPr>
                        <a:t>updated or reprioritized as needed</a:t>
                      </a:r>
                      <a:endParaRPr lang="en-US" sz="1600" b="0" i="0" dirty="0">
                        <a:effectLst/>
                        <a:latin typeface="Segoe UI" panose="020B0502040204020203" pitchFamily="34" charset="0"/>
                      </a:endParaRPr>
                    </a:p>
                    <a:p>
                      <a:pPr fontAlgn="t">
                        <a:lnSpc>
                          <a:spcPct val="100000"/>
                        </a:lnSpc>
                        <a:spcAft>
                          <a:spcPts val="600"/>
                        </a:spcAft>
                        <a:buFont typeface="Arial" panose="020B0604020202020204" pitchFamily="34" charset="0"/>
                        <a:buChar char="•"/>
                      </a:pPr>
                      <a:r>
                        <a:rPr lang="en-US" sz="1600" b="0" i="0" dirty="0">
                          <a:effectLst/>
                          <a:latin typeface="Segoe UI" panose="020B0502040204020203" pitchFamily="34" charset="0"/>
                        </a:rPr>
                        <a:t>🔁 Alignment on where the product goes next</a:t>
                      </a:r>
                    </a:p>
                    <a:p>
                      <a:pPr fontAlgn="t">
                        <a:lnSpc>
                          <a:spcPct val="150000"/>
                        </a:lnSpc>
                        <a:spcAft>
                          <a:spcPts val="600"/>
                        </a:spcAft>
                        <a:buNone/>
                      </a:pPr>
                      <a:r>
                        <a:rPr lang="en-US" sz="1600" b="0" i="1" dirty="0">
                          <a:effectLst/>
                          <a:latin typeface="Segoe UI" panose="020B0502040204020203" pitchFamily="34" charset="0"/>
                        </a:rPr>
                        <a:t>This is a collaborative working session—not a status report or approval gate.</a:t>
                      </a:r>
                      <a:endParaRPr lang="en-US" sz="1600" b="0" i="0" dirty="0">
                        <a:effectLst/>
                        <a:latin typeface="Segoe UI" panose="020B0502040204020203" pitchFamily="34" charset="0"/>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92246879"/>
                  </a:ext>
                </a:extLst>
              </a:tr>
            </a:tbl>
          </a:graphicData>
        </a:graphic>
      </p:graphicFrame>
    </p:spTree>
    <p:extLst>
      <p:ext uri="{BB962C8B-B14F-4D97-AF65-F5344CB8AC3E}">
        <p14:creationId xmlns:p14="http://schemas.microsoft.com/office/powerpoint/2010/main" val="378571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1">
            <a:extLst>
              <a:ext uri="{FF2B5EF4-FFF2-40B4-BE49-F238E27FC236}">
                <a16:creationId xmlns:a16="http://schemas.microsoft.com/office/drawing/2014/main" id="{1AE84F5C-A2A3-F85C-FAA1-B2BE4346D1F2}"/>
              </a:ext>
            </a:extLst>
          </p:cNvPr>
          <p:cNvSpPr>
            <a:spLocks noGrp="1"/>
          </p:cNvSpPr>
          <p:nvPr>
            <p:ph type="body" sz="quarter" idx="14"/>
          </p:nvPr>
        </p:nvSpPr>
        <p:spPr>
          <a:xfrm>
            <a:off x="457200" y="419101"/>
            <a:ext cx="9144000" cy="320039"/>
          </a:xfrm>
        </p:spPr>
        <p:txBody>
          <a:bodyPr/>
          <a:lstStyle/>
          <a:p>
            <a:r>
              <a:rPr lang="en-US" sz="1600" dirty="0"/>
              <a:t>Need your participation, but how?</a:t>
            </a:r>
            <a:endParaRPr lang="en-US" dirty="0"/>
          </a:p>
        </p:txBody>
      </p:sp>
      <p:sp>
        <p:nvSpPr>
          <p:cNvPr id="6" name="TextBox 5">
            <a:extLst>
              <a:ext uri="{FF2B5EF4-FFF2-40B4-BE49-F238E27FC236}">
                <a16:creationId xmlns:a16="http://schemas.microsoft.com/office/drawing/2014/main" id="{A56466D1-47DC-486E-1156-D2597924E999}"/>
              </a:ext>
            </a:extLst>
          </p:cNvPr>
          <p:cNvSpPr txBox="1"/>
          <p:nvPr/>
        </p:nvSpPr>
        <p:spPr>
          <a:xfrm>
            <a:off x="457200" y="1353039"/>
            <a:ext cx="9144000" cy="1200975"/>
          </a:xfrm>
          <a:prstGeom prst="rect">
            <a:avLst/>
          </a:prstGeom>
        </p:spPr>
        <p:txBody>
          <a:bodyPr vert="horz" lIns="0" tIns="0" rIns="0" bIns="0" rtlCol="0">
            <a:noAutofit/>
          </a:bodyPr>
          <a:lstStyle/>
          <a:p>
            <a:pPr marL="342900" indent="-342900">
              <a:lnSpc>
                <a:spcPct val="90000"/>
              </a:lnSpc>
              <a:spcAft>
                <a:spcPts val="600"/>
              </a:spcAft>
              <a:buClr>
                <a:schemeClr val="tx1">
                  <a:lumMod val="50000"/>
                  <a:lumOff val="50000"/>
                </a:schemeClr>
              </a:buClr>
              <a:buFont typeface="+mj-lt"/>
              <a:buAutoNum type="arabicPeriod"/>
            </a:pPr>
            <a:r>
              <a:rPr lang="en-US" sz="1600" b="0" i="0" kern="1200" dirty="0">
                <a:solidFill>
                  <a:schemeClr val="accent2"/>
                </a:solidFill>
                <a:effectLst/>
                <a:latin typeface="+mn-lt"/>
                <a:ea typeface="+mn-ea"/>
                <a:cs typeface="+mn-cs"/>
              </a:rPr>
              <a:t>You could type on the chat, no magic there.</a:t>
            </a:r>
          </a:p>
          <a:p>
            <a:pPr marL="342900" indent="-342900">
              <a:lnSpc>
                <a:spcPct val="90000"/>
              </a:lnSpc>
              <a:spcAft>
                <a:spcPts val="600"/>
              </a:spcAft>
              <a:buClr>
                <a:schemeClr val="tx1">
                  <a:lumMod val="50000"/>
                  <a:lumOff val="50000"/>
                </a:schemeClr>
              </a:buClr>
              <a:buFont typeface="+mj-lt"/>
              <a:buAutoNum type="arabicPeriod"/>
            </a:pPr>
            <a:r>
              <a:rPr lang="en-US" sz="1600" kern="1200" dirty="0">
                <a:solidFill>
                  <a:schemeClr val="accent2"/>
                </a:solidFill>
                <a:latin typeface="+mn-lt"/>
                <a:ea typeface="+mn-ea"/>
                <a:cs typeface="+mn-cs"/>
              </a:rPr>
              <a:t>Use the Reaction if you see something that you is worthy of your interaction but not that much as unmute or type something on the chat. For introverts, might be your choice.</a:t>
            </a:r>
          </a:p>
          <a:p>
            <a:pPr marL="342900" indent="-342900">
              <a:lnSpc>
                <a:spcPct val="90000"/>
              </a:lnSpc>
              <a:spcAft>
                <a:spcPts val="600"/>
              </a:spcAft>
              <a:buClr>
                <a:schemeClr val="tx1">
                  <a:lumMod val="50000"/>
                  <a:lumOff val="50000"/>
                </a:schemeClr>
              </a:buClr>
              <a:buFont typeface="+mj-lt"/>
              <a:buAutoNum type="arabicPeriod"/>
            </a:pPr>
            <a:r>
              <a:rPr lang="en-US" sz="1600" i="0" kern="1200" dirty="0">
                <a:solidFill>
                  <a:schemeClr val="accent2"/>
                </a:solidFill>
                <a:effectLst/>
                <a:latin typeface="+mn-lt"/>
                <a:ea typeface="+mn-ea"/>
                <a:cs typeface="+mn-cs"/>
              </a:rPr>
              <a:t>Rise your virtual hand, we will try to put you in queue for talking as soon the spot is open.</a:t>
            </a:r>
          </a:p>
          <a:p>
            <a:pPr marL="342900" indent="-342900">
              <a:lnSpc>
                <a:spcPct val="90000"/>
              </a:lnSpc>
              <a:spcAft>
                <a:spcPts val="600"/>
              </a:spcAft>
              <a:buClr>
                <a:schemeClr val="tx1">
                  <a:lumMod val="50000"/>
                  <a:lumOff val="50000"/>
                </a:schemeClr>
              </a:buClr>
              <a:buFont typeface="+mj-lt"/>
              <a:buAutoNum type="arabicPeriod"/>
            </a:pPr>
            <a:endParaRPr lang="en-US" sz="1600" b="0" i="0" kern="1200" dirty="0">
              <a:solidFill>
                <a:schemeClr val="accent2"/>
              </a:solidFill>
              <a:effectLst/>
              <a:latin typeface="+mn-lt"/>
              <a:ea typeface="+mn-ea"/>
              <a:cs typeface="+mn-cs"/>
            </a:endParaRPr>
          </a:p>
        </p:txBody>
      </p:sp>
      <p:pic>
        <p:nvPicPr>
          <p:cNvPr id="20" name="Picture 19">
            <a:extLst>
              <a:ext uri="{FF2B5EF4-FFF2-40B4-BE49-F238E27FC236}">
                <a16:creationId xmlns:a16="http://schemas.microsoft.com/office/drawing/2014/main" id="{0FE0BC42-3EA7-17E1-FEBD-A90E2BBEE48E}"/>
              </a:ext>
            </a:extLst>
          </p:cNvPr>
          <p:cNvPicPr>
            <a:picLocks noChangeAspect="1"/>
          </p:cNvPicPr>
          <p:nvPr/>
        </p:nvPicPr>
        <p:blipFill>
          <a:blip r:embed="rId2"/>
          <a:srcRect l="18142" r="43004" b="-1"/>
          <a:stretch/>
        </p:blipFill>
        <p:spPr>
          <a:xfrm>
            <a:off x="671783" y="2884958"/>
            <a:ext cx="3552062" cy="2765533"/>
          </a:xfrm>
          <a:prstGeom prst="rect">
            <a:avLst/>
          </a:prstGeom>
          <a:noFill/>
        </p:spPr>
      </p:pic>
      <p:pic>
        <p:nvPicPr>
          <p:cNvPr id="11" name="Picture 10">
            <a:extLst>
              <a:ext uri="{FF2B5EF4-FFF2-40B4-BE49-F238E27FC236}">
                <a16:creationId xmlns:a16="http://schemas.microsoft.com/office/drawing/2014/main" id="{48973FCD-9367-62CE-CFA6-7613A064DEF7}"/>
              </a:ext>
            </a:extLst>
          </p:cNvPr>
          <p:cNvPicPr>
            <a:picLocks noChangeAspect="1"/>
          </p:cNvPicPr>
          <p:nvPr/>
        </p:nvPicPr>
        <p:blipFill>
          <a:blip r:embed="rId3"/>
          <a:srcRect l="43074" r="15956"/>
          <a:stretch/>
        </p:blipFill>
        <p:spPr>
          <a:xfrm>
            <a:off x="6348683" y="2884958"/>
            <a:ext cx="3552062" cy="2765533"/>
          </a:xfrm>
          <a:prstGeom prst="rect">
            <a:avLst/>
          </a:prstGeom>
          <a:noFill/>
        </p:spPr>
      </p:pic>
      <p:sp>
        <p:nvSpPr>
          <p:cNvPr id="2" name="Footer Placeholder 1">
            <a:extLst>
              <a:ext uri="{FF2B5EF4-FFF2-40B4-BE49-F238E27FC236}">
                <a16:creationId xmlns:a16="http://schemas.microsoft.com/office/drawing/2014/main" id="{7B2B6E24-3871-B96D-784C-AA31156E6E6F}"/>
              </a:ext>
            </a:extLst>
          </p:cNvPr>
          <p:cNvSpPr>
            <a:spLocks noGrp="1"/>
          </p:cNvSpPr>
          <p:nvPr>
            <p:ph type="ftr" sz="quarter" idx="11"/>
          </p:nvPr>
        </p:nvSpPr>
        <p:spPr>
          <a:xfrm>
            <a:off x="457200" y="6519246"/>
            <a:ext cx="6126480" cy="215444"/>
          </a:xfrm>
        </p:spPr>
        <p:txBody>
          <a:bodyPr vert="horz" lIns="0" tIns="0" rIns="0" bIns="0" rtlCol="0" anchor="ctr">
            <a:normAutofit/>
          </a:bodyPr>
          <a:lstStyle/>
          <a:p>
            <a:pPr>
              <a:spcAft>
                <a:spcPts val="600"/>
              </a:spcAft>
            </a:pPr>
            <a:r>
              <a:rPr lang="en-US" kern="1200" dirty="0">
                <a:solidFill>
                  <a:schemeClr val="bg1">
                    <a:lumMod val="50000"/>
                  </a:schemeClr>
                </a:solidFill>
                <a:latin typeface="+mn-lt"/>
                <a:ea typeface="+mn-ea"/>
                <a:cs typeface="+mn-cs"/>
              </a:rPr>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F3C8FE33-F621-EEC1-33E0-39C21CD51D1C}"/>
              </a:ext>
            </a:extLst>
          </p:cNvPr>
          <p:cNvSpPr>
            <a:spLocks noGrp="1"/>
          </p:cNvSpPr>
          <p:nvPr>
            <p:ph type="sldNum" sz="quarter" idx="12"/>
          </p:nvPr>
        </p:nvSpPr>
        <p:spPr>
          <a:xfrm>
            <a:off x="11211486" y="6519246"/>
            <a:ext cx="349997" cy="215444"/>
          </a:xfrm>
        </p:spPr>
        <p:txBody>
          <a:bodyPr vert="horz" lIns="0" tIns="0" rIns="0" bIns="0" rtlCol="0" anchor="ctr">
            <a:normAutofit/>
          </a:bodyPr>
          <a:lstStyle/>
          <a:p>
            <a:pPr>
              <a:spcAft>
                <a:spcPts val="600"/>
              </a:spcAft>
            </a:pPr>
            <a:fld id="{8A05B047-7786-42C0-A2BF-6DB1A4525D42}" type="slidenum">
              <a:rPr lang="en-US" kern="1200">
                <a:latin typeface="+mn-lt"/>
                <a:ea typeface="+mn-ea"/>
                <a:cs typeface="+mn-cs"/>
              </a:rPr>
              <a:pPr>
                <a:spcAft>
                  <a:spcPts val="600"/>
                </a:spcAft>
              </a:pPr>
              <a:t>2</a:t>
            </a:fld>
            <a:endParaRPr lang="en-US" kern="1200" dirty="0">
              <a:latin typeface="+mn-lt"/>
              <a:ea typeface="+mn-ea"/>
              <a:cs typeface="+mn-cs"/>
            </a:endParaRPr>
          </a:p>
        </p:txBody>
      </p:sp>
      <p:sp>
        <p:nvSpPr>
          <p:cNvPr id="4" name="Title 3">
            <a:extLst>
              <a:ext uri="{FF2B5EF4-FFF2-40B4-BE49-F238E27FC236}">
                <a16:creationId xmlns:a16="http://schemas.microsoft.com/office/drawing/2014/main" id="{256DE1F8-1E84-9346-A100-030A1C3D1AC8}"/>
              </a:ext>
            </a:extLst>
          </p:cNvPr>
          <p:cNvSpPr>
            <a:spLocks noGrp="1"/>
          </p:cNvSpPr>
          <p:nvPr>
            <p:ph type="title"/>
          </p:nvPr>
        </p:nvSpPr>
        <p:spPr>
          <a:xfrm>
            <a:off x="457200" y="826086"/>
            <a:ext cx="9144000" cy="594360"/>
          </a:xfrm>
        </p:spPr>
        <p:txBody>
          <a:bodyPr vert="horz" lIns="0" tIns="0" rIns="0" bIns="0" rtlCol="0" anchor="t">
            <a:normAutofit/>
          </a:bodyPr>
          <a:lstStyle/>
          <a:p>
            <a:r>
              <a:rPr lang="en-US" sz="2000" dirty="0"/>
              <a:t>Sprint Review</a:t>
            </a:r>
          </a:p>
        </p:txBody>
      </p:sp>
    </p:spTree>
    <p:extLst>
      <p:ext uri="{BB962C8B-B14F-4D97-AF65-F5344CB8AC3E}">
        <p14:creationId xmlns:p14="http://schemas.microsoft.com/office/powerpoint/2010/main" val="2203799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79681-CF9B-445E-9896-14F3A336AB5F}"/>
              </a:ext>
            </a:extLst>
          </p:cNvPr>
          <p:cNvSpPr>
            <a:spLocks noGrp="1"/>
          </p:cNvSpPr>
          <p:nvPr>
            <p:ph type="ctrTitle"/>
          </p:nvPr>
        </p:nvSpPr>
        <p:spPr>
          <a:xfrm>
            <a:off x="5318143" y="2828009"/>
            <a:ext cx="5328979" cy="1803509"/>
          </a:xfrm>
        </p:spPr>
        <p:txBody>
          <a:bodyPr/>
          <a:lstStyle/>
          <a:p>
            <a:r>
              <a:rPr lang="en-US" dirty="0"/>
              <a:t>Team Everest</a:t>
            </a:r>
          </a:p>
        </p:txBody>
      </p:sp>
      <p:sp>
        <p:nvSpPr>
          <p:cNvPr id="7" name="Subtitle 6">
            <a:extLst>
              <a:ext uri="{FF2B5EF4-FFF2-40B4-BE49-F238E27FC236}">
                <a16:creationId xmlns:a16="http://schemas.microsoft.com/office/drawing/2014/main" id="{9018A48E-A70F-4030-97D4-28D08EF6F7DD}"/>
              </a:ext>
            </a:extLst>
          </p:cNvPr>
          <p:cNvSpPr>
            <a:spLocks noGrp="1"/>
          </p:cNvSpPr>
          <p:nvPr>
            <p:ph type="subTitle" idx="1"/>
          </p:nvPr>
        </p:nvSpPr>
        <p:spPr>
          <a:xfrm>
            <a:off x="5318144" y="4631518"/>
            <a:ext cx="5328978" cy="991275"/>
          </a:xfrm>
        </p:spPr>
        <p:txBody>
          <a:bodyPr vert="horz" lIns="0" tIns="0" rIns="0" bIns="0" rtlCol="0" anchor="t">
            <a:noAutofit/>
          </a:bodyPr>
          <a:lstStyle/>
          <a:p>
            <a:r>
              <a:rPr lang="en-US" b="1" dirty="0"/>
              <a:t>Sprint 7 - 2026 Review</a:t>
            </a:r>
          </a:p>
          <a:p>
            <a:endParaRPr lang="en-US" b="1" dirty="0"/>
          </a:p>
          <a:p>
            <a:endParaRPr lang="en-US" b="1" dirty="0"/>
          </a:p>
        </p:txBody>
      </p:sp>
      <p:pic>
        <p:nvPicPr>
          <p:cNvPr id="4" name="Picture 3">
            <a:extLst>
              <a:ext uri="{FF2B5EF4-FFF2-40B4-BE49-F238E27FC236}">
                <a16:creationId xmlns:a16="http://schemas.microsoft.com/office/drawing/2014/main" id="{4E2976C7-146A-40B0-B3A8-23B9FF47E2E5}"/>
              </a:ext>
            </a:extLst>
          </p:cNvPr>
          <p:cNvPicPr>
            <a:picLocks noChangeAspect="1"/>
          </p:cNvPicPr>
          <p:nvPr/>
        </p:nvPicPr>
        <p:blipFill>
          <a:blip r:embed="rId3"/>
          <a:stretch>
            <a:fillRect/>
          </a:stretch>
        </p:blipFill>
        <p:spPr>
          <a:xfrm>
            <a:off x="9943146" y="5334000"/>
            <a:ext cx="2248854" cy="1524000"/>
          </a:xfrm>
          <a:prstGeom prst="rect">
            <a:avLst/>
          </a:prstGeom>
        </p:spPr>
      </p:pic>
    </p:spTree>
    <p:extLst>
      <p:ext uri="{BB962C8B-B14F-4D97-AF65-F5344CB8AC3E}">
        <p14:creationId xmlns:p14="http://schemas.microsoft.com/office/powerpoint/2010/main" val="1521689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4778B3F-F44E-4B54-8ED8-6F7CA630E02E}"/>
              </a:ext>
            </a:extLst>
          </p:cNvPr>
          <p:cNvSpPr>
            <a:spLocks noGrp="1"/>
          </p:cNvSpPr>
          <p:nvPr>
            <p:ph type="title"/>
          </p:nvPr>
        </p:nvSpPr>
        <p:spPr/>
        <p:txBody>
          <a:bodyPr/>
          <a:lstStyle/>
          <a:p>
            <a:r>
              <a:rPr lang="en-US" dirty="0"/>
              <a:t>Product Vision</a:t>
            </a:r>
          </a:p>
        </p:txBody>
      </p:sp>
      <p:sp>
        <p:nvSpPr>
          <p:cNvPr id="9" name="Content Placeholder 8">
            <a:extLst>
              <a:ext uri="{FF2B5EF4-FFF2-40B4-BE49-F238E27FC236}">
                <a16:creationId xmlns:a16="http://schemas.microsoft.com/office/drawing/2014/main" id="{4C720DDF-4B9A-4E66-A7F5-D5DBCD501C89}"/>
              </a:ext>
            </a:extLst>
          </p:cNvPr>
          <p:cNvSpPr>
            <a:spLocks noGrp="1"/>
          </p:cNvSpPr>
          <p:nvPr>
            <p:ph type="body" sz="quarter" idx="13"/>
          </p:nvPr>
        </p:nvSpPr>
        <p:spPr>
          <a:xfrm>
            <a:off x="6096000" y="4894881"/>
            <a:ext cx="5302228" cy="666750"/>
          </a:xfrm>
        </p:spPr>
        <p:txBody>
          <a:bodyPr/>
          <a:lstStyle/>
          <a:p>
            <a:pPr marL="0" indent="0">
              <a:buNone/>
            </a:pPr>
            <a:r>
              <a:rPr lang="en-US" sz="2400" dirty="0">
                <a:solidFill>
                  <a:schemeClr val="accent3">
                    <a:lumMod val="75000"/>
                  </a:schemeClr>
                </a:solidFill>
              </a:rPr>
              <a:t>Streamlined, innovative software to ensure the efficient processing and delivery of compliant documents.</a:t>
            </a:r>
          </a:p>
        </p:txBody>
      </p:sp>
      <p:pic>
        <p:nvPicPr>
          <p:cNvPr id="13" name="Picture Placeholder 12" descr="Graphical user interface, text, application&#10;&#10;Description automatically generated">
            <a:extLst>
              <a:ext uri="{FF2B5EF4-FFF2-40B4-BE49-F238E27FC236}">
                <a16:creationId xmlns:a16="http://schemas.microsoft.com/office/drawing/2014/main" id="{39954986-72BE-4B29-9712-FDC7DDA4ED35}"/>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4612" r="4612"/>
          <a:stretch>
            <a:fillRect/>
          </a:stretch>
        </p:blipFill>
        <p:spPr/>
      </p:pic>
      <p:sp>
        <p:nvSpPr>
          <p:cNvPr id="10" name="Media Placeholder 9">
            <a:extLst>
              <a:ext uri="{FF2B5EF4-FFF2-40B4-BE49-F238E27FC236}">
                <a16:creationId xmlns:a16="http://schemas.microsoft.com/office/drawing/2014/main" id="{4A6F5A6F-14EF-4F98-B889-23251BB7213D}"/>
              </a:ext>
            </a:extLst>
          </p:cNvPr>
          <p:cNvSpPr>
            <a:spLocks noGrp="1"/>
          </p:cNvSpPr>
          <p:nvPr>
            <p:ph type="media" sz="quarter" idx="14"/>
          </p:nvPr>
        </p:nvSpPr>
        <p:spPr>
          <a:xfrm>
            <a:off x="-15666" y="623"/>
            <a:ext cx="2352675" cy="4617387"/>
          </a:xfrm>
        </p:spPr>
        <p:txBody>
          <a:bodyPr/>
          <a:lstStyle/>
          <a:p>
            <a:endParaRPr lang="en-US" dirty="0"/>
          </a:p>
        </p:txBody>
      </p:sp>
    </p:spTree>
    <p:extLst>
      <p:ext uri="{BB962C8B-B14F-4D97-AF65-F5344CB8AC3E}">
        <p14:creationId xmlns:p14="http://schemas.microsoft.com/office/powerpoint/2010/main" val="1327426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F230D20-8808-B8DE-E72A-DB4C68FB794E}"/>
              </a:ext>
            </a:extLst>
          </p:cNvPr>
          <p:cNvSpPr>
            <a:spLocks noGrp="1"/>
          </p:cNvSpPr>
          <p:nvPr>
            <p:ph sz="quarter" idx="15"/>
          </p:nvPr>
        </p:nvSpPr>
        <p:spPr>
          <a:xfrm>
            <a:off x="457200" y="1352550"/>
            <a:ext cx="11010900" cy="4152900"/>
          </a:xfrm>
        </p:spPr>
        <p:txBody>
          <a:bodyPr vert="horz" lIns="0" tIns="0" rIns="0" bIns="0" rtlCol="0" anchor="t">
            <a:noAutofit/>
          </a:bodyPr>
          <a:lstStyle/>
          <a:p>
            <a:endParaRPr lang="en-US" dirty="0"/>
          </a:p>
          <a:p>
            <a:pPr>
              <a:buClr>
                <a:srgbClr val="808080"/>
              </a:buClr>
            </a:pPr>
            <a:endParaRPr lang="en-US" dirty="0">
              <a:cs typeface="Arial" panose="020B0604020202020204"/>
            </a:endParaRPr>
          </a:p>
        </p:txBody>
      </p:sp>
      <p:sp>
        <p:nvSpPr>
          <p:cNvPr id="5" name="Footer Placeholder 4">
            <a:extLst>
              <a:ext uri="{FF2B5EF4-FFF2-40B4-BE49-F238E27FC236}">
                <a16:creationId xmlns:a16="http://schemas.microsoft.com/office/drawing/2014/main" id="{1FA29F9A-ED88-55DA-33B5-13A06731EDC7}"/>
              </a:ext>
            </a:extLst>
          </p:cNvPr>
          <p:cNvSpPr>
            <a:spLocks noGrp="1"/>
          </p:cNvSpPr>
          <p:nvPr>
            <p:ph type="ftr" sz="quarter" idx="11"/>
          </p:nvPr>
        </p:nvSpPr>
        <p:spPr/>
        <p:txBody>
          <a:bodyPr/>
          <a:lstStyle/>
          <a:p>
            <a:r>
              <a:rPr lang="en-US" dirty="0">
                <a:solidFill>
                  <a:schemeClr val="bg1">
                    <a:lumMod val="50000"/>
                  </a:schemeClr>
                </a:solidFill>
              </a:rPr>
              <a:t>Confidential. For Ascensus internal purposes only. Not intended for use with or distribution to clients or the public.</a:t>
            </a:r>
          </a:p>
        </p:txBody>
      </p:sp>
      <p:sp>
        <p:nvSpPr>
          <p:cNvPr id="6" name="Slide Number Placeholder 5">
            <a:extLst>
              <a:ext uri="{FF2B5EF4-FFF2-40B4-BE49-F238E27FC236}">
                <a16:creationId xmlns:a16="http://schemas.microsoft.com/office/drawing/2014/main" id="{A3280012-A697-FD82-76E0-E301F2092740}"/>
              </a:ext>
            </a:extLst>
          </p:cNvPr>
          <p:cNvSpPr>
            <a:spLocks noGrp="1"/>
          </p:cNvSpPr>
          <p:nvPr>
            <p:ph type="sldNum" sz="quarter" idx="12"/>
          </p:nvPr>
        </p:nvSpPr>
        <p:spPr/>
        <p:txBody>
          <a:bodyPr/>
          <a:lstStyle/>
          <a:p>
            <a:fld id="{8A05B047-7786-42C0-A2BF-6DB1A4525D42}" type="slidenum">
              <a:rPr lang="en-US" smtClean="0"/>
              <a:pPr/>
              <a:t>5</a:t>
            </a:fld>
            <a:endParaRPr lang="en-US" dirty="0"/>
          </a:p>
        </p:txBody>
      </p:sp>
      <p:sp>
        <p:nvSpPr>
          <p:cNvPr id="7" name="Title 6">
            <a:extLst>
              <a:ext uri="{FF2B5EF4-FFF2-40B4-BE49-F238E27FC236}">
                <a16:creationId xmlns:a16="http://schemas.microsoft.com/office/drawing/2014/main" id="{4551C97B-E382-166D-FBEB-F54AFF537344}"/>
              </a:ext>
            </a:extLst>
          </p:cNvPr>
          <p:cNvSpPr>
            <a:spLocks noGrp="1"/>
          </p:cNvSpPr>
          <p:nvPr>
            <p:ph type="title"/>
          </p:nvPr>
        </p:nvSpPr>
        <p:spPr/>
        <p:txBody>
          <a:bodyPr/>
          <a:lstStyle/>
          <a:p>
            <a:r>
              <a:rPr lang="en-US" dirty="0"/>
              <a:t>Team Everest Roster</a:t>
            </a:r>
          </a:p>
        </p:txBody>
      </p:sp>
      <p:pic>
        <p:nvPicPr>
          <p:cNvPr id="2" name="Picture 1" descr="A close up of a text&#10;&#10;Description automatically generated">
            <a:extLst>
              <a:ext uri="{FF2B5EF4-FFF2-40B4-BE49-F238E27FC236}">
                <a16:creationId xmlns:a16="http://schemas.microsoft.com/office/drawing/2014/main" id="{BA582C34-5773-34FF-97E8-6A12885B2A99}"/>
              </a:ext>
            </a:extLst>
          </p:cNvPr>
          <p:cNvPicPr>
            <a:picLocks noChangeAspect="1"/>
          </p:cNvPicPr>
          <p:nvPr/>
        </p:nvPicPr>
        <p:blipFill>
          <a:blip r:embed="rId3"/>
          <a:stretch>
            <a:fillRect/>
          </a:stretch>
        </p:blipFill>
        <p:spPr>
          <a:xfrm>
            <a:off x="400493" y="1487140"/>
            <a:ext cx="2743200" cy="853440"/>
          </a:xfrm>
          <a:prstGeom prst="rect">
            <a:avLst/>
          </a:prstGeom>
        </p:spPr>
      </p:pic>
      <p:pic>
        <p:nvPicPr>
          <p:cNvPr id="9" name="Picture 8" descr="A close-up of a business card&#10;&#10;Description automatically generated">
            <a:extLst>
              <a:ext uri="{FF2B5EF4-FFF2-40B4-BE49-F238E27FC236}">
                <a16:creationId xmlns:a16="http://schemas.microsoft.com/office/drawing/2014/main" id="{9FC1E1BA-A49A-E1F3-718B-69C698E61F47}"/>
              </a:ext>
            </a:extLst>
          </p:cNvPr>
          <p:cNvPicPr>
            <a:picLocks noChangeAspect="1"/>
          </p:cNvPicPr>
          <p:nvPr/>
        </p:nvPicPr>
        <p:blipFill>
          <a:blip r:embed="rId4"/>
          <a:stretch>
            <a:fillRect/>
          </a:stretch>
        </p:blipFill>
        <p:spPr>
          <a:xfrm>
            <a:off x="348532" y="2388311"/>
            <a:ext cx="2743200" cy="996696"/>
          </a:xfrm>
          <a:prstGeom prst="rect">
            <a:avLst/>
          </a:prstGeom>
        </p:spPr>
      </p:pic>
      <p:pic>
        <p:nvPicPr>
          <p:cNvPr id="13" name="Picture 12" descr="A close-up of a person&#10;&#10;Description automatically generated">
            <a:extLst>
              <a:ext uri="{FF2B5EF4-FFF2-40B4-BE49-F238E27FC236}">
                <a16:creationId xmlns:a16="http://schemas.microsoft.com/office/drawing/2014/main" id="{F2631B2C-ED10-BA17-095F-2A100BE14EBE}"/>
              </a:ext>
            </a:extLst>
          </p:cNvPr>
          <p:cNvPicPr>
            <a:picLocks noChangeAspect="1"/>
          </p:cNvPicPr>
          <p:nvPr/>
        </p:nvPicPr>
        <p:blipFill>
          <a:blip r:embed="rId5"/>
          <a:stretch>
            <a:fillRect/>
          </a:stretch>
        </p:blipFill>
        <p:spPr>
          <a:xfrm>
            <a:off x="256155" y="3289005"/>
            <a:ext cx="2946990" cy="1167565"/>
          </a:xfrm>
          <a:prstGeom prst="rect">
            <a:avLst/>
          </a:prstGeom>
        </p:spPr>
      </p:pic>
      <p:pic>
        <p:nvPicPr>
          <p:cNvPr id="15" name="Picture 14" descr="A close-up of a document&#10;&#10;Description automatically generated">
            <a:extLst>
              <a:ext uri="{FF2B5EF4-FFF2-40B4-BE49-F238E27FC236}">
                <a16:creationId xmlns:a16="http://schemas.microsoft.com/office/drawing/2014/main" id="{3C39E5B5-81D1-28A4-5336-3E7F3DD7002C}"/>
              </a:ext>
            </a:extLst>
          </p:cNvPr>
          <p:cNvPicPr>
            <a:picLocks noChangeAspect="1"/>
          </p:cNvPicPr>
          <p:nvPr/>
        </p:nvPicPr>
        <p:blipFill>
          <a:blip r:embed="rId6"/>
          <a:stretch>
            <a:fillRect/>
          </a:stretch>
        </p:blipFill>
        <p:spPr>
          <a:xfrm>
            <a:off x="5988609" y="1231161"/>
            <a:ext cx="2743200" cy="1111889"/>
          </a:xfrm>
          <a:prstGeom prst="rect">
            <a:avLst/>
          </a:prstGeom>
        </p:spPr>
      </p:pic>
      <p:pic>
        <p:nvPicPr>
          <p:cNvPr id="16" name="Picture 15" descr="A close-up of a person&#10;&#10;Description automatically generated">
            <a:extLst>
              <a:ext uri="{FF2B5EF4-FFF2-40B4-BE49-F238E27FC236}">
                <a16:creationId xmlns:a16="http://schemas.microsoft.com/office/drawing/2014/main" id="{53C1F784-7138-EFD8-5ECD-46121C674209}"/>
              </a:ext>
            </a:extLst>
          </p:cNvPr>
          <p:cNvPicPr>
            <a:picLocks noChangeAspect="1"/>
          </p:cNvPicPr>
          <p:nvPr/>
        </p:nvPicPr>
        <p:blipFill>
          <a:blip r:embed="rId7"/>
          <a:stretch>
            <a:fillRect/>
          </a:stretch>
        </p:blipFill>
        <p:spPr>
          <a:xfrm>
            <a:off x="5934325" y="2244957"/>
            <a:ext cx="2743200" cy="1130035"/>
          </a:xfrm>
          <a:prstGeom prst="rect">
            <a:avLst/>
          </a:prstGeom>
        </p:spPr>
      </p:pic>
      <p:pic>
        <p:nvPicPr>
          <p:cNvPr id="18" name="Picture 17" descr="A close up of a business card&#10;&#10;Description automatically generated">
            <a:extLst>
              <a:ext uri="{FF2B5EF4-FFF2-40B4-BE49-F238E27FC236}">
                <a16:creationId xmlns:a16="http://schemas.microsoft.com/office/drawing/2014/main" id="{7B44A6C7-A493-7ED0-A8E4-DE5193BCFFF9}"/>
              </a:ext>
            </a:extLst>
          </p:cNvPr>
          <p:cNvPicPr>
            <a:picLocks noChangeAspect="1"/>
          </p:cNvPicPr>
          <p:nvPr/>
        </p:nvPicPr>
        <p:blipFill>
          <a:blip r:embed="rId8"/>
          <a:stretch>
            <a:fillRect/>
          </a:stretch>
        </p:blipFill>
        <p:spPr>
          <a:xfrm>
            <a:off x="363420" y="4400547"/>
            <a:ext cx="2743200" cy="876859"/>
          </a:xfrm>
          <a:prstGeom prst="rect">
            <a:avLst/>
          </a:prstGeom>
        </p:spPr>
      </p:pic>
      <p:pic>
        <p:nvPicPr>
          <p:cNvPr id="10" name="Picture 9" descr="A close-up of a white background&#10;&#10;Description automatically generated">
            <a:extLst>
              <a:ext uri="{FF2B5EF4-FFF2-40B4-BE49-F238E27FC236}">
                <a16:creationId xmlns:a16="http://schemas.microsoft.com/office/drawing/2014/main" id="{AF47457A-C26F-FF71-C1C6-304D5E523546}"/>
              </a:ext>
            </a:extLst>
          </p:cNvPr>
          <p:cNvPicPr>
            <a:picLocks noChangeAspect="1"/>
          </p:cNvPicPr>
          <p:nvPr/>
        </p:nvPicPr>
        <p:blipFill>
          <a:blip r:embed="rId9"/>
          <a:stretch>
            <a:fillRect/>
          </a:stretch>
        </p:blipFill>
        <p:spPr>
          <a:xfrm>
            <a:off x="2935126" y="2152138"/>
            <a:ext cx="3171825" cy="1095375"/>
          </a:xfrm>
          <a:prstGeom prst="rect">
            <a:avLst/>
          </a:prstGeom>
        </p:spPr>
      </p:pic>
      <p:pic>
        <p:nvPicPr>
          <p:cNvPr id="21" name="Picture 20" descr="A close up of a text&#10;&#10;Description automatically generated">
            <a:extLst>
              <a:ext uri="{FF2B5EF4-FFF2-40B4-BE49-F238E27FC236}">
                <a16:creationId xmlns:a16="http://schemas.microsoft.com/office/drawing/2014/main" id="{E20BCD6E-79F1-8D1A-5B1B-F9E8773A52C5}"/>
              </a:ext>
            </a:extLst>
          </p:cNvPr>
          <p:cNvPicPr>
            <a:picLocks noChangeAspect="1"/>
          </p:cNvPicPr>
          <p:nvPr/>
        </p:nvPicPr>
        <p:blipFill>
          <a:blip r:embed="rId10"/>
          <a:stretch>
            <a:fillRect/>
          </a:stretch>
        </p:blipFill>
        <p:spPr>
          <a:xfrm>
            <a:off x="3091732" y="4392506"/>
            <a:ext cx="2755900" cy="841375"/>
          </a:xfrm>
          <a:prstGeom prst="rect">
            <a:avLst/>
          </a:prstGeom>
        </p:spPr>
      </p:pic>
      <p:pic>
        <p:nvPicPr>
          <p:cNvPr id="22" name="Picture 21" descr="A close up of a logo&#10;&#10;Description automatically generated">
            <a:extLst>
              <a:ext uri="{FF2B5EF4-FFF2-40B4-BE49-F238E27FC236}">
                <a16:creationId xmlns:a16="http://schemas.microsoft.com/office/drawing/2014/main" id="{8D300359-0EAE-DB2E-6E78-08DAC416FE98}"/>
              </a:ext>
            </a:extLst>
          </p:cNvPr>
          <p:cNvPicPr>
            <a:picLocks noChangeAspect="1"/>
          </p:cNvPicPr>
          <p:nvPr/>
        </p:nvPicPr>
        <p:blipFill>
          <a:blip r:embed="rId11"/>
          <a:stretch>
            <a:fillRect/>
          </a:stretch>
        </p:blipFill>
        <p:spPr>
          <a:xfrm>
            <a:off x="2914005" y="1262167"/>
            <a:ext cx="3162300" cy="971550"/>
          </a:xfrm>
          <a:prstGeom prst="rect">
            <a:avLst/>
          </a:prstGeom>
        </p:spPr>
      </p:pic>
      <p:pic>
        <p:nvPicPr>
          <p:cNvPr id="24" name="Picture 23" descr="A close up of a name&#10;&#10;Description automatically generated">
            <a:extLst>
              <a:ext uri="{FF2B5EF4-FFF2-40B4-BE49-F238E27FC236}">
                <a16:creationId xmlns:a16="http://schemas.microsoft.com/office/drawing/2014/main" id="{EAE6EE40-5CDE-5D68-413B-B867161713EA}"/>
              </a:ext>
            </a:extLst>
          </p:cNvPr>
          <p:cNvPicPr>
            <a:picLocks noChangeAspect="1"/>
          </p:cNvPicPr>
          <p:nvPr/>
        </p:nvPicPr>
        <p:blipFill rotWithShape="1">
          <a:blip r:embed="rId12"/>
          <a:srcRect r="5594"/>
          <a:stretch/>
        </p:blipFill>
        <p:spPr>
          <a:xfrm>
            <a:off x="8779665" y="1262849"/>
            <a:ext cx="2837564" cy="970868"/>
          </a:xfrm>
          <a:prstGeom prst="rect">
            <a:avLst/>
          </a:prstGeom>
        </p:spPr>
      </p:pic>
      <p:grpSp>
        <p:nvGrpSpPr>
          <p:cNvPr id="23" name="Group 22">
            <a:extLst>
              <a:ext uri="{FF2B5EF4-FFF2-40B4-BE49-F238E27FC236}">
                <a16:creationId xmlns:a16="http://schemas.microsoft.com/office/drawing/2014/main" id="{A798987C-711A-A354-E121-F729B1A4C5EE}"/>
              </a:ext>
            </a:extLst>
          </p:cNvPr>
          <p:cNvGrpSpPr/>
          <p:nvPr/>
        </p:nvGrpSpPr>
        <p:grpSpPr>
          <a:xfrm>
            <a:off x="3038199" y="3278743"/>
            <a:ext cx="2907585" cy="1061306"/>
            <a:chOff x="8809304" y="2337103"/>
            <a:chExt cx="2907585" cy="1061306"/>
          </a:xfrm>
        </p:grpSpPr>
        <p:pic>
          <p:nvPicPr>
            <p:cNvPr id="20" name="Picture 19" descr="A close up of a white background&#10;&#10;Description automatically generated">
              <a:extLst>
                <a:ext uri="{FF2B5EF4-FFF2-40B4-BE49-F238E27FC236}">
                  <a16:creationId xmlns:a16="http://schemas.microsoft.com/office/drawing/2014/main" id="{47D98551-FD3C-2099-CC48-C5A77AAF2A32}"/>
                </a:ext>
              </a:extLst>
            </p:cNvPr>
            <p:cNvPicPr>
              <a:picLocks noChangeAspect="1"/>
            </p:cNvPicPr>
            <p:nvPr/>
          </p:nvPicPr>
          <p:blipFill>
            <a:blip r:embed="rId13"/>
            <a:stretch>
              <a:fillRect/>
            </a:stretch>
          </p:blipFill>
          <p:spPr>
            <a:xfrm>
              <a:off x="8906674" y="2337103"/>
              <a:ext cx="2810215" cy="953069"/>
            </a:xfrm>
            <a:prstGeom prst="rect">
              <a:avLst/>
            </a:prstGeom>
          </p:spPr>
        </p:pic>
        <p:pic>
          <p:nvPicPr>
            <p:cNvPr id="12" name="Picture 11">
              <a:extLst>
                <a:ext uri="{FF2B5EF4-FFF2-40B4-BE49-F238E27FC236}">
                  <a16:creationId xmlns:a16="http://schemas.microsoft.com/office/drawing/2014/main" id="{BC65FC61-4587-ED60-3D10-2368CDAA30FE}"/>
                </a:ext>
              </a:extLst>
            </p:cNvPr>
            <p:cNvPicPr>
              <a:picLocks noChangeAspect="1"/>
            </p:cNvPicPr>
            <p:nvPr/>
          </p:nvPicPr>
          <p:blipFill>
            <a:blip r:embed="rId14"/>
            <a:stretch>
              <a:fillRect/>
            </a:stretch>
          </p:blipFill>
          <p:spPr>
            <a:xfrm>
              <a:off x="8809304" y="2417453"/>
              <a:ext cx="940365" cy="980956"/>
            </a:xfrm>
            <a:prstGeom prst="rect">
              <a:avLst/>
            </a:prstGeom>
          </p:spPr>
        </p:pic>
        <p:sp>
          <p:nvSpPr>
            <p:cNvPr id="19" name="Flowchart: Connector 18">
              <a:extLst>
                <a:ext uri="{FF2B5EF4-FFF2-40B4-BE49-F238E27FC236}">
                  <a16:creationId xmlns:a16="http://schemas.microsoft.com/office/drawing/2014/main" id="{DA7FF910-A636-9DFF-3404-FD9780D1B92E}"/>
                </a:ext>
              </a:extLst>
            </p:cNvPr>
            <p:cNvSpPr/>
            <p:nvPr/>
          </p:nvSpPr>
          <p:spPr>
            <a:xfrm>
              <a:off x="9431377" y="3020028"/>
              <a:ext cx="256482" cy="264168"/>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grpSp>
      <p:pic>
        <p:nvPicPr>
          <p:cNvPr id="3" name="Picture 2" descr="A close-up of a person&#10;&#10;AI-generated content may be incorrect.">
            <a:extLst>
              <a:ext uri="{FF2B5EF4-FFF2-40B4-BE49-F238E27FC236}">
                <a16:creationId xmlns:a16="http://schemas.microsoft.com/office/drawing/2014/main" id="{6D2C0CEA-941F-8551-FAD3-4BC2451A1D10}"/>
              </a:ext>
            </a:extLst>
          </p:cNvPr>
          <p:cNvPicPr>
            <a:picLocks noChangeAspect="1"/>
          </p:cNvPicPr>
          <p:nvPr/>
        </p:nvPicPr>
        <p:blipFill>
          <a:blip r:embed="rId15"/>
          <a:srcRect l="2879"/>
          <a:stretch/>
        </p:blipFill>
        <p:spPr>
          <a:xfrm>
            <a:off x="8699305" y="2078558"/>
            <a:ext cx="2923227" cy="1104900"/>
          </a:xfrm>
          <a:prstGeom prst="rect">
            <a:avLst/>
          </a:prstGeom>
        </p:spPr>
      </p:pic>
      <p:pic>
        <p:nvPicPr>
          <p:cNvPr id="11" name="Picture 10">
            <a:extLst>
              <a:ext uri="{FF2B5EF4-FFF2-40B4-BE49-F238E27FC236}">
                <a16:creationId xmlns:a16="http://schemas.microsoft.com/office/drawing/2014/main" id="{029474FF-4DAE-FC8E-AD6E-63D5FEC89EF3}"/>
              </a:ext>
            </a:extLst>
          </p:cNvPr>
          <p:cNvPicPr>
            <a:picLocks noChangeAspect="1"/>
          </p:cNvPicPr>
          <p:nvPr/>
        </p:nvPicPr>
        <p:blipFill>
          <a:blip r:embed="rId16"/>
          <a:stretch>
            <a:fillRect/>
          </a:stretch>
        </p:blipFill>
        <p:spPr>
          <a:xfrm>
            <a:off x="5993640" y="3318283"/>
            <a:ext cx="2496333" cy="911070"/>
          </a:xfrm>
          <a:prstGeom prst="rect">
            <a:avLst/>
          </a:prstGeom>
        </p:spPr>
      </p:pic>
      <p:grpSp>
        <p:nvGrpSpPr>
          <p:cNvPr id="26" name="Group 25">
            <a:extLst>
              <a:ext uri="{FF2B5EF4-FFF2-40B4-BE49-F238E27FC236}">
                <a16:creationId xmlns:a16="http://schemas.microsoft.com/office/drawing/2014/main" id="{1B32D12D-9652-DE8D-A465-F03B0A06BF0B}"/>
              </a:ext>
            </a:extLst>
          </p:cNvPr>
          <p:cNvGrpSpPr/>
          <p:nvPr/>
        </p:nvGrpSpPr>
        <p:grpSpPr>
          <a:xfrm>
            <a:off x="8837168" y="3101879"/>
            <a:ext cx="2457793" cy="962159"/>
            <a:chOff x="8796607" y="3236704"/>
            <a:chExt cx="2457793" cy="962159"/>
          </a:xfrm>
        </p:grpSpPr>
        <p:pic>
          <p:nvPicPr>
            <p:cNvPr id="17" name="Picture 16">
              <a:extLst>
                <a:ext uri="{FF2B5EF4-FFF2-40B4-BE49-F238E27FC236}">
                  <a16:creationId xmlns:a16="http://schemas.microsoft.com/office/drawing/2014/main" id="{2D894A28-9888-F018-DFD2-63726095DA2B}"/>
                </a:ext>
              </a:extLst>
            </p:cNvPr>
            <p:cNvPicPr>
              <a:picLocks noChangeAspect="1"/>
            </p:cNvPicPr>
            <p:nvPr/>
          </p:nvPicPr>
          <p:blipFill>
            <a:blip r:embed="rId17"/>
            <a:stretch>
              <a:fillRect/>
            </a:stretch>
          </p:blipFill>
          <p:spPr>
            <a:xfrm>
              <a:off x="8796607" y="3236704"/>
              <a:ext cx="2457793" cy="962159"/>
            </a:xfrm>
            <a:prstGeom prst="rect">
              <a:avLst/>
            </a:prstGeom>
          </p:spPr>
        </p:pic>
        <p:sp>
          <p:nvSpPr>
            <p:cNvPr id="25" name="Oval 24">
              <a:extLst>
                <a:ext uri="{FF2B5EF4-FFF2-40B4-BE49-F238E27FC236}">
                  <a16:creationId xmlns:a16="http://schemas.microsoft.com/office/drawing/2014/main" id="{4C537D0B-29EF-85D1-68AC-4632D35B9858}"/>
                </a:ext>
              </a:extLst>
            </p:cNvPr>
            <p:cNvSpPr/>
            <p:nvPr/>
          </p:nvSpPr>
          <p:spPr>
            <a:xfrm>
              <a:off x="9314821" y="3913884"/>
              <a:ext cx="231112" cy="23236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grpSp>
      <p:pic>
        <p:nvPicPr>
          <p:cNvPr id="8" name="Picture 7" descr="A close-up of a computer&#10;&#10;Description automatically generated">
            <a:extLst>
              <a:ext uri="{FF2B5EF4-FFF2-40B4-BE49-F238E27FC236}">
                <a16:creationId xmlns:a16="http://schemas.microsoft.com/office/drawing/2014/main" id="{4B821E9C-8E13-982A-12DE-469DE2334667}"/>
              </a:ext>
            </a:extLst>
          </p:cNvPr>
          <p:cNvPicPr>
            <a:picLocks noChangeAspect="1"/>
          </p:cNvPicPr>
          <p:nvPr/>
        </p:nvPicPr>
        <p:blipFill>
          <a:blip r:embed="rId18"/>
          <a:stretch>
            <a:fillRect/>
          </a:stretch>
        </p:blipFill>
        <p:spPr>
          <a:xfrm>
            <a:off x="5956300" y="4340049"/>
            <a:ext cx="2647950" cy="971550"/>
          </a:xfrm>
          <a:prstGeom prst="rect">
            <a:avLst/>
          </a:prstGeom>
        </p:spPr>
      </p:pic>
    </p:spTree>
    <p:extLst>
      <p:ext uri="{BB962C8B-B14F-4D97-AF65-F5344CB8AC3E}">
        <p14:creationId xmlns:p14="http://schemas.microsoft.com/office/powerpoint/2010/main" val="2849637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79E3BE-5818-4C3D-9184-AA00F538C8FC}"/>
              </a:ext>
            </a:extLst>
          </p:cNvPr>
          <p:cNvSpPr>
            <a:spLocks noGrp="1"/>
          </p:cNvSpPr>
          <p:nvPr>
            <p:ph type="title"/>
          </p:nvPr>
        </p:nvSpPr>
        <p:spPr/>
        <p:txBody>
          <a:bodyPr/>
          <a:lstStyle/>
          <a:p>
            <a:r>
              <a:rPr lang="en-US" dirty="0"/>
              <a:t>Agenda</a:t>
            </a:r>
          </a:p>
        </p:txBody>
      </p:sp>
      <p:sp>
        <p:nvSpPr>
          <p:cNvPr id="6" name="Text Placeholder 5">
            <a:extLst>
              <a:ext uri="{FF2B5EF4-FFF2-40B4-BE49-F238E27FC236}">
                <a16:creationId xmlns:a16="http://schemas.microsoft.com/office/drawing/2014/main" id="{35EE8D2B-77A3-4D22-8877-7F29458819E0}"/>
              </a:ext>
            </a:extLst>
          </p:cNvPr>
          <p:cNvSpPr>
            <a:spLocks noGrp="1"/>
          </p:cNvSpPr>
          <p:nvPr>
            <p:ph type="body" sz="quarter" idx="12"/>
          </p:nvPr>
        </p:nvSpPr>
        <p:spPr>
          <a:xfrm>
            <a:off x="6624765" y="766223"/>
            <a:ext cx="379095" cy="787400"/>
          </a:xfrm>
        </p:spPr>
        <p:txBody>
          <a:bodyPr/>
          <a:lstStyle/>
          <a:p>
            <a:r>
              <a:rPr lang="en-US" dirty="0"/>
              <a:t>1</a:t>
            </a:r>
          </a:p>
        </p:txBody>
      </p:sp>
      <p:sp>
        <p:nvSpPr>
          <p:cNvPr id="14" name="Text Placeholder 12">
            <a:extLst>
              <a:ext uri="{FF2B5EF4-FFF2-40B4-BE49-F238E27FC236}">
                <a16:creationId xmlns:a16="http://schemas.microsoft.com/office/drawing/2014/main" id="{AA8F0AAF-47C0-45D3-A421-E0CCF6D8931F}"/>
              </a:ext>
            </a:extLst>
          </p:cNvPr>
          <p:cNvSpPr txBox="1">
            <a:spLocks/>
          </p:cNvSpPr>
          <p:nvPr/>
        </p:nvSpPr>
        <p:spPr>
          <a:xfrm>
            <a:off x="7151837" y="1752600"/>
            <a:ext cx="3103506" cy="50080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9pPr>
          </a:lstStyle>
          <a:p>
            <a:r>
              <a:rPr lang="en-US" dirty="0"/>
              <a:t>Sprint 7 – 2026 Overview</a:t>
            </a:r>
          </a:p>
        </p:txBody>
      </p:sp>
      <p:sp>
        <p:nvSpPr>
          <p:cNvPr id="11" name="Text Placeholder 6">
            <a:extLst>
              <a:ext uri="{FF2B5EF4-FFF2-40B4-BE49-F238E27FC236}">
                <a16:creationId xmlns:a16="http://schemas.microsoft.com/office/drawing/2014/main" id="{7E4E1FEE-0A47-4387-9F4A-A060C5FE183D}"/>
              </a:ext>
            </a:extLst>
          </p:cNvPr>
          <p:cNvSpPr txBox="1">
            <a:spLocks/>
          </p:cNvSpPr>
          <p:nvPr/>
        </p:nvSpPr>
        <p:spPr>
          <a:xfrm>
            <a:off x="7151837" y="3361674"/>
            <a:ext cx="3526004" cy="45762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9pPr>
          </a:lstStyle>
          <a:p>
            <a:r>
              <a:rPr lang="en-US" dirty="0"/>
              <a:t>Sprint 8 - 2026 Highlights</a:t>
            </a:r>
          </a:p>
        </p:txBody>
      </p:sp>
      <p:sp>
        <p:nvSpPr>
          <p:cNvPr id="13" name="Text Placeholder 7">
            <a:extLst>
              <a:ext uri="{FF2B5EF4-FFF2-40B4-BE49-F238E27FC236}">
                <a16:creationId xmlns:a16="http://schemas.microsoft.com/office/drawing/2014/main" id="{3BAB59C4-8225-4B10-8BF1-931D9D893387}"/>
              </a:ext>
            </a:extLst>
          </p:cNvPr>
          <p:cNvSpPr txBox="1">
            <a:spLocks/>
          </p:cNvSpPr>
          <p:nvPr/>
        </p:nvSpPr>
        <p:spPr>
          <a:xfrm>
            <a:off x="6624764" y="2395103"/>
            <a:ext cx="379095" cy="787400"/>
          </a:xfrm>
          <a:prstGeom prst="rect">
            <a:avLst/>
          </a:prstGeom>
        </p:spPr>
        <p:txBody>
          <a:bodyPr vert="horz" lIns="0" tIns="0" rIns="0" bIns="0" rtlCol="0">
            <a:noAutofit/>
          </a:bodyPr>
          <a:lstStyle>
            <a:lvl1pPr marL="0" indent="0" algn="r"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9pPr>
          </a:lstStyle>
          <a:p>
            <a:r>
              <a:rPr lang="en-US" dirty="0"/>
              <a:t>3</a:t>
            </a:r>
          </a:p>
        </p:txBody>
      </p:sp>
      <p:sp>
        <p:nvSpPr>
          <p:cNvPr id="8" name="Text Placeholder 7">
            <a:extLst>
              <a:ext uri="{FF2B5EF4-FFF2-40B4-BE49-F238E27FC236}">
                <a16:creationId xmlns:a16="http://schemas.microsoft.com/office/drawing/2014/main" id="{E0E47F13-FEBE-70EB-3EB5-5C36A90F3826}"/>
              </a:ext>
            </a:extLst>
          </p:cNvPr>
          <p:cNvSpPr txBox="1">
            <a:spLocks/>
          </p:cNvSpPr>
          <p:nvPr/>
        </p:nvSpPr>
        <p:spPr>
          <a:xfrm>
            <a:off x="6624766" y="1578228"/>
            <a:ext cx="379095" cy="787400"/>
          </a:xfrm>
          <a:prstGeom prst="rect">
            <a:avLst/>
          </a:prstGeom>
        </p:spPr>
        <p:txBody>
          <a:bodyPr vert="horz" lIns="0" tIns="0" rIns="0" bIns="0" rtlCol="0">
            <a:noAutofit/>
          </a:bodyPr>
          <a:lstStyle>
            <a:lvl1pPr marL="0" indent="0" algn="r"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9pPr>
          </a:lstStyle>
          <a:p>
            <a:r>
              <a:rPr lang="en-US" dirty="0"/>
              <a:t>2</a:t>
            </a:r>
          </a:p>
        </p:txBody>
      </p:sp>
      <p:sp>
        <p:nvSpPr>
          <p:cNvPr id="7" name="Text Placeholder 6">
            <a:extLst>
              <a:ext uri="{FF2B5EF4-FFF2-40B4-BE49-F238E27FC236}">
                <a16:creationId xmlns:a16="http://schemas.microsoft.com/office/drawing/2014/main" id="{86521C37-1A83-FB54-2F37-42B5F70E3763}"/>
              </a:ext>
            </a:extLst>
          </p:cNvPr>
          <p:cNvSpPr txBox="1">
            <a:spLocks/>
          </p:cNvSpPr>
          <p:nvPr/>
        </p:nvSpPr>
        <p:spPr>
          <a:xfrm>
            <a:off x="7151837" y="2581087"/>
            <a:ext cx="3526004" cy="45762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9pPr>
          </a:lstStyle>
          <a:p>
            <a:r>
              <a:rPr lang="en-US" dirty="0"/>
              <a:t>Demo</a:t>
            </a:r>
          </a:p>
        </p:txBody>
      </p:sp>
      <p:sp>
        <p:nvSpPr>
          <p:cNvPr id="2" name="Text Placeholder 7">
            <a:extLst>
              <a:ext uri="{FF2B5EF4-FFF2-40B4-BE49-F238E27FC236}">
                <a16:creationId xmlns:a16="http://schemas.microsoft.com/office/drawing/2014/main" id="{3D1AE132-9E62-E554-3EF0-7F9C3DC585FE}"/>
              </a:ext>
            </a:extLst>
          </p:cNvPr>
          <p:cNvSpPr txBox="1">
            <a:spLocks/>
          </p:cNvSpPr>
          <p:nvPr/>
        </p:nvSpPr>
        <p:spPr>
          <a:xfrm>
            <a:off x="6624764" y="3182503"/>
            <a:ext cx="379095" cy="787400"/>
          </a:xfrm>
          <a:prstGeom prst="rect">
            <a:avLst/>
          </a:prstGeom>
        </p:spPr>
        <p:txBody>
          <a:bodyPr vert="horz" lIns="0" tIns="0" rIns="0" bIns="0" rtlCol="0">
            <a:noAutofit/>
          </a:bodyPr>
          <a:lstStyle>
            <a:lvl1pPr marL="0" indent="0" algn="r"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9pPr>
          </a:lstStyle>
          <a:p>
            <a:r>
              <a:rPr lang="en-US" dirty="0"/>
              <a:t>4</a:t>
            </a:r>
          </a:p>
        </p:txBody>
      </p:sp>
      <p:sp>
        <p:nvSpPr>
          <p:cNvPr id="3" name="Text Placeholder 6">
            <a:extLst>
              <a:ext uri="{FF2B5EF4-FFF2-40B4-BE49-F238E27FC236}">
                <a16:creationId xmlns:a16="http://schemas.microsoft.com/office/drawing/2014/main" id="{3B573BB7-25C1-00FD-5992-267A2D93C038}"/>
              </a:ext>
            </a:extLst>
          </p:cNvPr>
          <p:cNvSpPr txBox="1">
            <a:spLocks/>
          </p:cNvSpPr>
          <p:nvPr/>
        </p:nvSpPr>
        <p:spPr>
          <a:xfrm>
            <a:off x="7168627" y="4943300"/>
            <a:ext cx="3526004" cy="45762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9pPr>
          </a:lstStyle>
          <a:p>
            <a:r>
              <a:rPr lang="en-US" dirty="0"/>
              <a:t>Initiative Burn-Ups</a:t>
            </a:r>
          </a:p>
        </p:txBody>
      </p:sp>
      <p:sp>
        <p:nvSpPr>
          <p:cNvPr id="10" name="Text Placeholder 7">
            <a:extLst>
              <a:ext uri="{FF2B5EF4-FFF2-40B4-BE49-F238E27FC236}">
                <a16:creationId xmlns:a16="http://schemas.microsoft.com/office/drawing/2014/main" id="{A636FD5B-2BE5-A6D1-E0BE-3C8EF5A7BBAB}"/>
              </a:ext>
            </a:extLst>
          </p:cNvPr>
          <p:cNvSpPr txBox="1">
            <a:spLocks/>
          </p:cNvSpPr>
          <p:nvPr/>
        </p:nvSpPr>
        <p:spPr>
          <a:xfrm>
            <a:off x="6624764" y="4023983"/>
            <a:ext cx="379095" cy="787400"/>
          </a:xfrm>
          <a:prstGeom prst="rect">
            <a:avLst/>
          </a:prstGeom>
        </p:spPr>
        <p:txBody>
          <a:bodyPr vert="horz" lIns="0" tIns="0" rIns="0" bIns="0" rtlCol="0">
            <a:noAutofit/>
          </a:bodyPr>
          <a:lstStyle>
            <a:lvl1pPr marL="0" indent="0" algn="r"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9pPr>
          </a:lstStyle>
          <a:p>
            <a:r>
              <a:rPr lang="en-US" dirty="0"/>
              <a:t>5</a:t>
            </a:r>
          </a:p>
        </p:txBody>
      </p:sp>
      <p:sp>
        <p:nvSpPr>
          <p:cNvPr id="12" name="Text Placeholder 6">
            <a:extLst>
              <a:ext uri="{FF2B5EF4-FFF2-40B4-BE49-F238E27FC236}">
                <a16:creationId xmlns:a16="http://schemas.microsoft.com/office/drawing/2014/main" id="{B818B621-DB51-FBA0-6060-08978F824D8C}"/>
              </a:ext>
            </a:extLst>
          </p:cNvPr>
          <p:cNvSpPr txBox="1">
            <a:spLocks/>
          </p:cNvSpPr>
          <p:nvPr/>
        </p:nvSpPr>
        <p:spPr>
          <a:xfrm>
            <a:off x="7151837" y="4157993"/>
            <a:ext cx="3526004" cy="45762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9pPr>
          </a:lstStyle>
          <a:p>
            <a:r>
              <a:rPr lang="en-US" dirty="0"/>
              <a:t>Q2 Planning</a:t>
            </a:r>
          </a:p>
        </p:txBody>
      </p:sp>
      <p:sp>
        <p:nvSpPr>
          <p:cNvPr id="5" name="Text Placeholder 6">
            <a:extLst>
              <a:ext uri="{FF2B5EF4-FFF2-40B4-BE49-F238E27FC236}">
                <a16:creationId xmlns:a16="http://schemas.microsoft.com/office/drawing/2014/main" id="{F7EB74F2-6897-C2BC-F42D-2AE668638C3F}"/>
              </a:ext>
            </a:extLst>
          </p:cNvPr>
          <p:cNvSpPr txBox="1">
            <a:spLocks/>
          </p:cNvSpPr>
          <p:nvPr/>
        </p:nvSpPr>
        <p:spPr>
          <a:xfrm>
            <a:off x="7151837" y="967293"/>
            <a:ext cx="3526004" cy="457620"/>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b="1" kern="1200">
                <a:solidFill>
                  <a:schemeClr val="tx2"/>
                </a:solidFill>
                <a:latin typeface="+mn-lt"/>
                <a:ea typeface="+mn-ea"/>
                <a:cs typeface="+mn-cs"/>
              </a:defRPr>
            </a:lvl9pPr>
          </a:lstStyle>
          <a:p>
            <a:r>
              <a:rPr lang="en-US" dirty="0"/>
              <a:t>Sprint Review Survey Feedback</a:t>
            </a:r>
          </a:p>
        </p:txBody>
      </p:sp>
      <p:sp>
        <p:nvSpPr>
          <p:cNvPr id="9" name="Text Placeholder 7">
            <a:extLst>
              <a:ext uri="{FF2B5EF4-FFF2-40B4-BE49-F238E27FC236}">
                <a16:creationId xmlns:a16="http://schemas.microsoft.com/office/drawing/2014/main" id="{FA55FEE2-F025-84AF-E287-2526914D2B65}"/>
              </a:ext>
            </a:extLst>
          </p:cNvPr>
          <p:cNvSpPr txBox="1">
            <a:spLocks/>
          </p:cNvSpPr>
          <p:nvPr/>
        </p:nvSpPr>
        <p:spPr>
          <a:xfrm>
            <a:off x="6624764" y="4778410"/>
            <a:ext cx="379095" cy="787400"/>
          </a:xfrm>
          <a:prstGeom prst="rect">
            <a:avLst/>
          </a:prstGeom>
        </p:spPr>
        <p:txBody>
          <a:bodyPr vert="horz" lIns="0" tIns="0" rIns="0" bIns="0" rtlCol="0">
            <a:noAutofit/>
          </a:bodyPr>
          <a:lstStyle>
            <a:lvl1pPr marL="0" indent="0" algn="r"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5000" kern="1200">
                <a:solidFill>
                  <a:schemeClr val="bg2"/>
                </a:solidFill>
                <a:latin typeface="+mn-lt"/>
                <a:ea typeface="+mn-ea"/>
                <a:cs typeface="+mn-cs"/>
              </a:defRPr>
            </a:lvl9pPr>
          </a:lstStyle>
          <a:p>
            <a:r>
              <a:rPr lang="en-US" dirty="0"/>
              <a:t>6</a:t>
            </a:r>
          </a:p>
        </p:txBody>
      </p:sp>
    </p:spTree>
    <p:extLst>
      <p:ext uri="{BB962C8B-B14F-4D97-AF65-F5344CB8AC3E}">
        <p14:creationId xmlns:p14="http://schemas.microsoft.com/office/powerpoint/2010/main" val="997036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52954" y="692883"/>
            <a:ext cx="2401888" cy="3387725"/>
          </a:xfrm>
        </p:spPr>
        <p:txBody>
          <a:bodyPr anchor="b">
            <a:normAutofit/>
          </a:bodyPr>
          <a:lstStyle/>
          <a:p>
            <a:pPr algn="r"/>
            <a:r>
              <a:rPr lang="en-US" sz="3500" dirty="0">
                <a:solidFill>
                  <a:srgbClr val="FFFFFF"/>
                </a:solidFill>
              </a:rPr>
              <a:t>Sprint Review Survey Summary</a:t>
            </a:r>
          </a:p>
        </p:txBody>
      </p:sp>
      <p:sp>
        <p:nvSpPr>
          <p:cNvPr id="6" name="Content Placeholder 2">
            <a:extLst>
              <a:ext uri="{FF2B5EF4-FFF2-40B4-BE49-F238E27FC236}">
                <a16:creationId xmlns:a16="http://schemas.microsoft.com/office/drawing/2014/main" id="{4BCF348D-3B69-4A67-CDB9-3234DA437D15}"/>
              </a:ext>
            </a:extLst>
          </p:cNvPr>
          <p:cNvSpPr txBox="1">
            <a:spLocks/>
          </p:cNvSpPr>
          <p:nvPr/>
        </p:nvSpPr>
        <p:spPr>
          <a:xfrm>
            <a:off x="5126745" y="340242"/>
            <a:ext cx="5904670" cy="6028660"/>
          </a:xfrm>
          <a:prstGeom prst="rect">
            <a:avLst/>
          </a:prstGeom>
        </p:spPr>
        <p:txBody>
          <a:bodyPr anchor="ctr">
            <a:normAutofit/>
          </a:bodyPr>
          <a:lstStyle>
            <a:lvl1pPr marL="228600" indent="-228600" algn="l" defTabSz="914400" rtl="0" eaLnBrk="1" latinLnBrk="0" hangingPunct="1">
              <a:lnSpc>
                <a:spcPct val="90000"/>
              </a:lnSpc>
              <a:spcBef>
                <a:spcPts val="1800"/>
              </a:spcBef>
              <a:buClr>
                <a:schemeClr val="tx1">
                  <a:lumMod val="50000"/>
                  <a:lumOff val="50000"/>
                </a:schemeClr>
              </a:buClr>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3pPr>
            <a:lvl4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4pPr>
            <a:lvl5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5pPr>
            <a:lvl6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6pPr>
            <a:lvl7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7pPr>
            <a:lvl8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8pPr>
            <a:lvl9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9pPr>
          </a:lstStyle>
          <a:p>
            <a:pPr marL="0" indent="0">
              <a:buFont typeface="Arial" panose="020B0604020202020204" pitchFamily="34" charset="0"/>
              <a:buNone/>
            </a:pPr>
            <a:r>
              <a:rPr lang="en-US" sz="2400" dirty="0"/>
              <a:t>Response Rate: 13 of 61 attendees (21%)</a:t>
            </a:r>
          </a:p>
          <a:p>
            <a:pPr marL="0" indent="0">
              <a:buFont typeface="Arial" panose="020B0604020202020204" pitchFamily="34" charset="0"/>
              <a:buNone/>
            </a:pPr>
            <a:endParaRPr lang="en-US" sz="2400" dirty="0"/>
          </a:p>
          <a:p>
            <a:r>
              <a:rPr lang="en-US" sz="2400" dirty="0"/>
              <a:t>Demos are the most valuable part of the Sprint Review</a:t>
            </a:r>
          </a:p>
          <a:p>
            <a:r>
              <a:rPr lang="en-US" sz="2400" dirty="0"/>
              <a:t>Attendees want earlier, more active business feedback</a:t>
            </a:r>
          </a:p>
          <a:p>
            <a:r>
              <a:rPr lang="en-US" sz="2400" dirty="0"/>
              <a:t>Big-picture context and the 'why' behind work matters</a:t>
            </a:r>
          </a:p>
          <a:p>
            <a:r>
              <a:rPr lang="en-US" sz="2400" dirty="0"/>
              <a:t>Opportunities to increase interaction and simplify technical language</a:t>
            </a:r>
          </a:p>
          <a:p>
            <a:r>
              <a:rPr lang="en-US" sz="2400" dirty="0"/>
              <a:t>Next Steps: targeted questions, clearer visuals, lightweight engagement techniques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5E2A2B1-7AAD-891D-0261-46EFD04F1AE0}"/>
              </a:ext>
            </a:extLst>
          </p:cNvPr>
          <p:cNvSpPr>
            <a:spLocks noGrp="1"/>
          </p:cNvSpPr>
          <p:nvPr>
            <p:ph type="ftr" sz="quarter" idx="11"/>
          </p:nvPr>
        </p:nvSpPr>
        <p:spPr/>
        <p:txBody>
          <a:bodyPr/>
          <a:lstStyle/>
          <a:p>
            <a:r>
              <a:rPr lang="en-US"/>
              <a:t>Confidential. For Ascensus internal purposes only. Not intended for use with or distribution to clients or the public.</a:t>
            </a:r>
            <a:endParaRPr lang="en-US" dirty="0"/>
          </a:p>
        </p:txBody>
      </p:sp>
      <p:sp>
        <p:nvSpPr>
          <p:cNvPr id="3" name="Slide Number Placeholder 2">
            <a:extLst>
              <a:ext uri="{FF2B5EF4-FFF2-40B4-BE49-F238E27FC236}">
                <a16:creationId xmlns:a16="http://schemas.microsoft.com/office/drawing/2014/main" id="{104C57CE-AF5E-6F20-B6DD-F97BEEB49E93}"/>
              </a:ext>
            </a:extLst>
          </p:cNvPr>
          <p:cNvSpPr>
            <a:spLocks noGrp="1"/>
          </p:cNvSpPr>
          <p:nvPr>
            <p:ph type="sldNum" sz="quarter" idx="12"/>
          </p:nvPr>
        </p:nvSpPr>
        <p:spPr/>
        <p:txBody>
          <a:bodyPr/>
          <a:lstStyle/>
          <a:p>
            <a:fld id="{8A05B047-7786-42C0-A2BF-6DB1A4525D42}" type="slidenum">
              <a:rPr lang="en-US" smtClean="0"/>
              <a:t>8</a:t>
            </a:fld>
            <a:endParaRPr lang="en-US" dirty="0"/>
          </a:p>
        </p:txBody>
      </p:sp>
      <p:sp>
        <p:nvSpPr>
          <p:cNvPr id="4" name="Title 4">
            <a:extLst>
              <a:ext uri="{FF2B5EF4-FFF2-40B4-BE49-F238E27FC236}">
                <a16:creationId xmlns:a16="http://schemas.microsoft.com/office/drawing/2014/main" id="{532A0B5A-8908-D71A-9EDE-4FF8AAE3D13B}"/>
              </a:ext>
            </a:extLst>
          </p:cNvPr>
          <p:cNvSpPr txBox="1">
            <a:spLocks/>
          </p:cNvSpPr>
          <p:nvPr/>
        </p:nvSpPr>
        <p:spPr>
          <a:xfrm>
            <a:off x="204848" y="497543"/>
            <a:ext cx="10481760" cy="594360"/>
          </a:xfrm>
          <a:prstGeom prst="rect">
            <a:avLst/>
          </a:prstGeom>
        </p:spPr>
        <p:txBody>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stStyle>
          <a:p>
            <a:r>
              <a:rPr lang="en-US" b="0" dirty="0"/>
              <a:t>Mass Delivery &amp; Tracking Tool</a:t>
            </a:r>
          </a:p>
        </p:txBody>
      </p:sp>
      <p:pic>
        <p:nvPicPr>
          <p:cNvPr id="8" name="Picture 7">
            <a:extLst>
              <a:ext uri="{FF2B5EF4-FFF2-40B4-BE49-F238E27FC236}">
                <a16:creationId xmlns:a16="http://schemas.microsoft.com/office/drawing/2014/main" id="{8E03B7F4-7F6B-2232-B554-379933C1B30C}"/>
              </a:ext>
            </a:extLst>
          </p:cNvPr>
          <p:cNvPicPr>
            <a:picLocks noChangeAspect="1"/>
          </p:cNvPicPr>
          <p:nvPr/>
        </p:nvPicPr>
        <p:blipFill>
          <a:blip r:embed="rId2"/>
          <a:stretch>
            <a:fillRect/>
          </a:stretch>
        </p:blipFill>
        <p:spPr>
          <a:xfrm>
            <a:off x="1708428" y="1254757"/>
            <a:ext cx="8259328" cy="4934639"/>
          </a:xfrm>
          <a:prstGeom prst="rect">
            <a:avLst/>
          </a:prstGeom>
        </p:spPr>
      </p:pic>
    </p:spTree>
    <p:extLst>
      <p:ext uri="{BB962C8B-B14F-4D97-AF65-F5344CB8AC3E}">
        <p14:creationId xmlns:p14="http://schemas.microsoft.com/office/powerpoint/2010/main" val="3972194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D36C3-C439-A29E-FAD2-E6864D62BF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E587AD-9766-864F-1D06-BAE18817D2D1}"/>
              </a:ext>
            </a:extLst>
          </p:cNvPr>
          <p:cNvSpPr>
            <a:spLocks noGrp="1"/>
          </p:cNvSpPr>
          <p:nvPr>
            <p:ph type="sldNum" sz="quarter" idx="12"/>
          </p:nvPr>
        </p:nvSpPr>
        <p:spPr/>
        <p:txBody>
          <a:bodyPr/>
          <a:lstStyle/>
          <a:p>
            <a:fld id="{F6399DB0-1606-4A34-A4F1-BB3CBF9AAD12}" type="slidenum">
              <a:rPr lang="en-US" smtClean="0"/>
              <a:t>9</a:t>
            </a:fld>
            <a:endParaRPr lang="en-US" dirty="0"/>
          </a:p>
        </p:txBody>
      </p:sp>
      <p:sp>
        <p:nvSpPr>
          <p:cNvPr id="5" name="Title 4">
            <a:extLst>
              <a:ext uri="{FF2B5EF4-FFF2-40B4-BE49-F238E27FC236}">
                <a16:creationId xmlns:a16="http://schemas.microsoft.com/office/drawing/2014/main" id="{DEEE79FF-CBE2-BA9D-B2F2-4F69EA55E71E}"/>
              </a:ext>
            </a:extLst>
          </p:cNvPr>
          <p:cNvSpPr>
            <a:spLocks noGrp="1"/>
          </p:cNvSpPr>
          <p:nvPr>
            <p:ph type="title"/>
          </p:nvPr>
        </p:nvSpPr>
        <p:spPr>
          <a:xfrm>
            <a:off x="204848" y="497543"/>
            <a:ext cx="10481760" cy="594360"/>
          </a:xfrm>
        </p:spPr>
        <p:txBody>
          <a:bodyPr/>
          <a:lstStyle/>
          <a:p>
            <a:r>
              <a:rPr lang="en-US" b="0" dirty="0"/>
              <a:t>Team</a:t>
            </a:r>
            <a:r>
              <a:rPr lang="en-US" dirty="0"/>
              <a:t> </a:t>
            </a:r>
            <a:r>
              <a:rPr lang="en-US" b="0" dirty="0"/>
              <a:t>Everest Updates – Completed Work</a:t>
            </a:r>
          </a:p>
        </p:txBody>
      </p:sp>
      <p:sp>
        <p:nvSpPr>
          <p:cNvPr id="6" name="Footer Placeholder 2">
            <a:extLst>
              <a:ext uri="{FF2B5EF4-FFF2-40B4-BE49-F238E27FC236}">
                <a16:creationId xmlns:a16="http://schemas.microsoft.com/office/drawing/2014/main" id="{26067D6A-A069-08A8-60FD-BDEAC2D0BBEC}"/>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FA1AC84C-F0B1-9BDE-8CE2-E2C678303BE0}"/>
              </a:ext>
            </a:extLst>
          </p:cNvPr>
          <p:cNvSpPr>
            <a:spLocks noGrp="1"/>
          </p:cNvSpPr>
          <p:nvPr>
            <p:ph idx="1"/>
          </p:nvPr>
        </p:nvSpPr>
        <p:spPr>
          <a:xfrm>
            <a:off x="278467" y="879277"/>
            <a:ext cx="11283016" cy="5099445"/>
          </a:xfrm>
        </p:spPr>
        <p:txBody>
          <a:bodyPr/>
          <a:lstStyle/>
          <a:p>
            <a:pPr marL="228600" lvl="2">
              <a:lnSpc>
                <a:spcPct val="100000"/>
              </a:lnSpc>
              <a:spcBef>
                <a:spcPts val="600"/>
              </a:spcBef>
              <a:spcAft>
                <a:spcPct val="15000"/>
              </a:spcAft>
              <a:tabLst>
                <a:tab pos="227013" algn="l"/>
              </a:tabLst>
            </a:pPr>
            <a:endParaRPr lang="en-US" sz="800" dirty="0">
              <a:latin typeface="Calibri" panose="020F0502020204030204" pitchFamily="34" charset="0"/>
              <a:cs typeface="Calibri" panose="020F0502020204030204" pitchFamily="34" charset="0"/>
            </a:endParaRPr>
          </a:p>
          <a:p>
            <a:pPr marL="0" lvl="2" indent="0">
              <a:lnSpc>
                <a:spcPct val="100000"/>
              </a:lnSpc>
              <a:spcBef>
                <a:spcPts val="0"/>
              </a:spcBef>
              <a:spcAft>
                <a:spcPct val="15000"/>
              </a:spcAft>
              <a:buNone/>
              <a:tabLst>
                <a:tab pos="227013" algn="l"/>
              </a:tabLst>
            </a:pPr>
            <a:r>
              <a:rPr lang="en-US" b="1" dirty="0">
                <a:solidFill>
                  <a:schemeClr val="accent2"/>
                </a:solidFill>
                <a:latin typeface="Calibri" panose="020F0502020204030204" pitchFamily="34" charset="0"/>
                <a:cs typeface="Calibri" panose="020F0502020204030204" pitchFamily="34" charset="0"/>
              </a:rPr>
              <a:t>MASS DELIVERY AND TRACKING TOOL </a:t>
            </a:r>
          </a:p>
          <a:p>
            <a:pPr marL="0" lvl="3" indent="0">
              <a:lnSpc>
                <a:spcPct val="100000"/>
              </a:lnSpc>
              <a:spcBef>
                <a:spcPts val="600"/>
              </a:spcBef>
              <a:spcAft>
                <a:spcPct val="15000"/>
              </a:spcAft>
              <a:buNone/>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0"/>
              </a:spcBef>
              <a:spcAft>
                <a:spcPct val="15000"/>
              </a:spcAft>
              <a:buNone/>
              <a:tabLst>
                <a:tab pos="227013" algn="l"/>
              </a:tabLst>
            </a:pPr>
            <a:endParaRPr lang="en-US" b="1" dirty="0">
              <a:solidFill>
                <a:schemeClr val="accent2"/>
              </a:solidFill>
              <a:latin typeface="Calibri" panose="020F0502020204030204" pitchFamily="34" charset="0"/>
              <a:cs typeface="Calibri" panose="020F0502020204030204" pitchFamily="34" charset="0"/>
            </a:endParaRPr>
          </a:p>
          <a:p>
            <a:pPr marL="228600" lvl="2">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0" indent="0" defTabSz="711200">
              <a:lnSpc>
                <a:spcPct val="10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a:lnSpc>
                <a:spcPct val="100000"/>
              </a:lnSpc>
              <a:spcBef>
                <a:spcPts val="0"/>
              </a:spcBef>
              <a:spcAft>
                <a:spcPct val="15000"/>
              </a:spcAft>
              <a:buClr>
                <a:srgbClr val="808080"/>
              </a:buClr>
              <a:buNone/>
            </a:pPr>
            <a:endParaRPr lang="en-US" sz="1400" dirty="0">
              <a:solidFill>
                <a:srgbClr val="000000"/>
              </a:solidFill>
              <a:latin typeface="Calibri"/>
              <a:cs typeface="Calibri"/>
            </a:endParaRPr>
          </a:p>
          <a:p>
            <a:pPr marL="0" indent="0">
              <a:buNone/>
            </a:pPr>
            <a:endParaRPr lang="en-US" sz="1800" dirty="0"/>
          </a:p>
        </p:txBody>
      </p:sp>
      <p:graphicFrame>
        <p:nvGraphicFramePr>
          <p:cNvPr id="2" name="Table 1">
            <a:extLst>
              <a:ext uri="{FF2B5EF4-FFF2-40B4-BE49-F238E27FC236}">
                <a16:creationId xmlns:a16="http://schemas.microsoft.com/office/drawing/2014/main" id="{5FC1D5F9-B388-7D5E-CA8D-D22324791881}"/>
              </a:ext>
            </a:extLst>
          </p:cNvPr>
          <p:cNvGraphicFramePr>
            <a:graphicFrameLocks noGrp="1"/>
          </p:cNvGraphicFramePr>
          <p:nvPr>
            <p:extLst>
              <p:ext uri="{D42A27DB-BD31-4B8C-83A1-F6EECF244321}">
                <p14:modId xmlns:p14="http://schemas.microsoft.com/office/powerpoint/2010/main" val="938328804"/>
              </p:ext>
            </p:extLst>
          </p:nvPr>
        </p:nvGraphicFramePr>
        <p:xfrm>
          <a:off x="375584" y="6088777"/>
          <a:ext cx="11010900" cy="630555"/>
        </p:xfrm>
        <a:graphic>
          <a:graphicData uri="http://schemas.openxmlformats.org/drawingml/2006/table">
            <a:tbl>
              <a:tblPr/>
              <a:tblGrid>
                <a:gridCol w="11010900">
                  <a:extLst>
                    <a:ext uri="{9D8B030D-6E8A-4147-A177-3AD203B41FA5}">
                      <a16:colId xmlns:a16="http://schemas.microsoft.com/office/drawing/2014/main" val="915087798"/>
                    </a:ext>
                  </a:extLst>
                </a:gridCol>
              </a:tblGrid>
              <a:tr h="203350">
                <a:tc>
                  <a:txBody>
                    <a:bodyPr/>
                    <a:lstStyle/>
                    <a:p>
                      <a:pPr fontAlgn="t">
                        <a:lnSpc>
                          <a:spcPts val="1500"/>
                        </a:lnSpc>
                        <a:buNone/>
                      </a:pPr>
                      <a:r>
                        <a:rPr lang="fr-FR" sz="1600" b="0" i="0" dirty="0">
                          <a:effectLst/>
                          <a:latin typeface="Segoe UI" panose="020B0502040204020203" pitchFamily="34" charset="0"/>
                        </a:rPr>
                        <a:t>🏢 Internal 👥 Commercial Clients 🤝 External Plan Sponsor</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4288940581"/>
                  </a:ext>
                </a:extLst>
              </a:tr>
              <a:tr h="230900">
                <a:tc>
                  <a:txBody>
                    <a:bodyPr/>
                    <a:lstStyle/>
                    <a:p>
                      <a:endParaRPr lang="en-US" sz="1600" dirty="0"/>
                    </a:p>
                  </a:txBody>
                  <a:tcPr>
                    <a:lnL w="12700" cmpd="sng">
                      <a:noFill/>
                      <a:prstDash val="solid"/>
                    </a:lnL>
                    <a:lnR w="12700" cmpd="sng">
                      <a:noFill/>
                      <a:prstDash val="solid"/>
                    </a:lnR>
                    <a:lnT w="9525"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374554358"/>
                  </a:ext>
                </a:extLst>
              </a:tr>
            </a:tbl>
          </a:graphicData>
        </a:graphic>
      </p:graphicFrame>
      <p:pic>
        <p:nvPicPr>
          <p:cNvPr id="11" name="Picture 10">
            <a:extLst>
              <a:ext uri="{FF2B5EF4-FFF2-40B4-BE49-F238E27FC236}">
                <a16:creationId xmlns:a16="http://schemas.microsoft.com/office/drawing/2014/main" id="{4886AF4B-5393-5672-2965-58EA7C5227CC}"/>
              </a:ext>
            </a:extLst>
          </p:cNvPr>
          <p:cNvPicPr>
            <a:picLocks noChangeAspect="1"/>
          </p:cNvPicPr>
          <p:nvPr/>
        </p:nvPicPr>
        <p:blipFill>
          <a:blip r:embed="rId3"/>
          <a:stretch>
            <a:fillRect/>
          </a:stretch>
        </p:blipFill>
        <p:spPr>
          <a:xfrm>
            <a:off x="3596416" y="951345"/>
            <a:ext cx="514422" cy="362001"/>
          </a:xfrm>
          <a:prstGeom prst="rect">
            <a:avLst/>
          </a:prstGeom>
        </p:spPr>
      </p:pic>
      <p:pic>
        <p:nvPicPr>
          <p:cNvPr id="7" name="Picture 6">
            <a:extLst>
              <a:ext uri="{FF2B5EF4-FFF2-40B4-BE49-F238E27FC236}">
                <a16:creationId xmlns:a16="http://schemas.microsoft.com/office/drawing/2014/main" id="{1C83F279-ACB5-ED1F-E4A0-1125BA859F79}"/>
              </a:ext>
            </a:extLst>
          </p:cNvPr>
          <p:cNvPicPr>
            <a:picLocks noChangeAspect="1"/>
          </p:cNvPicPr>
          <p:nvPr/>
        </p:nvPicPr>
        <p:blipFill>
          <a:blip r:embed="rId4"/>
          <a:stretch>
            <a:fillRect/>
          </a:stretch>
        </p:blipFill>
        <p:spPr>
          <a:xfrm>
            <a:off x="204848" y="1313346"/>
            <a:ext cx="11079121" cy="2943636"/>
          </a:xfrm>
          <a:prstGeom prst="rect">
            <a:avLst/>
          </a:prstGeom>
        </p:spPr>
      </p:pic>
    </p:spTree>
    <p:extLst>
      <p:ext uri="{BB962C8B-B14F-4D97-AF65-F5344CB8AC3E}">
        <p14:creationId xmlns:p14="http://schemas.microsoft.com/office/powerpoint/2010/main" val="4257977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FFBFC-E739-1375-7253-52419D015EA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39F865-DC6B-1879-788F-D52D95B6D4A9}"/>
              </a:ext>
            </a:extLst>
          </p:cNvPr>
          <p:cNvSpPr>
            <a:spLocks noGrp="1"/>
          </p:cNvSpPr>
          <p:nvPr>
            <p:ph type="sldNum" sz="quarter" idx="12"/>
          </p:nvPr>
        </p:nvSpPr>
        <p:spPr/>
        <p:txBody>
          <a:bodyPr/>
          <a:lstStyle/>
          <a:p>
            <a:fld id="{F6399DB0-1606-4A34-A4F1-BB3CBF9AAD12}" type="slidenum">
              <a:rPr lang="en-US" smtClean="0"/>
              <a:t>10</a:t>
            </a:fld>
            <a:endParaRPr lang="en-US" dirty="0"/>
          </a:p>
        </p:txBody>
      </p:sp>
      <p:sp>
        <p:nvSpPr>
          <p:cNvPr id="5" name="Title 4">
            <a:extLst>
              <a:ext uri="{FF2B5EF4-FFF2-40B4-BE49-F238E27FC236}">
                <a16:creationId xmlns:a16="http://schemas.microsoft.com/office/drawing/2014/main" id="{D2097083-7D29-8148-A246-5CA73E4BBD78}"/>
              </a:ext>
            </a:extLst>
          </p:cNvPr>
          <p:cNvSpPr>
            <a:spLocks noGrp="1"/>
          </p:cNvSpPr>
          <p:nvPr>
            <p:ph type="title"/>
          </p:nvPr>
        </p:nvSpPr>
        <p:spPr>
          <a:xfrm>
            <a:off x="204848" y="497543"/>
            <a:ext cx="10481760" cy="594360"/>
          </a:xfrm>
        </p:spPr>
        <p:txBody>
          <a:bodyPr/>
          <a:lstStyle/>
          <a:p>
            <a:r>
              <a:rPr lang="en-US" b="0" dirty="0"/>
              <a:t>Team</a:t>
            </a:r>
            <a:r>
              <a:rPr lang="en-US" dirty="0"/>
              <a:t> </a:t>
            </a:r>
            <a:r>
              <a:rPr lang="en-US" b="0" dirty="0"/>
              <a:t>Everest Updates – Completed Work </a:t>
            </a:r>
            <a:r>
              <a:rPr lang="en-US" dirty="0">
                <a:solidFill>
                  <a:srgbClr val="FF0000"/>
                </a:solidFill>
              </a:rPr>
              <a:t>Value</a:t>
            </a:r>
          </a:p>
        </p:txBody>
      </p:sp>
      <p:sp>
        <p:nvSpPr>
          <p:cNvPr id="6" name="Footer Placeholder 2">
            <a:extLst>
              <a:ext uri="{FF2B5EF4-FFF2-40B4-BE49-F238E27FC236}">
                <a16:creationId xmlns:a16="http://schemas.microsoft.com/office/drawing/2014/main" id="{05D94AA5-B27B-D5A3-B511-D11EF58B0E95}"/>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B6438EDA-09D4-8FE3-8F52-59EFAD64804F}"/>
              </a:ext>
            </a:extLst>
          </p:cNvPr>
          <p:cNvSpPr>
            <a:spLocks noGrp="1"/>
          </p:cNvSpPr>
          <p:nvPr>
            <p:ph idx="1"/>
          </p:nvPr>
        </p:nvSpPr>
        <p:spPr>
          <a:xfrm>
            <a:off x="278467" y="879277"/>
            <a:ext cx="11283016" cy="5099445"/>
          </a:xfrm>
        </p:spPr>
        <p:txBody>
          <a:bodyPr/>
          <a:lstStyle/>
          <a:p>
            <a:pPr marL="228600" lvl="2">
              <a:lnSpc>
                <a:spcPct val="100000"/>
              </a:lnSpc>
              <a:spcBef>
                <a:spcPts val="600"/>
              </a:spcBef>
              <a:spcAft>
                <a:spcPct val="15000"/>
              </a:spcAft>
              <a:tabLst>
                <a:tab pos="227013" algn="l"/>
              </a:tabLst>
            </a:pPr>
            <a:endParaRPr lang="en-US" sz="800" dirty="0">
              <a:latin typeface="Calibri" panose="020F0502020204030204" pitchFamily="34" charset="0"/>
              <a:cs typeface="Calibri" panose="020F0502020204030204" pitchFamily="34" charset="0"/>
            </a:endParaRPr>
          </a:p>
          <a:p>
            <a:pPr marL="0" lvl="2" indent="0">
              <a:lnSpc>
                <a:spcPct val="100000"/>
              </a:lnSpc>
              <a:spcBef>
                <a:spcPts val="0"/>
              </a:spcBef>
              <a:spcAft>
                <a:spcPct val="15000"/>
              </a:spcAft>
              <a:buNone/>
              <a:tabLst>
                <a:tab pos="227013" algn="l"/>
              </a:tabLst>
            </a:pPr>
            <a:r>
              <a:rPr lang="en-US" b="1" dirty="0">
                <a:solidFill>
                  <a:schemeClr val="accent2"/>
                </a:solidFill>
                <a:latin typeface="Calibri" panose="020F0502020204030204" pitchFamily="34" charset="0"/>
                <a:cs typeface="Calibri" panose="020F0502020204030204" pitchFamily="34" charset="0"/>
              </a:rPr>
              <a:t>MASS DELIVERY AND TRACKING TOOL </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Applied business rules to when an internal user is allowed to edit different values previously defined in a batch.</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Created a new back-end process to improve how we handle communication between a workflow process and our eSignature solution.</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Created the back-end process to allow a user to abort a batch.</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Addressed a couple infrastructure issues to add </a:t>
            </a:r>
            <a:r>
              <a:rPr lang="en-US" b="1" dirty="0">
                <a:solidFill>
                  <a:srgbClr val="000000"/>
                </a:solidFill>
                <a:latin typeface="Calibri" panose="020F0502020204030204" pitchFamily="34" charset="0"/>
                <a:cs typeface="Calibri" panose="020F0502020204030204" pitchFamily="34" charset="0"/>
              </a:rPr>
              <a:t>stability</a:t>
            </a:r>
            <a:r>
              <a:rPr lang="en-US" dirty="0">
                <a:solidFill>
                  <a:srgbClr val="000000"/>
                </a:solidFill>
                <a:latin typeface="Calibri" panose="020F0502020204030204" pitchFamily="34" charset="0"/>
                <a:cs typeface="Calibri" panose="020F0502020204030204" pitchFamily="34" charset="0"/>
              </a:rPr>
              <a:t> and </a:t>
            </a:r>
            <a:r>
              <a:rPr lang="en-US" b="1" dirty="0">
                <a:solidFill>
                  <a:srgbClr val="000000"/>
                </a:solidFill>
                <a:latin typeface="Calibri" panose="020F0502020204030204" pitchFamily="34" charset="0"/>
                <a:cs typeface="Calibri" panose="020F0502020204030204" pitchFamily="34" charset="0"/>
              </a:rPr>
              <a:t>reliability</a:t>
            </a:r>
            <a:r>
              <a:rPr lang="en-US" dirty="0">
                <a:solidFill>
                  <a:srgbClr val="000000"/>
                </a:solidFill>
                <a:latin typeface="Calibri" panose="020F0502020204030204" pitchFamily="34" charset="0"/>
                <a:cs typeface="Calibri" panose="020F0502020204030204" pitchFamily="34" charset="0"/>
              </a:rPr>
              <a:t> to Mass Delivery.</a:t>
            </a:r>
          </a:p>
          <a:p>
            <a:pPr marL="0" lvl="3" indent="0">
              <a:lnSpc>
                <a:spcPct val="100000"/>
              </a:lnSpc>
              <a:spcBef>
                <a:spcPts val="600"/>
              </a:spcBef>
              <a:spcAft>
                <a:spcPct val="15000"/>
              </a:spcAft>
              <a:buNone/>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0" lvl="3" indent="0">
              <a:lnSpc>
                <a:spcPct val="100000"/>
              </a:lnSpc>
              <a:spcBef>
                <a:spcPts val="600"/>
              </a:spcBef>
              <a:spcAft>
                <a:spcPct val="15000"/>
              </a:spcAft>
              <a:buNone/>
              <a:tabLst>
                <a:tab pos="227013" algn="l"/>
              </a:tabLst>
            </a:pPr>
            <a:r>
              <a:rPr lang="en-US" b="1" dirty="0">
                <a:solidFill>
                  <a:srgbClr val="FF0000"/>
                </a:solidFill>
                <a:latin typeface="Calibri" panose="020F0502020204030204" pitchFamily="34" charset="0"/>
                <a:cs typeface="Calibri" panose="020F0502020204030204" pitchFamily="34" charset="0"/>
              </a:rPr>
              <a:t>DEMO </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Update Client Package Status when document package becomes expired at Sertifi.</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Email Communication Template layout defined for when internal users need to be notified of error/issue.</a:t>
            </a:r>
          </a:p>
          <a:p>
            <a:pPr marL="285750" lvl="3" indent="-285750">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Allow users to define if and when a reminder call is needed within a BATCH.</a:t>
            </a:r>
          </a:p>
          <a:p>
            <a:pPr marL="0" lvl="2" indent="0">
              <a:lnSpc>
                <a:spcPct val="100000"/>
              </a:lnSpc>
              <a:spcBef>
                <a:spcPts val="0"/>
              </a:spcBef>
              <a:spcAft>
                <a:spcPct val="15000"/>
              </a:spcAft>
              <a:buNone/>
              <a:tabLst>
                <a:tab pos="227013" algn="l"/>
              </a:tabLst>
            </a:pPr>
            <a:endParaRPr lang="en-US" b="1" dirty="0">
              <a:solidFill>
                <a:schemeClr val="accent2"/>
              </a:solidFill>
              <a:latin typeface="Calibri" panose="020F0502020204030204" pitchFamily="34" charset="0"/>
              <a:cs typeface="Calibri" panose="020F0502020204030204" pitchFamily="34" charset="0"/>
            </a:endParaRPr>
          </a:p>
          <a:p>
            <a:pPr marL="228600" lvl="2">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0" indent="0" defTabSz="711200">
              <a:lnSpc>
                <a:spcPct val="10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a:lnSpc>
                <a:spcPct val="100000"/>
              </a:lnSpc>
              <a:spcBef>
                <a:spcPts val="0"/>
              </a:spcBef>
              <a:spcAft>
                <a:spcPct val="15000"/>
              </a:spcAft>
              <a:buClr>
                <a:srgbClr val="808080"/>
              </a:buClr>
              <a:buNone/>
            </a:pPr>
            <a:endParaRPr lang="en-US" sz="1400" dirty="0">
              <a:solidFill>
                <a:srgbClr val="000000"/>
              </a:solidFill>
              <a:latin typeface="Calibri"/>
              <a:cs typeface="Calibri"/>
            </a:endParaRPr>
          </a:p>
          <a:p>
            <a:pPr marL="0" indent="0">
              <a:buNone/>
            </a:pPr>
            <a:endParaRPr lang="en-US" sz="1800" dirty="0"/>
          </a:p>
        </p:txBody>
      </p:sp>
      <p:graphicFrame>
        <p:nvGraphicFramePr>
          <p:cNvPr id="2" name="Table 1">
            <a:extLst>
              <a:ext uri="{FF2B5EF4-FFF2-40B4-BE49-F238E27FC236}">
                <a16:creationId xmlns:a16="http://schemas.microsoft.com/office/drawing/2014/main" id="{CA558EAF-90A1-EC80-EFDD-4C6D4563EEBD}"/>
              </a:ext>
            </a:extLst>
          </p:cNvPr>
          <p:cNvGraphicFramePr>
            <a:graphicFrameLocks noGrp="1"/>
          </p:cNvGraphicFramePr>
          <p:nvPr/>
        </p:nvGraphicFramePr>
        <p:xfrm>
          <a:off x="375584" y="6088777"/>
          <a:ext cx="11010900" cy="630555"/>
        </p:xfrm>
        <a:graphic>
          <a:graphicData uri="http://schemas.openxmlformats.org/drawingml/2006/table">
            <a:tbl>
              <a:tblPr/>
              <a:tblGrid>
                <a:gridCol w="11010900">
                  <a:extLst>
                    <a:ext uri="{9D8B030D-6E8A-4147-A177-3AD203B41FA5}">
                      <a16:colId xmlns:a16="http://schemas.microsoft.com/office/drawing/2014/main" val="915087798"/>
                    </a:ext>
                  </a:extLst>
                </a:gridCol>
              </a:tblGrid>
              <a:tr h="203350">
                <a:tc>
                  <a:txBody>
                    <a:bodyPr/>
                    <a:lstStyle/>
                    <a:p>
                      <a:pPr fontAlgn="t">
                        <a:lnSpc>
                          <a:spcPts val="1500"/>
                        </a:lnSpc>
                        <a:buNone/>
                      </a:pPr>
                      <a:r>
                        <a:rPr lang="fr-FR" sz="1600" b="0" i="0" dirty="0">
                          <a:effectLst/>
                          <a:latin typeface="Segoe UI" panose="020B0502040204020203" pitchFamily="34" charset="0"/>
                        </a:rPr>
                        <a:t>🏢 Internal 👥 Commercial Clients 🤝 External Plan Sponsor</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4288940581"/>
                  </a:ext>
                </a:extLst>
              </a:tr>
              <a:tr h="230900">
                <a:tc>
                  <a:txBody>
                    <a:bodyPr/>
                    <a:lstStyle/>
                    <a:p>
                      <a:endParaRPr lang="en-US" sz="1600" dirty="0"/>
                    </a:p>
                  </a:txBody>
                  <a:tcPr>
                    <a:lnL w="12700" cmpd="sng">
                      <a:noFill/>
                      <a:prstDash val="solid"/>
                    </a:lnL>
                    <a:lnR w="12700" cmpd="sng">
                      <a:noFill/>
                      <a:prstDash val="solid"/>
                    </a:lnR>
                    <a:lnT w="9525"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374554358"/>
                  </a:ext>
                </a:extLst>
              </a:tr>
            </a:tbl>
          </a:graphicData>
        </a:graphic>
      </p:graphicFrame>
      <p:pic>
        <p:nvPicPr>
          <p:cNvPr id="11" name="Picture 10">
            <a:extLst>
              <a:ext uri="{FF2B5EF4-FFF2-40B4-BE49-F238E27FC236}">
                <a16:creationId xmlns:a16="http://schemas.microsoft.com/office/drawing/2014/main" id="{6388D94B-8FB2-4DE4-0101-546956C2BA1F}"/>
              </a:ext>
            </a:extLst>
          </p:cNvPr>
          <p:cNvPicPr>
            <a:picLocks noChangeAspect="1"/>
          </p:cNvPicPr>
          <p:nvPr/>
        </p:nvPicPr>
        <p:blipFill>
          <a:blip r:embed="rId3"/>
          <a:stretch>
            <a:fillRect/>
          </a:stretch>
        </p:blipFill>
        <p:spPr>
          <a:xfrm>
            <a:off x="3596416" y="951345"/>
            <a:ext cx="514422" cy="362001"/>
          </a:xfrm>
          <a:prstGeom prst="rect">
            <a:avLst/>
          </a:prstGeom>
        </p:spPr>
      </p:pic>
      <p:pic>
        <p:nvPicPr>
          <p:cNvPr id="8" name="Picture 7">
            <a:hlinkClick r:id="rId4" action="ppaction://hlinksldjump"/>
            <a:extLst>
              <a:ext uri="{FF2B5EF4-FFF2-40B4-BE49-F238E27FC236}">
                <a16:creationId xmlns:a16="http://schemas.microsoft.com/office/drawing/2014/main" id="{A857A755-68B0-D4B5-FFED-F46A0B98D590}"/>
              </a:ext>
            </a:extLst>
          </p:cNvPr>
          <p:cNvPicPr>
            <a:picLocks noChangeAspect="1"/>
          </p:cNvPicPr>
          <p:nvPr/>
        </p:nvPicPr>
        <p:blipFill>
          <a:blip r:embed="rId5"/>
          <a:stretch>
            <a:fillRect/>
          </a:stretch>
        </p:blipFill>
        <p:spPr>
          <a:xfrm>
            <a:off x="9835700" y="1332925"/>
            <a:ext cx="504055" cy="281423"/>
          </a:xfrm>
          <a:prstGeom prst="rect">
            <a:avLst/>
          </a:prstGeom>
          <a:ln>
            <a:solidFill>
              <a:schemeClr val="accent1"/>
            </a:solidFill>
          </a:ln>
        </p:spPr>
      </p:pic>
      <p:pic>
        <p:nvPicPr>
          <p:cNvPr id="13" name="Picture 12">
            <a:hlinkClick r:id="rId6" action="ppaction://hlinksldjump"/>
            <a:extLst>
              <a:ext uri="{FF2B5EF4-FFF2-40B4-BE49-F238E27FC236}">
                <a16:creationId xmlns:a16="http://schemas.microsoft.com/office/drawing/2014/main" id="{83A3EFBF-57A0-40E3-420E-E93344785D33}"/>
              </a:ext>
            </a:extLst>
          </p:cNvPr>
          <p:cNvPicPr>
            <a:picLocks noChangeAspect="1"/>
          </p:cNvPicPr>
          <p:nvPr/>
        </p:nvPicPr>
        <p:blipFill>
          <a:blip r:embed="rId7"/>
          <a:stretch>
            <a:fillRect/>
          </a:stretch>
        </p:blipFill>
        <p:spPr>
          <a:xfrm>
            <a:off x="1399092" y="2004647"/>
            <a:ext cx="511770" cy="287258"/>
          </a:xfrm>
          <a:prstGeom prst="rect">
            <a:avLst/>
          </a:prstGeom>
          <a:ln>
            <a:solidFill>
              <a:schemeClr val="accent1"/>
            </a:solidFill>
          </a:ln>
        </p:spPr>
      </p:pic>
    </p:spTree>
    <p:extLst>
      <p:ext uri="{BB962C8B-B14F-4D97-AF65-F5344CB8AC3E}">
        <p14:creationId xmlns:p14="http://schemas.microsoft.com/office/powerpoint/2010/main" val="53688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A78E0E6-C034-2F8C-23FC-E60A65D08E94}"/>
              </a:ext>
            </a:extLst>
          </p:cNvPr>
          <p:cNvSpPr>
            <a:spLocks noGrp="1"/>
          </p:cNvSpPr>
          <p:nvPr>
            <p:ph type="ftr" sz="quarter" idx="11"/>
          </p:nvPr>
        </p:nvSpPr>
        <p:spPr/>
        <p:txBody>
          <a:bodyPr/>
          <a:lstStyle/>
          <a:p>
            <a:r>
              <a:rPr lang="en-US" dirty="0"/>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97F85B0E-D8E1-AB32-77EC-D70B2BA7BFE8}"/>
              </a:ext>
            </a:extLst>
          </p:cNvPr>
          <p:cNvSpPr>
            <a:spLocks noGrp="1"/>
          </p:cNvSpPr>
          <p:nvPr>
            <p:ph type="sldNum" sz="quarter" idx="12"/>
          </p:nvPr>
        </p:nvSpPr>
        <p:spPr/>
        <p:txBody>
          <a:bodyPr/>
          <a:lstStyle/>
          <a:p>
            <a:fld id="{8A05B047-7786-42C0-A2BF-6DB1A4525D42}" type="slidenum">
              <a:rPr lang="en-US" smtClean="0"/>
              <a:t>11</a:t>
            </a:fld>
            <a:endParaRPr lang="en-US" dirty="0"/>
          </a:p>
        </p:txBody>
      </p:sp>
      <p:pic>
        <p:nvPicPr>
          <p:cNvPr id="1026" name="Picture 2" descr="Image">
            <a:extLst>
              <a:ext uri="{FF2B5EF4-FFF2-40B4-BE49-F238E27FC236}">
                <a16:creationId xmlns:a16="http://schemas.microsoft.com/office/drawing/2014/main" id="{68308F0B-6A07-0757-784C-110DCD020EE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24"/>
          <a:stretch>
            <a:fillRect/>
          </a:stretch>
        </p:blipFill>
        <p:spPr bwMode="auto">
          <a:xfrm>
            <a:off x="1925394" y="787243"/>
            <a:ext cx="7617191" cy="5581817"/>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Right 9">
            <a:hlinkClick r:id="rId3" action="ppaction://hlinksldjump"/>
            <a:extLst>
              <a:ext uri="{FF2B5EF4-FFF2-40B4-BE49-F238E27FC236}">
                <a16:creationId xmlns:a16="http://schemas.microsoft.com/office/drawing/2014/main" id="{5EE3EE6D-1CE6-4EF7-9CD4-D67E42D1E7C1}"/>
              </a:ext>
            </a:extLst>
          </p:cNvPr>
          <p:cNvSpPr/>
          <p:nvPr/>
        </p:nvSpPr>
        <p:spPr>
          <a:xfrm flipH="1">
            <a:off x="10462232" y="5924885"/>
            <a:ext cx="749254" cy="594361"/>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Tree>
    <p:extLst>
      <p:ext uri="{BB962C8B-B14F-4D97-AF65-F5344CB8AC3E}">
        <p14:creationId xmlns:p14="http://schemas.microsoft.com/office/powerpoint/2010/main" val="734107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1B881E4-73BE-C5C7-838A-229D0440D2AC}"/>
              </a:ext>
            </a:extLst>
          </p:cNvPr>
          <p:cNvSpPr>
            <a:spLocks noGrp="1"/>
          </p:cNvSpPr>
          <p:nvPr>
            <p:ph type="ftr" sz="quarter" idx="11"/>
          </p:nvPr>
        </p:nvSpPr>
        <p:spPr/>
        <p:txBody>
          <a:bodyPr/>
          <a:lstStyle/>
          <a:p>
            <a:r>
              <a:rPr lang="en-US" dirty="0"/>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611B0412-8CA1-E137-9B4A-665F660679FB}"/>
              </a:ext>
            </a:extLst>
          </p:cNvPr>
          <p:cNvSpPr>
            <a:spLocks noGrp="1"/>
          </p:cNvSpPr>
          <p:nvPr>
            <p:ph type="sldNum" sz="quarter" idx="12"/>
          </p:nvPr>
        </p:nvSpPr>
        <p:spPr/>
        <p:txBody>
          <a:bodyPr/>
          <a:lstStyle/>
          <a:p>
            <a:fld id="{8A05B047-7786-42C0-A2BF-6DB1A4525D42}" type="slidenum">
              <a:rPr lang="en-US" smtClean="0"/>
              <a:t>12</a:t>
            </a:fld>
            <a:endParaRPr lang="en-US" dirty="0"/>
          </a:p>
        </p:txBody>
      </p:sp>
      <p:sp>
        <p:nvSpPr>
          <p:cNvPr id="7" name="Arrow: Right 6">
            <a:hlinkClick r:id="rId3" action="ppaction://hlinksldjump"/>
            <a:extLst>
              <a:ext uri="{FF2B5EF4-FFF2-40B4-BE49-F238E27FC236}">
                <a16:creationId xmlns:a16="http://schemas.microsoft.com/office/drawing/2014/main" id="{1CA766AD-B40A-A40A-5861-70DAF338F6C1}"/>
              </a:ext>
            </a:extLst>
          </p:cNvPr>
          <p:cNvSpPr/>
          <p:nvPr/>
        </p:nvSpPr>
        <p:spPr>
          <a:xfrm flipH="1">
            <a:off x="10495954" y="6140329"/>
            <a:ext cx="749254" cy="594361"/>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pic>
        <p:nvPicPr>
          <p:cNvPr id="11" name="Picture 10">
            <a:extLst>
              <a:ext uri="{FF2B5EF4-FFF2-40B4-BE49-F238E27FC236}">
                <a16:creationId xmlns:a16="http://schemas.microsoft.com/office/drawing/2014/main" id="{2C007C7F-8814-4223-9181-AA540AF2B0C2}"/>
              </a:ext>
            </a:extLst>
          </p:cNvPr>
          <p:cNvPicPr>
            <a:picLocks noChangeAspect="1"/>
          </p:cNvPicPr>
          <p:nvPr/>
        </p:nvPicPr>
        <p:blipFill>
          <a:blip r:embed="rId4"/>
          <a:stretch>
            <a:fillRect/>
          </a:stretch>
        </p:blipFill>
        <p:spPr>
          <a:xfrm>
            <a:off x="457200" y="1071233"/>
            <a:ext cx="10659963" cy="4715533"/>
          </a:xfrm>
          <a:prstGeom prst="rect">
            <a:avLst/>
          </a:prstGeom>
        </p:spPr>
      </p:pic>
    </p:spTree>
    <p:extLst>
      <p:ext uri="{BB962C8B-B14F-4D97-AF65-F5344CB8AC3E}">
        <p14:creationId xmlns:p14="http://schemas.microsoft.com/office/powerpoint/2010/main" val="2764678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7D1E2-4C60-2B24-9002-EADC3657CD3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84AEC7-8039-139A-ABDA-CFAA6A4B1589}"/>
              </a:ext>
            </a:extLst>
          </p:cNvPr>
          <p:cNvSpPr>
            <a:spLocks noGrp="1"/>
          </p:cNvSpPr>
          <p:nvPr>
            <p:ph type="sldNum" sz="quarter" idx="12"/>
          </p:nvPr>
        </p:nvSpPr>
        <p:spPr/>
        <p:txBody>
          <a:bodyPr/>
          <a:lstStyle/>
          <a:p>
            <a:fld id="{F6399DB0-1606-4A34-A4F1-BB3CBF9AAD12}" type="slidenum">
              <a:rPr lang="en-US" smtClean="0"/>
              <a:t>13</a:t>
            </a:fld>
            <a:endParaRPr lang="en-US" dirty="0"/>
          </a:p>
        </p:txBody>
      </p:sp>
      <p:sp>
        <p:nvSpPr>
          <p:cNvPr id="5" name="Title 4">
            <a:extLst>
              <a:ext uri="{FF2B5EF4-FFF2-40B4-BE49-F238E27FC236}">
                <a16:creationId xmlns:a16="http://schemas.microsoft.com/office/drawing/2014/main" id="{5069DD4D-2162-5CCE-FBD7-0547A17450C4}"/>
              </a:ext>
            </a:extLst>
          </p:cNvPr>
          <p:cNvSpPr>
            <a:spLocks noGrp="1"/>
          </p:cNvSpPr>
          <p:nvPr>
            <p:ph type="title"/>
          </p:nvPr>
        </p:nvSpPr>
        <p:spPr>
          <a:xfrm>
            <a:off x="204848" y="497543"/>
            <a:ext cx="10481760" cy="594360"/>
          </a:xfrm>
        </p:spPr>
        <p:txBody>
          <a:bodyPr/>
          <a:lstStyle/>
          <a:p>
            <a:r>
              <a:rPr lang="en-US" b="0" dirty="0"/>
              <a:t>Team</a:t>
            </a:r>
            <a:r>
              <a:rPr lang="en-US" dirty="0"/>
              <a:t> </a:t>
            </a:r>
            <a:r>
              <a:rPr lang="en-US" b="0" dirty="0"/>
              <a:t>Everest Updates – Completed Work</a:t>
            </a:r>
          </a:p>
        </p:txBody>
      </p:sp>
      <p:sp>
        <p:nvSpPr>
          <p:cNvPr id="6" name="Footer Placeholder 2">
            <a:extLst>
              <a:ext uri="{FF2B5EF4-FFF2-40B4-BE49-F238E27FC236}">
                <a16:creationId xmlns:a16="http://schemas.microsoft.com/office/drawing/2014/main" id="{9C5C7AC0-6822-6FC6-5AC7-B41BCE3B5B61}"/>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EB99D05E-C2AD-3FED-4DF2-6C9F65B5672D}"/>
              </a:ext>
            </a:extLst>
          </p:cNvPr>
          <p:cNvSpPr>
            <a:spLocks noGrp="1"/>
          </p:cNvSpPr>
          <p:nvPr>
            <p:ph idx="1"/>
          </p:nvPr>
        </p:nvSpPr>
        <p:spPr>
          <a:xfrm>
            <a:off x="278467" y="879277"/>
            <a:ext cx="11283016" cy="5099445"/>
          </a:xfrm>
        </p:spPr>
        <p:txBody>
          <a:bodyPr/>
          <a:lstStyle/>
          <a:p>
            <a:pPr marL="228600" lvl="2">
              <a:lnSpc>
                <a:spcPct val="100000"/>
              </a:lnSpc>
              <a:spcBef>
                <a:spcPts val="600"/>
              </a:spcBef>
              <a:spcAft>
                <a:spcPct val="15000"/>
              </a:spcAft>
              <a:tabLst>
                <a:tab pos="227013" algn="l"/>
              </a:tabLst>
            </a:pPr>
            <a:endParaRPr lang="en-US" sz="800" dirty="0">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r>
              <a:rPr lang="en-US" b="1" dirty="0">
                <a:solidFill>
                  <a:schemeClr val="accent2"/>
                </a:solidFill>
                <a:latin typeface="Calibri" panose="020F0502020204030204" pitchFamily="34" charset="0"/>
                <a:cs typeface="Calibri" panose="020F0502020204030204" pitchFamily="34" charset="0"/>
              </a:rPr>
              <a:t>INTERIM AMENDMENT</a:t>
            </a:r>
          </a:p>
          <a:p>
            <a:pPr marL="231775" lvl="3" indent="-231775">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231775" lvl="3" indent="-231775">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0"/>
              </a:spcBef>
              <a:spcAft>
                <a:spcPct val="15000"/>
              </a:spcAft>
              <a:buNone/>
              <a:tabLst>
                <a:tab pos="227013" algn="l"/>
              </a:tabLst>
            </a:pPr>
            <a:endParaRPr lang="en-US" b="1" dirty="0">
              <a:solidFill>
                <a:schemeClr val="accent2"/>
              </a:solidFill>
              <a:latin typeface="Calibri" panose="020F0502020204030204" pitchFamily="34" charset="0"/>
              <a:cs typeface="Calibri" panose="020F0502020204030204" pitchFamily="34" charset="0"/>
            </a:endParaRPr>
          </a:p>
          <a:p>
            <a:pPr marL="228600" lvl="2">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0" indent="0" defTabSz="711200">
              <a:lnSpc>
                <a:spcPct val="10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a:lnSpc>
                <a:spcPct val="100000"/>
              </a:lnSpc>
              <a:spcBef>
                <a:spcPts val="0"/>
              </a:spcBef>
              <a:spcAft>
                <a:spcPct val="15000"/>
              </a:spcAft>
              <a:buClr>
                <a:srgbClr val="808080"/>
              </a:buClr>
              <a:buNone/>
            </a:pPr>
            <a:endParaRPr lang="en-US" sz="1400" dirty="0">
              <a:solidFill>
                <a:srgbClr val="000000"/>
              </a:solidFill>
              <a:latin typeface="Calibri"/>
              <a:cs typeface="Calibri"/>
            </a:endParaRPr>
          </a:p>
          <a:p>
            <a:pPr marL="0" indent="0">
              <a:buNone/>
            </a:pPr>
            <a:endParaRPr lang="en-US" sz="1800" dirty="0"/>
          </a:p>
        </p:txBody>
      </p:sp>
      <p:graphicFrame>
        <p:nvGraphicFramePr>
          <p:cNvPr id="2" name="Table 1">
            <a:extLst>
              <a:ext uri="{FF2B5EF4-FFF2-40B4-BE49-F238E27FC236}">
                <a16:creationId xmlns:a16="http://schemas.microsoft.com/office/drawing/2014/main" id="{C10A2177-84C1-25DE-3B0A-3E21EB36FD44}"/>
              </a:ext>
            </a:extLst>
          </p:cNvPr>
          <p:cNvGraphicFramePr>
            <a:graphicFrameLocks noGrp="1"/>
          </p:cNvGraphicFramePr>
          <p:nvPr>
            <p:extLst>
              <p:ext uri="{D42A27DB-BD31-4B8C-83A1-F6EECF244321}">
                <p14:modId xmlns:p14="http://schemas.microsoft.com/office/powerpoint/2010/main" val="916938766"/>
              </p:ext>
            </p:extLst>
          </p:nvPr>
        </p:nvGraphicFramePr>
        <p:xfrm>
          <a:off x="414525" y="6181362"/>
          <a:ext cx="11010900" cy="630555"/>
        </p:xfrm>
        <a:graphic>
          <a:graphicData uri="http://schemas.openxmlformats.org/drawingml/2006/table">
            <a:tbl>
              <a:tblPr/>
              <a:tblGrid>
                <a:gridCol w="11010900">
                  <a:extLst>
                    <a:ext uri="{9D8B030D-6E8A-4147-A177-3AD203B41FA5}">
                      <a16:colId xmlns:a16="http://schemas.microsoft.com/office/drawing/2014/main" val="915087798"/>
                    </a:ext>
                  </a:extLst>
                </a:gridCol>
              </a:tblGrid>
              <a:tr h="0">
                <a:tc>
                  <a:txBody>
                    <a:bodyPr/>
                    <a:lstStyle/>
                    <a:p>
                      <a:pPr fontAlgn="t">
                        <a:lnSpc>
                          <a:spcPts val="1500"/>
                        </a:lnSpc>
                        <a:buNone/>
                      </a:pPr>
                      <a:r>
                        <a:rPr lang="fr-FR" sz="1600" b="0" i="0" dirty="0">
                          <a:effectLst/>
                          <a:latin typeface="Segoe UI" panose="020B0502040204020203" pitchFamily="34" charset="0"/>
                        </a:rPr>
                        <a:t>🏢 Internal 👥 Commercial Clients 🤝 External Plan Sponsor</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4288940581"/>
                  </a:ext>
                </a:extLst>
              </a:tr>
              <a:tr h="0">
                <a:tc>
                  <a:txBody>
                    <a:bodyPr/>
                    <a:lstStyle/>
                    <a:p>
                      <a:endParaRPr lang="en-US" sz="1600" dirty="0"/>
                    </a:p>
                  </a:txBody>
                  <a:tcPr>
                    <a:lnL w="12700" cmpd="sng">
                      <a:noFill/>
                      <a:prstDash val="solid"/>
                    </a:lnL>
                    <a:lnR w="12700" cmpd="sng">
                      <a:noFill/>
                      <a:prstDash val="solid"/>
                    </a:lnR>
                    <a:lnT w="9525"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374554358"/>
                  </a:ext>
                </a:extLst>
              </a:tr>
            </a:tbl>
          </a:graphicData>
        </a:graphic>
      </p:graphicFrame>
      <p:pic>
        <p:nvPicPr>
          <p:cNvPr id="7" name="Picture 6">
            <a:extLst>
              <a:ext uri="{FF2B5EF4-FFF2-40B4-BE49-F238E27FC236}">
                <a16:creationId xmlns:a16="http://schemas.microsoft.com/office/drawing/2014/main" id="{4CDE2A70-0CEB-B67D-691E-65380FFB1839}"/>
              </a:ext>
            </a:extLst>
          </p:cNvPr>
          <p:cNvPicPr>
            <a:picLocks noChangeAspect="1"/>
          </p:cNvPicPr>
          <p:nvPr/>
        </p:nvPicPr>
        <p:blipFill>
          <a:blip r:embed="rId3"/>
          <a:srcRect l="-1" r="-862" b="39001"/>
          <a:stretch>
            <a:fillRect/>
          </a:stretch>
        </p:blipFill>
        <p:spPr>
          <a:xfrm>
            <a:off x="204848" y="1400751"/>
            <a:ext cx="10481760" cy="525664"/>
          </a:xfrm>
          <a:prstGeom prst="rect">
            <a:avLst/>
          </a:prstGeom>
        </p:spPr>
      </p:pic>
      <p:pic>
        <p:nvPicPr>
          <p:cNvPr id="22" name="Picture 21">
            <a:extLst>
              <a:ext uri="{FF2B5EF4-FFF2-40B4-BE49-F238E27FC236}">
                <a16:creationId xmlns:a16="http://schemas.microsoft.com/office/drawing/2014/main" id="{05AB6FE9-D73C-E5D6-5947-CF562AFEDE87}"/>
              </a:ext>
            </a:extLst>
          </p:cNvPr>
          <p:cNvPicPr>
            <a:picLocks noChangeAspect="1"/>
          </p:cNvPicPr>
          <p:nvPr/>
        </p:nvPicPr>
        <p:blipFill>
          <a:blip r:embed="rId4"/>
          <a:stretch>
            <a:fillRect/>
          </a:stretch>
        </p:blipFill>
        <p:spPr>
          <a:xfrm>
            <a:off x="9489782" y="1564414"/>
            <a:ext cx="514422" cy="362001"/>
          </a:xfrm>
          <a:prstGeom prst="rect">
            <a:avLst/>
          </a:prstGeom>
        </p:spPr>
      </p:pic>
    </p:spTree>
    <p:extLst>
      <p:ext uri="{BB962C8B-B14F-4D97-AF65-F5344CB8AC3E}">
        <p14:creationId xmlns:p14="http://schemas.microsoft.com/office/powerpoint/2010/main" val="1178148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B4022-627E-CD32-9971-D0780FAC4F0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8FC18E-1DE8-7B24-258A-A785C929E02C}"/>
              </a:ext>
            </a:extLst>
          </p:cNvPr>
          <p:cNvSpPr>
            <a:spLocks noGrp="1"/>
          </p:cNvSpPr>
          <p:nvPr>
            <p:ph type="sldNum" sz="quarter" idx="12"/>
          </p:nvPr>
        </p:nvSpPr>
        <p:spPr/>
        <p:txBody>
          <a:bodyPr/>
          <a:lstStyle/>
          <a:p>
            <a:fld id="{F6399DB0-1606-4A34-A4F1-BB3CBF9AAD12}" type="slidenum">
              <a:rPr lang="en-US" smtClean="0"/>
              <a:t>14</a:t>
            </a:fld>
            <a:endParaRPr lang="en-US" dirty="0"/>
          </a:p>
        </p:txBody>
      </p:sp>
      <p:sp>
        <p:nvSpPr>
          <p:cNvPr id="5" name="Title 4">
            <a:extLst>
              <a:ext uri="{FF2B5EF4-FFF2-40B4-BE49-F238E27FC236}">
                <a16:creationId xmlns:a16="http://schemas.microsoft.com/office/drawing/2014/main" id="{8F54CC2A-07F4-F24A-6EB6-2BBB118B2C77}"/>
              </a:ext>
            </a:extLst>
          </p:cNvPr>
          <p:cNvSpPr>
            <a:spLocks noGrp="1"/>
          </p:cNvSpPr>
          <p:nvPr>
            <p:ph type="title"/>
          </p:nvPr>
        </p:nvSpPr>
        <p:spPr>
          <a:xfrm>
            <a:off x="204848" y="497543"/>
            <a:ext cx="10481760" cy="594360"/>
          </a:xfrm>
        </p:spPr>
        <p:txBody>
          <a:bodyPr/>
          <a:lstStyle/>
          <a:p>
            <a:r>
              <a:rPr lang="en-US" b="0" dirty="0"/>
              <a:t>Team</a:t>
            </a:r>
            <a:r>
              <a:rPr lang="en-US" dirty="0"/>
              <a:t> </a:t>
            </a:r>
            <a:r>
              <a:rPr lang="en-US" b="0" dirty="0"/>
              <a:t>Everest Updates – Completed Work </a:t>
            </a:r>
            <a:r>
              <a:rPr lang="en-US" dirty="0">
                <a:solidFill>
                  <a:srgbClr val="FF0000"/>
                </a:solidFill>
              </a:rPr>
              <a:t>Value</a:t>
            </a:r>
          </a:p>
        </p:txBody>
      </p:sp>
      <p:sp>
        <p:nvSpPr>
          <p:cNvPr id="6" name="Footer Placeholder 2">
            <a:extLst>
              <a:ext uri="{FF2B5EF4-FFF2-40B4-BE49-F238E27FC236}">
                <a16:creationId xmlns:a16="http://schemas.microsoft.com/office/drawing/2014/main" id="{52FBC456-6C64-A80F-E4AB-F1BB7EDD1DDF}"/>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9B049FE4-FB74-45EA-E7C1-4B4FF64ABC09}"/>
              </a:ext>
            </a:extLst>
          </p:cNvPr>
          <p:cNvSpPr>
            <a:spLocks noGrp="1"/>
          </p:cNvSpPr>
          <p:nvPr>
            <p:ph idx="1"/>
          </p:nvPr>
        </p:nvSpPr>
        <p:spPr>
          <a:xfrm>
            <a:off x="278467" y="879277"/>
            <a:ext cx="11283016" cy="5099445"/>
          </a:xfrm>
        </p:spPr>
        <p:txBody>
          <a:bodyPr/>
          <a:lstStyle/>
          <a:p>
            <a:pPr marL="228600" lvl="2">
              <a:lnSpc>
                <a:spcPct val="100000"/>
              </a:lnSpc>
              <a:spcBef>
                <a:spcPts val="600"/>
              </a:spcBef>
              <a:spcAft>
                <a:spcPct val="15000"/>
              </a:spcAft>
              <a:tabLst>
                <a:tab pos="227013" algn="l"/>
              </a:tabLst>
            </a:pPr>
            <a:endParaRPr lang="en-US" sz="800" dirty="0">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r>
              <a:rPr lang="en-US" b="1" dirty="0">
                <a:solidFill>
                  <a:schemeClr val="accent2"/>
                </a:solidFill>
                <a:latin typeface="Calibri" panose="020F0502020204030204" pitchFamily="34" charset="0"/>
                <a:cs typeface="Calibri" panose="020F0502020204030204" pitchFamily="34" charset="0"/>
              </a:rPr>
              <a:t>INTERIM AMENDMENT</a:t>
            </a:r>
          </a:p>
          <a:p>
            <a:pPr marL="231775" lvl="3" indent="-231775">
              <a:lnSpc>
                <a:spcPct val="100000"/>
              </a:lnSpc>
              <a:spcBef>
                <a:spcPts val="600"/>
              </a:spcBef>
              <a:spcAft>
                <a:spcPct val="15000"/>
              </a:spcAft>
              <a:tabLst>
                <a:tab pos="227013" algn="l"/>
              </a:tabLst>
            </a:pPr>
            <a:r>
              <a:rPr lang="en-US" dirty="0">
                <a:solidFill>
                  <a:srgbClr val="000000"/>
                </a:solidFill>
                <a:latin typeface="Calibri" panose="020F0502020204030204" pitchFamily="34" charset="0"/>
                <a:cs typeface="Calibri" panose="020F0502020204030204" pitchFamily="34" charset="0"/>
              </a:rPr>
              <a:t>Determined how we will handle interim amendment deliveries when business is leveraging IMPACT as their workflow process.</a:t>
            </a:r>
          </a:p>
          <a:p>
            <a:pPr marL="574675" lvl="6" indent="-285750">
              <a:lnSpc>
                <a:spcPct val="100000"/>
              </a:lnSpc>
              <a:spcBef>
                <a:spcPts val="600"/>
              </a:spcBef>
              <a:spcAft>
                <a:spcPct val="15000"/>
              </a:spcAft>
            </a:pPr>
            <a:r>
              <a:rPr lang="en-US" dirty="0">
                <a:solidFill>
                  <a:srgbClr val="000000"/>
                </a:solidFill>
                <a:latin typeface="Calibri" panose="020F0502020204030204" pitchFamily="34" charset="0"/>
                <a:cs typeface="Calibri" panose="020F0502020204030204" pitchFamily="34" charset="0"/>
              </a:rPr>
              <a:t>SOLUTION – TEMPLATE NAME </a:t>
            </a:r>
          </a:p>
          <a:p>
            <a:pPr marL="914400" lvl="6" indent="-285750">
              <a:lnSpc>
                <a:spcPct val="100000"/>
              </a:lnSpc>
              <a:spcBef>
                <a:spcPts val="600"/>
              </a:spcBef>
              <a:spcAft>
                <a:spcPct val="15000"/>
              </a:spcAft>
              <a:buFont typeface="Wingdings" panose="05000000000000000000" pitchFamily="2" charset="2"/>
              <a:buChar char="q"/>
            </a:pPr>
            <a:r>
              <a:rPr lang="en-US" dirty="0">
                <a:solidFill>
                  <a:srgbClr val="000000"/>
                </a:solidFill>
                <a:latin typeface="Calibri" panose="020F0502020204030204" pitchFamily="34" charset="0"/>
                <a:cs typeface="Calibri" panose="020F0502020204030204" pitchFamily="34" charset="0"/>
              </a:rPr>
              <a:t> If Template Name contains the words “Interim Amendment Only” THEN we will only update document status for Interim Amendment</a:t>
            </a:r>
          </a:p>
          <a:p>
            <a:pPr marL="914400" lvl="6" indent="-285750">
              <a:lnSpc>
                <a:spcPct val="100000"/>
              </a:lnSpc>
              <a:spcBef>
                <a:spcPts val="600"/>
              </a:spcBef>
              <a:spcAft>
                <a:spcPct val="15000"/>
              </a:spcAft>
              <a:buFont typeface="Wingdings" panose="05000000000000000000" pitchFamily="2" charset="2"/>
              <a:buChar char="q"/>
            </a:pPr>
            <a:r>
              <a:rPr lang="en-US" dirty="0">
                <a:solidFill>
                  <a:srgbClr val="000000"/>
                </a:solidFill>
                <a:latin typeface="Calibri" panose="020F0502020204030204" pitchFamily="34" charset="0"/>
                <a:cs typeface="Calibri" panose="020F0502020204030204" pitchFamily="34" charset="0"/>
              </a:rPr>
              <a:t>If Template Name contains the words “Includes Interim Amendment” THEN we will update BOTH the document status for the Plan Design (AA) and Interim Amendment</a:t>
            </a:r>
          </a:p>
          <a:p>
            <a:pPr marL="914400" lvl="6" indent="-285750">
              <a:lnSpc>
                <a:spcPct val="100000"/>
              </a:lnSpc>
              <a:spcBef>
                <a:spcPts val="600"/>
              </a:spcBef>
              <a:spcAft>
                <a:spcPct val="15000"/>
              </a:spcAft>
              <a:buFont typeface="Wingdings" panose="05000000000000000000" pitchFamily="2" charset="2"/>
              <a:buChar char="q"/>
            </a:pPr>
            <a:r>
              <a:rPr lang="en-US" dirty="0">
                <a:solidFill>
                  <a:srgbClr val="000000"/>
                </a:solidFill>
                <a:latin typeface="Calibri" panose="020F0502020204030204" pitchFamily="34" charset="0"/>
                <a:cs typeface="Calibri" panose="020F0502020204030204" pitchFamily="34" charset="0"/>
              </a:rPr>
              <a:t>If Template Name contains the words “Excludes Interim Amendment” THEN we will only update document status for the Plan Design (AA)</a:t>
            </a:r>
          </a:p>
          <a:p>
            <a:pPr marL="914400" lvl="7" indent="-285750">
              <a:lnSpc>
                <a:spcPct val="100000"/>
              </a:lnSpc>
              <a:spcBef>
                <a:spcPts val="600"/>
              </a:spcBef>
              <a:spcAft>
                <a:spcPct val="15000"/>
              </a:spcAft>
              <a:buFont typeface="Wingdings" panose="05000000000000000000" pitchFamily="2" charset="2"/>
              <a:buChar char="q"/>
            </a:pPr>
            <a:endParaRPr lang="en-US" dirty="0">
              <a:solidFill>
                <a:srgbClr val="000000"/>
              </a:solidFill>
              <a:latin typeface="Calibri" panose="020F0502020204030204" pitchFamily="34" charset="0"/>
              <a:cs typeface="Calibri" panose="020F0502020204030204" pitchFamily="34" charset="0"/>
            </a:endParaRPr>
          </a:p>
          <a:p>
            <a:pPr marL="231775" lvl="3" indent="-231775">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0"/>
              </a:spcBef>
              <a:spcAft>
                <a:spcPct val="15000"/>
              </a:spcAft>
              <a:buNone/>
              <a:tabLst>
                <a:tab pos="227013" algn="l"/>
              </a:tabLst>
            </a:pPr>
            <a:endParaRPr lang="en-US" b="1" dirty="0">
              <a:solidFill>
                <a:schemeClr val="accent2"/>
              </a:solidFill>
              <a:latin typeface="Calibri" panose="020F0502020204030204" pitchFamily="34" charset="0"/>
              <a:cs typeface="Calibri" panose="020F0502020204030204" pitchFamily="34" charset="0"/>
            </a:endParaRPr>
          </a:p>
          <a:p>
            <a:pPr marL="228600" lvl="2">
              <a:lnSpc>
                <a:spcPct val="100000"/>
              </a:lnSpc>
              <a:spcBef>
                <a:spcPts val="600"/>
              </a:spcBef>
              <a:spcAft>
                <a:spcPct val="15000"/>
              </a:spcAft>
              <a:tabLst>
                <a:tab pos="227013" algn="l"/>
              </a:tabLst>
            </a:pPr>
            <a:endParaRPr lang="en-US" dirty="0">
              <a:solidFill>
                <a:srgbClr val="000000"/>
              </a:solidFill>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0" indent="0" defTabSz="711200">
              <a:lnSpc>
                <a:spcPct val="10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a:lnSpc>
                <a:spcPct val="100000"/>
              </a:lnSpc>
              <a:spcBef>
                <a:spcPts val="0"/>
              </a:spcBef>
              <a:spcAft>
                <a:spcPct val="15000"/>
              </a:spcAft>
              <a:buClr>
                <a:srgbClr val="808080"/>
              </a:buClr>
              <a:buNone/>
            </a:pPr>
            <a:endParaRPr lang="en-US" sz="1400" dirty="0">
              <a:solidFill>
                <a:srgbClr val="000000"/>
              </a:solidFill>
              <a:latin typeface="Calibri"/>
              <a:cs typeface="Calibri"/>
            </a:endParaRPr>
          </a:p>
          <a:p>
            <a:pPr marL="0" indent="0">
              <a:buNone/>
            </a:pPr>
            <a:endParaRPr lang="en-US" sz="1800" dirty="0"/>
          </a:p>
        </p:txBody>
      </p:sp>
      <p:graphicFrame>
        <p:nvGraphicFramePr>
          <p:cNvPr id="2" name="Table 1">
            <a:extLst>
              <a:ext uri="{FF2B5EF4-FFF2-40B4-BE49-F238E27FC236}">
                <a16:creationId xmlns:a16="http://schemas.microsoft.com/office/drawing/2014/main" id="{331CEE70-D6AA-42FA-E095-5921C10F7DE3}"/>
              </a:ext>
            </a:extLst>
          </p:cNvPr>
          <p:cNvGraphicFramePr>
            <a:graphicFrameLocks noGrp="1"/>
          </p:cNvGraphicFramePr>
          <p:nvPr/>
        </p:nvGraphicFramePr>
        <p:xfrm>
          <a:off x="414525" y="6181362"/>
          <a:ext cx="11010900" cy="630555"/>
        </p:xfrm>
        <a:graphic>
          <a:graphicData uri="http://schemas.openxmlformats.org/drawingml/2006/table">
            <a:tbl>
              <a:tblPr/>
              <a:tblGrid>
                <a:gridCol w="11010900">
                  <a:extLst>
                    <a:ext uri="{9D8B030D-6E8A-4147-A177-3AD203B41FA5}">
                      <a16:colId xmlns:a16="http://schemas.microsoft.com/office/drawing/2014/main" val="915087798"/>
                    </a:ext>
                  </a:extLst>
                </a:gridCol>
              </a:tblGrid>
              <a:tr h="0">
                <a:tc>
                  <a:txBody>
                    <a:bodyPr/>
                    <a:lstStyle/>
                    <a:p>
                      <a:pPr fontAlgn="t">
                        <a:lnSpc>
                          <a:spcPts val="1500"/>
                        </a:lnSpc>
                        <a:buNone/>
                      </a:pPr>
                      <a:r>
                        <a:rPr lang="fr-FR" sz="1600" b="0" i="0" dirty="0">
                          <a:effectLst/>
                          <a:latin typeface="Segoe UI" panose="020B0502040204020203" pitchFamily="34" charset="0"/>
                        </a:rPr>
                        <a:t>🏢 Internal 👥 Commercial Clients 🤝 External Plan Sponsor</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4288940581"/>
                  </a:ext>
                </a:extLst>
              </a:tr>
              <a:tr h="0">
                <a:tc>
                  <a:txBody>
                    <a:bodyPr/>
                    <a:lstStyle/>
                    <a:p>
                      <a:endParaRPr lang="en-US" sz="1600" dirty="0"/>
                    </a:p>
                  </a:txBody>
                  <a:tcPr>
                    <a:lnL w="12700" cmpd="sng">
                      <a:noFill/>
                      <a:prstDash val="solid"/>
                    </a:lnL>
                    <a:lnR w="12700" cmpd="sng">
                      <a:noFill/>
                      <a:prstDash val="solid"/>
                    </a:lnR>
                    <a:lnT w="9525"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374554358"/>
                  </a:ext>
                </a:extLst>
              </a:tr>
            </a:tbl>
          </a:graphicData>
        </a:graphic>
      </p:graphicFrame>
      <p:pic>
        <p:nvPicPr>
          <p:cNvPr id="22" name="Picture 21">
            <a:extLst>
              <a:ext uri="{FF2B5EF4-FFF2-40B4-BE49-F238E27FC236}">
                <a16:creationId xmlns:a16="http://schemas.microsoft.com/office/drawing/2014/main" id="{83DBF1A5-A5F6-42F9-B060-EEE680702BB5}"/>
              </a:ext>
            </a:extLst>
          </p:cNvPr>
          <p:cNvPicPr>
            <a:picLocks noChangeAspect="1"/>
          </p:cNvPicPr>
          <p:nvPr/>
        </p:nvPicPr>
        <p:blipFill>
          <a:blip r:embed="rId3"/>
          <a:stretch>
            <a:fillRect/>
          </a:stretch>
        </p:blipFill>
        <p:spPr>
          <a:xfrm>
            <a:off x="10911003" y="1367414"/>
            <a:ext cx="514422" cy="362001"/>
          </a:xfrm>
          <a:prstGeom prst="rect">
            <a:avLst/>
          </a:prstGeom>
        </p:spPr>
      </p:pic>
      <p:pic>
        <p:nvPicPr>
          <p:cNvPr id="11" name="Picture 10">
            <a:hlinkClick r:id="rId4" action="ppaction://hlinksldjump"/>
            <a:extLst>
              <a:ext uri="{FF2B5EF4-FFF2-40B4-BE49-F238E27FC236}">
                <a16:creationId xmlns:a16="http://schemas.microsoft.com/office/drawing/2014/main" id="{0BECD0FD-C7E7-4A73-7AB3-1850E83B941F}"/>
              </a:ext>
            </a:extLst>
          </p:cNvPr>
          <p:cNvPicPr>
            <a:picLocks noChangeAspect="1"/>
          </p:cNvPicPr>
          <p:nvPr/>
        </p:nvPicPr>
        <p:blipFill>
          <a:blip r:embed="rId5"/>
          <a:stretch>
            <a:fillRect/>
          </a:stretch>
        </p:blipFill>
        <p:spPr>
          <a:xfrm>
            <a:off x="2375059" y="3664973"/>
            <a:ext cx="661218" cy="372606"/>
          </a:xfrm>
          <a:prstGeom prst="rect">
            <a:avLst/>
          </a:prstGeom>
          <a:ln>
            <a:solidFill>
              <a:schemeClr val="accent1"/>
            </a:solidFill>
          </a:ln>
        </p:spPr>
      </p:pic>
    </p:spTree>
    <p:extLst>
      <p:ext uri="{BB962C8B-B14F-4D97-AF65-F5344CB8AC3E}">
        <p14:creationId xmlns:p14="http://schemas.microsoft.com/office/powerpoint/2010/main" val="96499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CD55CE-2046-12FE-6FC2-A81F4D2ECEF7}"/>
              </a:ext>
            </a:extLst>
          </p:cNvPr>
          <p:cNvSpPr>
            <a:spLocks noGrp="1"/>
          </p:cNvSpPr>
          <p:nvPr>
            <p:ph type="ftr" sz="quarter" idx="11"/>
          </p:nvPr>
        </p:nvSpPr>
        <p:spPr/>
        <p:txBody>
          <a:bodyPr/>
          <a:lstStyle/>
          <a:p>
            <a:r>
              <a:rPr lang="en-US" dirty="0"/>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3432BF6C-40D4-61E1-842A-D992D3C9E2E7}"/>
              </a:ext>
            </a:extLst>
          </p:cNvPr>
          <p:cNvSpPr>
            <a:spLocks noGrp="1"/>
          </p:cNvSpPr>
          <p:nvPr>
            <p:ph type="sldNum" sz="quarter" idx="12"/>
          </p:nvPr>
        </p:nvSpPr>
        <p:spPr/>
        <p:txBody>
          <a:bodyPr/>
          <a:lstStyle/>
          <a:p>
            <a:fld id="{8A05B047-7786-42C0-A2BF-6DB1A4525D42}" type="slidenum">
              <a:rPr lang="en-US" smtClean="0"/>
              <a:t>15</a:t>
            </a:fld>
            <a:endParaRPr lang="en-US" dirty="0"/>
          </a:p>
        </p:txBody>
      </p:sp>
      <p:pic>
        <p:nvPicPr>
          <p:cNvPr id="4" name="Picture 3">
            <a:extLst>
              <a:ext uri="{FF2B5EF4-FFF2-40B4-BE49-F238E27FC236}">
                <a16:creationId xmlns:a16="http://schemas.microsoft.com/office/drawing/2014/main" id="{4F9BB72F-DB1D-C16D-6F62-6C5D4922D355}"/>
              </a:ext>
            </a:extLst>
          </p:cNvPr>
          <p:cNvPicPr>
            <a:picLocks noChangeAspect="1"/>
          </p:cNvPicPr>
          <p:nvPr/>
        </p:nvPicPr>
        <p:blipFill>
          <a:blip r:embed="rId3"/>
          <a:stretch>
            <a:fillRect/>
          </a:stretch>
        </p:blipFill>
        <p:spPr>
          <a:xfrm>
            <a:off x="1669209" y="528646"/>
            <a:ext cx="7896821" cy="5800707"/>
          </a:xfrm>
          <a:prstGeom prst="rect">
            <a:avLst/>
          </a:prstGeom>
          <a:ln>
            <a:solidFill>
              <a:schemeClr val="accent1"/>
            </a:solidFill>
          </a:ln>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76282D47-F3C3-EE19-BB9B-9232B2E0A832}"/>
                  </a:ext>
                </a:extLst>
              </p14:cNvPr>
              <p14:cNvContentPartPr/>
              <p14:nvPr/>
            </p14:nvContentPartPr>
            <p14:xfrm>
              <a:off x="1994022" y="2894686"/>
              <a:ext cx="1089360" cy="25560"/>
            </p14:xfrm>
          </p:contentPart>
        </mc:Choice>
        <mc:Fallback xmlns="">
          <p:pic>
            <p:nvPicPr>
              <p:cNvPr id="5" name="Ink 4">
                <a:extLst>
                  <a:ext uri="{FF2B5EF4-FFF2-40B4-BE49-F238E27FC236}">
                    <a16:creationId xmlns:a16="http://schemas.microsoft.com/office/drawing/2014/main" id="{76282D47-F3C3-EE19-BB9B-9232B2E0A832}"/>
                  </a:ext>
                </a:extLst>
              </p:cNvPr>
              <p:cNvPicPr/>
              <p:nvPr/>
            </p:nvPicPr>
            <p:blipFill>
              <a:blip r:embed="rId5"/>
              <a:stretch>
                <a:fillRect/>
              </a:stretch>
            </p:blipFill>
            <p:spPr>
              <a:xfrm>
                <a:off x="1940382" y="2786686"/>
                <a:ext cx="119700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B8B037CA-2336-F3A9-731F-18FE04F96947}"/>
                  </a:ext>
                </a:extLst>
              </p14:cNvPr>
              <p14:cNvContentPartPr/>
              <p14:nvPr/>
            </p14:nvContentPartPr>
            <p14:xfrm>
              <a:off x="2121462" y="5403886"/>
              <a:ext cx="1219680" cy="720"/>
            </p14:xfrm>
          </p:contentPart>
        </mc:Choice>
        <mc:Fallback xmlns="">
          <p:pic>
            <p:nvPicPr>
              <p:cNvPr id="7" name="Ink 6">
                <a:extLst>
                  <a:ext uri="{FF2B5EF4-FFF2-40B4-BE49-F238E27FC236}">
                    <a16:creationId xmlns:a16="http://schemas.microsoft.com/office/drawing/2014/main" id="{B8B037CA-2336-F3A9-731F-18FE04F96947}"/>
                  </a:ext>
                </a:extLst>
              </p:cNvPr>
              <p:cNvPicPr/>
              <p:nvPr/>
            </p:nvPicPr>
            <p:blipFill>
              <a:blip r:embed="rId7"/>
              <a:stretch>
                <a:fillRect/>
              </a:stretch>
            </p:blipFill>
            <p:spPr>
              <a:xfrm>
                <a:off x="2067822" y="5187886"/>
                <a:ext cx="132732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26A739D8-DB54-8B9F-AC06-BB405F82373A}"/>
                  </a:ext>
                </a:extLst>
              </p14:cNvPr>
              <p14:cNvContentPartPr/>
              <p14:nvPr/>
            </p14:nvContentPartPr>
            <p14:xfrm>
              <a:off x="2075382" y="5579926"/>
              <a:ext cx="1301040" cy="360"/>
            </p14:xfrm>
          </p:contentPart>
        </mc:Choice>
        <mc:Fallback xmlns="">
          <p:pic>
            <p:nvPicPr>
              <p:cNvPr id="8" name="Ink 7">
                <a:extLst>
                  <a:ext uri="{FF2B5EF4-FFF2-40B4-BE49-F238E27FC236}">
                    <a16:creationId xmlns:a16="http://schemas.microsoft.com/office/drawing/2014/main" id="{26A739D8-DB54-8B9F-AC06-BB405F82373A}"/>
                  </a:ext>
                </a:extLst>
              </p:cNvPr>
              <p:cNvPicPr/>
              <p:nvPr/>
            </p:nvPicPr>
            <p:blipFill>
              <a:blip r:embed="rId9"/>
              <a:stretch>
                <a:fillRect/>
              </a:stretch>
            </p:blipFill>
            <p:spPr>
              <a:xfrm>
                <a:off x="2021382" y="5472286"/>
                <a:ext cx="14086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68B5227B-2460-42A5-15E9-36DDC1442A18}"/>
                  </a:ext>
                </a:extLst>
              </p14:cNvPr>
              <p14:cNvContentPartPr/>
              <p14:nvPr/>
            </p14:nvContentPartPr>
            <p14:xfrm>
              <a:off x="1707822" y="2837086"/>
              <a:ext cx="1316520" cy="58680"/>
            </p14:xfrm>
          </p:contentPart>
        </mc:Choice>
        <mc:Fallback xmlns="">
          <p:pic>
            <p:nvPicPr>
              <p:cNvPr id="9" name="Ink 8">
                <a:extLst>
                  <a:ext uri="{FF2B5EF4-FFF2-40B4-BE49-F238E27FC236}">
                    <a16:creationId xmlns:a16="http://schemas.microsoft.com/office/drawing/2014/main" id="{68B5227B-2460-42A5-15E9-36DDC1442A18}"/>
                  </a:ext>
                </a:extLst>
              </p:cNvPr>
              <p:cNvPicPr/>
              <p:nvPr/>
            </p:nvPicPr>
            <p:blipFill>
              <a:blip r:embed="rId11"/>
              <a:stretch>
                <a:fillRect/>
              </a:stretch>
            </p:blipFill>
            <p:spPr>
              <a:xfrm>
                <a:off x="1654182" y="2729086"/>
                <a:ext cx="1424160" cy="274320"/>
              </a:xfrm>
              <a:prstGeom prst="rect">
                <a:avLst/>
              </a:prstGeom>
            </p:spPr>
          </p:pic>
        </mc:Fallback>
      </mc:AlternateContent>
      <p:sp>
        <p:nvSpPr>
          <p:cNvPr id="10" name="TextBox 9">
            <a:extLst>
              <a:ext uri="{FF2B5EF4-FFF2-40B4-BE49-F238E27FC236}">
                <a16:creationId xmlns:a16="http://schemas.microsoft.com/office/drawing/2014/main" id="{8A1DA0C2-1C07-9D97-25C6-C566DBD96040}"/>
              </a:ext>
            </a:extLst>
          </p:cNvPr>
          <p:cNvSpPr txBox="1"/>
          <p:nvPr/>
        </p:nvSpPr>
        <p:spPr>
          <a:xfrm>
            <a:off x="211015" y="2305602"/>
            <a:ext cx="1652954" cy="553998"/>
          </a:xfrm>
          <a:prstGeom prst="rect">
            <a:avLst/>
          </a:prstGeom>
          <a:noFill/>
        </p:spPr>
        <p:txBody>
          <a:bodyPr wrap="square" lIns="0" tIns="0" rIns="0" bIns="0" rtlCol="0">
            <a:spAutoFit/>
          </a:bodyPr>
          <a:lstStyle/>
          <a:p>
            <a:pPr algn="l">
              <a:lnSpc>
                <a:spcPct val="90000"/>
              </a:lnSpc>
            </a:pPr>
            <a:r>
              <a:rPr lang="en-US" sz="2000" b="1" dirty="0">
                <a:solidFill>
                  <a:srgbClr val="FF0000"/>
                </a:solidFill>
              </a:rPr>
              <a:t>Plan Design (AA)</a:t>
            </a:r>
          </a:p>
        </p:txBody>
      </p:sp>
      <p:cxnSp>
        <p:nvCxnSpPr>
          <p:cNvPr id="12" name="Straight Arrow Connector 11">
            <a:extLst>
              <a:ext uri="{FF2B5EF4-FFF2-40B4-BE49-F238E27FC236}">
                <a16:creationId xmlns:a16="http://schemas.microsoft.com/office/drawing/2014/main" id="{301FDB10-CD73-79CC-4964-8C6C90EB7453}"/>
              </a:ext>
            </a:extLst>
          </p:cNvPr>
          <p:cNvCxnSpPr>
            <a:cxnSpLocks/>
          </p:cNvCxnSpPr>
          <p:nvPr/>
        </p:nvCxnSpPr>
        <p:spPr>
          <a:xfrm>
            <a:off x="890954" y="2746315"/>
            <a:ext cx="816868" cy="1483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9DE169C-9A87-50E5-7CC3-212C8A5DB8A7}"/>
              </a:ext>
            </a:extLst>
          </p:cNvPr>
          <p:cNvSpPr txBox="1"/>
          <p:nvPr/>
        </p:nvSpPr>
        <p:spPr>
          <a:xfrm>
            <a:off x="367162" y="4639256"/>
            <a:ext cx="1652954" cy="830997"/>
          </a:xfrm>
          <a:prstGeom prst="rect">
            <a:avLst/>
          </a:prstGeom>
          <a:noFill/>
        </p:spPr>
        <p:txBody>
          <a:bodyPr wrap="square" lIns="0" tIns="0" rIns="0" bIns="0" rtlCol="0">
            <a:spAutoFit/>
          </a:bodyPr>
          <a:lstStyle/>
          <a:p>
            <a:pPr algn="l">
              <a:lnSpc>
                <a:spcPct val="90000"/>
              </a:lnSpc>
            </a:pPr>
            <a:r>
              <a:rPr lang="en-US" sz="2000" b="1" dirty="0">
                <a:solidFill>
                  <a:srgbClr val="FF0000"/>
                </a:solidFill>
              </a:rPr>
              <a:t>Interim Amendment</a:t>
            </a:r>
          </a:p>
          <a:p>
            <a:pPr algn="l">
              <a:lnSpc>
                <a:spcPct val="90000"/>
              </a:lnSpc>
            </a:pPr>
            <a:endParaRPr lang="en-US" sz="2000" b="1" dirty="0">
              <a:solidFill>
                <a:srgbClr val="FF0000"/>
              </a:solidFill>
            </a:endParaRPr>
          </a:p>
        </p:txBody>
      </p:sp>
      <p:cxnSp>
        <p:nvCxnSpPr>
          <p:cNvPr id="21" name="Straight Arrow Connector 20">
            <a:extLst>
              <a:ext uri="{FF2B5EF4-FFF2-40B4-BE49-F238E27FC236}">
                <a16:creationId xmlns:a16="http://schemas.microsoft.com/office/drawing/2014/main" id="{3EE00242-64B5-4D9C-D21F-16FFB35943A8}"/>
              </a:ext>
            </a:extLst>
          </p:cNvPr>
          <p:cNvCxnSpPr>
            <a:cxnSpLocks/>
          </p:cNvCxnSpPr>
          <p:nvPr/>
        </p:nvCxnSpPr>
        <p:spPr>
          <a:xfrm>
            <a:off x="1047101" y="5255515"/>
            <a:ext cx="816868" cy="1483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Arrow: Right 21">
            <a:hlinkClick r:id="rId12" action="ppaction://hlinksldjump"/>
            <a:extLst>
              <a:ext uri="{FF2B5EF4-FFF2-40B4-BE49-F238E27FC236}">
                <a16:creationId xmlns:a16="http://schemas.microsoft.com/office/drawing/2014/main" id="{B0796F3E-2D54-CA53-8730-CE446CFBD72B}"/>
              </a:ext>
            </a:extLst>
          </p:cNvPr>
          <p:cNvSpPr/>
          <p:nvPr/>
        </p:nvSpPr>
        <p:spPr>
          <a:xfrm flipH="1">
            <a:off x="10495954" y="6140329"/>
            <a:ext cx="749254" cy="594361"/>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Tree>
    <p:extLst>
      <p:ext uri="{BB962C8B-B14F-4D97-AF65-F5344CB8AC3E}">
        <p14:creationId xmlns:p14="http://schemas.microsoft.com/office/powerpoint/2010/main" val="1610348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13A7-9835-548C-2CB2-437606FC5C0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078CD7-799B-3ADE-21A5-831CB74C29F7}"/>
              </a:ext>
            </a:extLst>
          </p:cNvPr>
          <p:cNvSpPr>
            <a:spLocks noGrp="1"/>
          </p:cNvSpPr>
          <p:nvPr>
            <p:ph type="sldNum" sz="quarter" idx="12"/>
          </p:nvPr>
        </p:nvSpPr>
        <p:spPr/>
        <p:txBody>
          <a:bodyPr/>
          <a:lstStyle/>
          <a:p>
            <a:fld id="{F6399DB0-1606-4A34-A4F1-BB3CBF9AAD12}" type="slidenum">
              <a:rPr lang="en-US" smtClean="0"/>
              <a:t>16</a:t>
            </a:fld>
            <a:endParaRPr lang="en-US" dirty="0"/>
          </a:p>
        </p:txBody>
      </p:sp>
      <p:sp>
        <p:nvSpPr>
          <p:cNvPr id="5" name="Title 4">
            <a:extLst>
              <a:ext uri="{FF2B5EF4-FFF2-40B4-BE49-F238E27FC236}">
                <a16:creationId xmlns:a16="http://schemas.microsoft.com/office/drawing/2014/main" id="{EA2FB6F5-D62C-70FC-E187-8AFBFF9634E5}"/>
              </a:ext>
            </a:extLst>
          </p:cNvPr>
          <p:cNvSpPr>
            <a:spLocks noGrp="1"/>
          </p:cNvSpPr>
          <p:nvPr>
            <p:ph type="title"/>
          </p:nvPr>
        </p:nvSpPr>
        <p:spPr>
          <a:xfrm>
            <a:off x="204848" y="497543"/>
            <a:ext cx="10481760" cy="594360"/>
          </a:xfrm>
        </p:spPr>
        <p:txBody>
          <a:bodyPr/>
          <a:lstStyle/>
          <a:p>
            <a:r>
              <a:rPr lang="en-US" b="0" dirty="0"/>
              <a:t>Team</a:t>
            </a:r>
            <a:r>
              <a:rPr lang="en-US" dirty="0"/>
              <a:t> </a:t>
            </a:r>
            <a:r>
              <a:rPr lang="en-US" b="0" dirty="0"/>
              <a:t>Everest Updates – Completed Work</a:t>
            </a:r>
          </a:p>
        </p:txBody>
      </p:sp>
      <p:sp>
        <p:nvSpPr>
          <p:cNvPr id="6" name="Footer Placeholder 2">
            <a:extLst>
              <a:ext uri="{FF2B5EF4-FFF2-40B4-BE49-F238E27FC236}">
                <a16:creationId xmlns:a16="http://schemas.microsoft.com/office/drawing/2014/main" id="{9F8CF21F-2F48-FDC6-B7C9-8B45866EF187}"/>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2146E088-02AC-74C7-E14C-206E182722E4}"/>
              </a:ext>
            </a:extLst>
          </p:cNvPr>
          <p:cNvSpPr>
            <a:spLocks noGrp="1"/>
          </p:cNvSpPr>
          <p:nvPr>
            <p:ph idx="1"/>
          </p:nvPr>
        </p:nvSpPr>
        <p:spPr>
          <a:xfrm>
            <a:off x="384309" y="968276"/>
            <a:ext cx="11423382" cy="4921448"/>
          </a:xfrm>
        </p:spPr>
        <p:txBody>
          <a:bodyPr/>
          <a:lstStyle/>
          <a:p>
            <a:pPr marL="0" lvl="2" indent="0">
              <a:lnSpc>
                <a:spcPct val="100000"/>
              </a:lnSpc>
              <a:spcBef>
                <a:spcPts val="600"/>
              </a:spcBef>
              <a:buNone/>
              <a:tabLst>
                <a:tab pos="227013" algn="l"/>
              </a:tabLst>
            </a:pPr>
            <a:endParaRPr lang="en-US" sz="1600"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endParaRPr lang="en-US" sz="1000" dirty="0">
              <a:solidFill>
                <a:srgbClr val="000000"/>
              </a:solidFill>
              <a:latin typeface="Calibri" panose="020F0502020204030204" pitchFamily="34" charset="0"/>
              <a:cs typeface="Calibri" panose="020F0502020204030204" pitchFamily="34" charset="0"/>
            </a:endParaRPr>
          </a:p>
          <a:p>
            <a:pPr marL="225425" lvl="3" indent="0">
              <a:lnSpc>
                <a:spcPct val="100000"/>
              </a:lnSpc>
              <a:spcBef>
                <a:spcPts val="600"/>
              </a:spcBef>
              <a:spcAft>
                <a:spcPct val="15000"/>
              </a:spcAft>
              <a:buNone/>
              <a:tabLst>
                <a:tab pos="463550" algn="l"/>
              </a:tabLst>
            </a:pPr>
            <a:endParaRPr lang="en-US"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0"/>
              </a:spcBef>
              <a:buNone/>
            </a:pPr>
            <a:endParaRPr lang="en-US" sz="800"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endParaRPr lang="en-US" sz="1200" b="1" dirty="0">
              <a:solidFill>
                <a:schemeClr val="accent2"/>
              </a:solidFill>
              <a:latin typeface="Calibri" panose="020F0502020204030204" pitchFamily="34" charset="0"/>
              <a:cs typeface="Calibri" panose="020F0502020204030204" pitchFamily="34" charset="0"/>
            </a:endParaRPr>
          </a:p>
          <a:p>
            <a:pPr marL="0" indent="0" defTabSz="711200">
              <a:lnSpc>
                <a:spcPct val="150000"/>
              </a:lnSpc>
              <a:spcBef>
                <a:spcPts val="0"/>
              </a:spcBef>
              <a:spcAft>
                <a:spcPct val="15000"/>
              </a:spcAft>
              <a:buNone/>
            </a:pPr>
            <a:endParaRPr lang="en-US" sz="16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0" indent="0" defTabSz="711200">
              <a:lnSpc>
                <a:spcPct val="10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a:lnSpc>
                <a:spcPct val="100000"/>
              </a:lnSpc>
              <a:spcBef>
                <a:spcPts val="0"/>
              </a:spcBef>
              <a:spcAft>
                <a:spcPct val="15000"/>
              </a:spcAft>
              <a:buClr>
                <a:srgbClr val="808080"/>
              </a:buClr>
              <a:buNone/>
            </a:pPr>
            <a:endParaRPr lang="en-US" sz="1400" dirty="0">
              <a:solidFill>
                <a:srgbClr val="000000"/>
              </a:solidFill>
              <a:latin typeface="Calibri"/>
              <a:cs typeface="Calibri"/>
            </a:endParaRPr>
          </a:p>
          <a:p>
            <a:pPr marL="0" indent="0">
              <a:buNone/>
            </a:pPr>
            <a:endParaRPr lang="en-US" sz="1800" dirty="0"/>
          </a:p>
        </p:txBody>
      </p:sp>
      <p:pic>
        <p:nvPicPr>
          <p:cNvPr id="3" name="Picture 2">
            <a:extLst>
              <a:ext uri="{FF2B5EF4-FFF2-40B4-BE49-F238E27FC236}">
                <a16:creationId xmlns:a16="http://schemas.microsoft.com/office/drawing/2014/main" id="{899CA770-D92A-3DF3-6276-7E9AAC63ADB5}"/>
              </a:ext>
            </a:extLst>
          </p:cNvPr>
          <p:cNvPicPr>
            <a:picLocks noChangeAspect="1"/>
          </p:cNvPicPr>
          <p:nvPr/>
        </p:nvPicPr>
        <p:blipFill>
          <a:blip r:embed="rId3"/>
          <a:stretch>
            <a:fillRect/>
          </a:stretch>
        </p:blipFill>
        <p:spPr>
          <a:xfrm>
            <a:off x="384309" y="1337157"/>
            <a:ext cx="10345594" cy="5087060"/>
          </a:xfrm>
          <a:prstGeom prst="rect">
            <a:avLst/>
          </a:prstGeom>
        </p:spPr>
      </p:pic>
      <p:sp>
        <p:nvSpPr>
          <p:cNvPr id="8" name="TextBox 7">
            <a:extLst>
              <a:ext uri="{FF2B5EF4-FFF2-40B4-BE49-F238E27FC236}">
                <a16:creationId xmlns:a16="http://schemas.microsoft.com/office/drawing/2014/main" id="{98364F5E-7F4C-316D-C9EC-6877621463EC}"/>
              </a:ext>
            </a:extLst>
          </p:cNvPr>
          <p:cNvSpPr txBox="1"/>
          <p:nvPr/>
        </p:nvSpPr>
        <p:spPr>
          <a:xfrm>
            <a:off x="204848" y="1032036"/>
            <a:ext cx="6119446" cy="369332"/>
          </a:xfrm>
          <a:prstGeom prst="rect">
            <a:avLst/>
          </a:prstGeom>
          <a:noFill/>
        </p:spPr>
        <p:txBody>
          <a:bodyPr wrap="square">
            <a:spAutoFit/>
          </a:bodyPr>
          <a:lstStyle/>
          <a:p>
            <a:pPr marL="0" lvl="2" indent="0">
              <a:lnSpc>
                <a:spcPct val="100000"/>
              </a:lnSpc>
              <a:spcBef>
                <a:spcPts val="600"/>
              </a:spcBef>
              <a:spcAft>
                <a:spcPct val="15000"/>
              </a:spcAft>
              <a:buNone/>
              <a:tabLst>
                <a:tab pos="227013" algn="l"/>
              </a:tabLst>
            </a:pPr>
            <a:r>
              <a:rPr lang="en-US" b="1" dirty="0">
                <a:solidFill>
                  <a:schemeClr val="accent2"/>
                </a:solidFill>
                <a:latin typeface="Calibri" panose="020F0502020204030204" pitchFamily="34" charset="0"/>
                <a:cs typeface="Calibri" panose="020F0502020204030204" pitchFamily="34" charset="0"/>
              </a:rPr>
              <a:t>MISCELLANEOUS</a:t>
            </a:r>
          </a:p>
        </p:txBody>
      </p:sp>
      <p:pic>
        <p:nvPicPr>
          <p:cNvPr id="10" name="Picture 9">
            <a:extLst>
              <a:ext uri="{FF2B5EF4-FFF2-40B4-BE49-F238E27FC236}">
                <a16:creationId xmlns:a16="http://schemas.microsoft.com/office/drawing/2014/main" id="{E2F32847-CFA0-5AE7-FC3B-50BBD3B5CFDC}"/>
              </a:ext>
            </a:extLst>
          </p:cNvPr>
          <p:cNvPicPr>
            <a:picLocks noChangeAspect="1"/>
          </p:cNvPicPr>
          <p:nvPr/>
        </p:nvPicPr>
        <p:blipFill>
          <a:blip r:embed="rId3"/>
          <a:stretch>
            <a:fillRect/>
          </a:stretch>
        </p:blipFill>
        <p:spPr>
          <a:xfrm>
            <a:off x="563770" y="1337157"/>
            <a:ext cx="10345594" cy="5087060"/>
          </a:xfrm>
          <a:prstGeom prst="rect">
            <a:avLst/>
          </a:prstGeom>
        </p:spPr>
      </p:pic>
    </p:spTree>
    <p:extLst>
      <p:ext uri="{BB962C8B-B14F-4D97-AF65-F5344CB8AC3E}">
        <p14:creationId xmlns:p14="http://schemas.microsoft.com/office/powerpoint/2010/main" val="271039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543B8-5935-2234-32F6-2AEA4B8425C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B41996-E8DF-AC39-BB69-8F76BFB320B3}"/>
              </a:ext>
            </a:extLst>
          </p:cNvPr>
          <p:cNvSpPr>
            <a:spLocks noGrp="1"/>
          </p:cNvSpPr>
          <p:nvPr>
            <p:ph type="sldNum" sz="quarter" idx="12"/>
          </p:nvPr>
        </p:nvSpPr>
        <p:spPr/>
        <p:txBody>
          <a:bodyPr/>
          <a:lstStyle/>
          <a:p>
            <a:fld id="{F6399DB0-1606-4A34-A4F1-BB3CBF9AAD12}" type="slidenum">
              <a:rPr lang="en-US" smtClean="0"/>
              <a:t>17</a:t>
            </a:fld>
            <a:endParaRPr lang="en-US" dirty="0"/>
          </a:p>
        </p:txBody>
      </p:sp>
      <p:sp>
        <p:nvSpPr>
          <p:cNvPr id="5" name="Title 4">
            <a:extLst>
              <a:ext uri="{FF2B5EF4-FFF2-40B4-BE49-F238E27FC236}">
                <a16:creationId xmlns:a16="http://schemas.microsoft.com/office/drawing/2014/main" id="{E15E34DB-514F-4DFC-5364-0A6F21DD3DE7}"/>
              </a:ext>
            </a:extLst>
          </p:cNvPr>
          <p:cNvSpPr>
            <a:spLocks noGrp="1"/>
          </p:cNvSpPr>
          <p:nvPr>
            <p:ph type="title"/>
          </p:nvPr>
        </p:nvSpPr>
        <p:spPr>
          <a:xfrm>
            <a:off x="204848" y="497543"/>
            <a:ext cx="10481760" cy="594360"/>
          </a:xfrm>
        </p:spPr>
        <p:txBody>
          <a:bodyPr/>
          <a:lstStyle/>
          <a:p>
            <a:r>
              <a:rPr lang="en-US" b="0" dirty="0"/>
              <a:t>Team</a:t>
            </a:r>
            <a:r>
              <a:rPr lang="en-US" dirty="0"/>
              <a:t> </a:t>
            </a:r>
            <a:r>
              <a:rPr lang="en-US" b="0" dirty="0"/>
              <a:t>Everest Updates – Completed Work </a:t>
            </a:r>
            <a:r>
              <a:rPr lang="en-US" dirty="0">
                <a:solidFill>
                  <a:srgbClr val="FF0000"/>
                </a:solidFill>
              </a:rPr>
              <a:t>Value</a:t>
            </a:r>
            <a:endParaRPr lang="en-US" b="0" dirty="0">
              <a:solidFill>
                <a:srgbClr val="FF0000"/>
              </a:solidFill>
            </a:endParaRPr>
          </a:p>
        </p:txBody>
      </p:sp>
      <p:sp>
        <p:nvSpPr>
          <p:cNvPr id="6" name="Footer Placeholder 2">
            <a:extLst>
              <a:ext uri="{FF2B5EF4-FFF2-40B4-BE49-F238E27FC236}">
                <a16:creationId xmlns:a16="http://schemas.microsoft.com/office/drawing/2014/main" id="{34DAB1FD-0F7F-CCE5-4991-745B313AF699}"/>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8310FDB9-F6DD-A462-B863-3C3F4ACE0D32}"/>
              </a:ext>
            </a:extLst>
          </p:cNvPr>
          <p:cNvSpPr>
            <a:spLocks noGrp="1"/>
          </p:cNvSpPr>
          <p:nvPr>
            <p:ph idx="1"/>
          </p:nvPr>
        </p:nvSpPr>
        <p:spPr>
          <a:xfrm>
            <a:off x="384309" y="968276"/>
            <a:ext cx="11423382" cy="4921448"/>
          </a:xfrm>
        </p:spPr>
        <p:txBody>
          <a:bodyPr/>
          <a:lstStyle/>
          <a:p>
            <a:pPr marL="0" lvl="2" indent="0">
              <a:lnSpc>
                <a:spcPct val="100000"/>
              </a:lnSpc>
              <a:spcBef>
                <a:spcPts val="600"/>
              </a:spcBef>
              <a:buNone/>
              <a:tabLst>
                <a:tab pos="227013" algn="l"/>
              </a:tabLst>
            </a:pPr>
            <a:endParaRPr lang="en-US" sz="1600"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endParaRPr lang="en-US" sz="1000" dirty="0">
              <a:solidFill>
                <a:srgbClr val="000000"/>
              </a:solidFill>
              <a:latin typeface="Calibri" panose="020F0502020204030204" pitchFamily="34" charset="0"/>
              <a:cs typeface="Calibri" panose="020F0502020204030204" pitchFamily="34" charset="0"/>
            </a:endParaRPr>
          </a:p>
          <a:p>
            <a:pPr marL="225425" lvl="3" indent="0">
              <a:lnSpc>
                <a:spcPct val="100000"/>
              </a:lnSpc>
              <a:spcBef>
                <a:spcPts val="600"/>
              </a:spcBef>
              <a:spcAft>
                <a:spcPct val="15000"/>
              </a:spcAft>
              <a:buNone/>
              <a:tabLst>
                <a:tab pos="463550" algn="l"/>
              </a:tabLst>
            </a:pPr>
            <a:endParaRPr lang="en-US"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0"/>
              </a:spcBef>
              <a:buNone/>
            </a:pPr>
            <a:endParaRPr lang="en-US" sz="800"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endParaRPr lang="en-US" sz="1200" b="1" dirty="0">
              <a:solidFill>
                <a:schemeClr val="accent2"/>
              </a:solidFill>
              <a:latin typeface="Calibri" panose="020F0502020204030204" pitchFamily="34" charset="0"/>
              <a:cs typeface="Calibri" panose="020F0502020204030204" pitchFamily="34" charset="0"/>
            </a:endParaRPr>
          </a:p>
          <a:p>
            <a:pPr marL="0" indent="0" defTabSz="711200">
              <a:lnSpc>
                <a:spcPct val="150000"/>
              </a:lnSpc>
              <a:spcBef>
                <a:spcPts val="0"/>
              </a:spcBef>
              <a:spcAft>
                <a:spcPct val="15000"/>
              </a:spcAft>
              <a:buNone/>
            </a:pPr>
            <a:endParaRPr lang="en-US" sz="16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defTabSz="711200">
              <a:lnSpc>
                <a:spcPct val="15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0" indent="0" defTabSz="711200">
              <a:lnSpc>
                <a:spcPct val="100000"/>
              </a:lnSpc>
              <a:spcBef>
                <a:spcPts val="0"/>
              </a:spcBef>
              <a:spcAft>
                <a:spcPct val="15000"/>
              </a:spcAft>
              <a:buNone/>
            </a:pPr>
            <a:endParaRPr lang="en-US" sz="1400" dirty="0">
              <a:latin typeface="Calibri" panose="020F0502020204030204" pitchFamily="34" charset="0"/>
              <a:cs typeface="Calibri" panose="020F0502020204030204" pitchFamily="34" charset="0"/>
            </a:endParaRPr>
          </a:p>
          <a:p>
            <a:pPr marL="274320" lvl="1" indent="0">
              <a:lnSpc>
                <a:spcPct val="100000"/>
              </a:lnSpc>
              <a:spcBef>
                <a:spcPts val="0"/>
              </a:spcBef>
              <a:spcAft>
                <a:spcPct val="15000"/>
              </a:spcAft>
              <a:buClr>
                <a:srgbClr val="808080"/>
              </a:buClr>
              <a:buNone/>
            </a:pPr>
            <a:endParaRPr lang="en-US" sz="1400" dirty="0">
              <a:solidFill>
                <a:srgbClr val="000000"/>
              </a:solidFill>
              <a:latin typeface="Calibri"/>
              <a:cs typeface="Calibri"/>
            </a:endParaRPr>
          </a:p>
          <a:p>
            <a:pPr marL="0" indent="0">
              <a:buNone/>
            </a:pPr>
            <a:endParaRPr lang="en-US" sz="1800" dirty="0"/>
          </a:p>
        </p:txBody>
      </p:sp>
      <p:sp>
        <p:nvSpPr>
          <p:cNvPr id="8" name="TextBox 7">
            <a:extLst>
              <a:ext uri="{FF2B5EF4-FFF2-40B4-BE49-F238E27FC236}">
                <a16:creationId xmlns:a16="http://schemas.microsoft.com/office/drawing/2014/main" id="{111A7538-1EBD-037D-97FE-5DBF56B0E52F}"/>
              </a:ext>
            </a:extLst>
          </p:cNvPr>
          <p:cNvSpPr txBox="1"/>
          <p:nvPr/>
        </p:nvSpPr>
        <p:spPr>
          <a:xfrm>
            <a:off x="204847" y="1032036"/>
            <a:ext cx="11356635" cy="3796424"/>
          </a:xfrm>
          <a:prstGeom prst="rect">
            <a:avLst/>
          </a:prstGeom>
          <a:noFill/>
        </p:spPr>
        <p:txBody>
          <a:bodyPr wrap="square">
            <a:spAutoFit/>
          </a:bodyPr>
          <a:lstStyle/>
          <a:p>
            <a:pPr marL="0" lvl="2" indent="0">
              <a:lnSpc>
                <a:spcPct val="100000"/>
              </a:lnSpc>
              <a:spcBef>
                <a:spcPts val="600"/>
              </a:spcBef>
              <a:spcAft>
                <a:spcPct val="15000"/>
              </a:spcAft>
              <a:buNone/>
              <a:tabLst>
                <a:tab pos="227013" algn="l"/>
              </a:tabLst>
            </a:pPr>
            <a:r>
              <a:rPr lang="en-US" b="1" dirty="0">
                <a:solidFill>
                  <a:schemeClr val="accent2"/>
                </a:solidFill>
                <a:latin typeface="Calibri" panose="020F0502020204030204" pitchFamily="34" charset="0"/>
                <a:cs typeface="Calibri" panose="020F0502020204030204" pitchFamily="34" charset="0"/>
              </a:rPr>
              <a:t>MISCELLANEOUS</a:t>
            </a:r>
          </a:p>
          <a:p>
            <a:pPr marL="285750" lvl="2" indent="-285750">
              <a:spcBef>
                <a:spcPts val="600"/>
              </a:spcBef>
              <a:spcAft>
                <a:spcPct val="15000"/>
              </a:spcAft>
              <a:buFont typeface="Arial" panose="020B0604020202020204" pitchFamily="34" charset="0"/>
              <a:buChar char="•"/>
              <a:tabLst>
                <a:tab pos="227013" algn="l"/>
              </a:tabLst>
            </a:pPr>
            <a:r>
              <a:rPr lang="en-US" sz="1600" dirty="0">
                <a:solidFill>
                  <a:srgbClr val="000000"/>
                </a:solidFill>
                <a:latin typeface="Calibri" panose="020F0502020204030204" pitchFamily="34" charset="0"/>
                <a:cs typeface="Calibri" panose="020F0502020204030204" pitchFamily="34" charset="0"/>
              </a:rPr>
              <a:t>The improved process for generating documents has now been applied to every aspect of PAS in the DEV and QA environment. This will be in production once it has been decided PDF Reactor can roll, waiting on other IT Scrum teams to complete their testing/validation.</a:t>
            </a:r>
          </a:p>
          <a:p>
            <a:pPr marL="285750" lvl="2" indent="-285750">
              <a:spcBef>
                <a:spcPts val="600"/>
              </a:spcBef>
              <a:spcAft>
                <a:spcPct val="15000"/>
              </a:spcAft>
              <a:buFont typeface="Arial" panose="020B0604020202020204" pitchFamily="34" charset="0"/>
              <a:buChar char="•"/>
              <a:tabLst>
                <a:tab pos="227013" algn="l"/>
              </a:tabLst>
            </a:pPr>
            <a:r>
              <a:rPr lang="en-US" sz="1600" dirty="0">
                <a:solidFill>
                  <a:srgbClr val="000000"/>
                </a:solidFill>
                <a:latin typeface="Calibri" panose="020F0502020204030204" pitchFamily="34" charset="0"/>
                <a:cs typeface="Calibri" panose="020F0502020204030204" pitchFamily="34" charset="0"/>
              </a:rPr>
              <a:t>Allowed ERISA PAS team to test their SECURE 2.0 wizard changes for all Defined Benefit plan types.</a:t>
            </a:r>
          </a:p>
          <a:p>
            <a:pPr marL="285750" lvl="2" indent="-285750">
              <a:spcBef>
                <a:spcPts val="600"/>
              </a:spcBef>
              <a:spcAft>
                <a:spcPct val="15000"/>
              </a:spcAft>
              <a:buFont typeface="Arial" panose="020B0604020202020204" pitchFamily="34" charset="0"/>
              <a:buChar char="•"/>
              <a:tabLst>
                <a:tab pos="227013" algn="l"/>
              </a:tabLst>
            </a:pPr>
            <a:r>
              <a:rPr lang="en-US" sz="1600" dirty="0">
                <a:solidFill>
                  <a:srgbClr val="000000"/>
                </a:solidFill>
                <a:latin typeface="Calibri" panose="020F0502020204030204" pitchFamily="34" charset="0"/>
                <a:cs typeface="Calibri" panose="020F0502020204030204" pitchFamily="34" charset="0"/>
              </a:rPr>
              <a:t>We have 38 Cycle 3 plans and 1 403(b) plan that are considered MEP, updated these plans in Production to note them as such. Allows our internal users to quickly identify a plan as being a MEP plan.</a:t>
            </a:r>
          </a:p>
          <a:p>
            <a:pPr marL="285750" lvl="2" indent="-285750">
              <a:spcBef>
                <a:spcPts val="600"/>
              </a:spcBef>
              <a:spcAft>
                <a:spcPct val="15000"/>
              </a:spcAft>
              <a:buFont typeface="Arial" panose="020B0604020202020204" pitchFamily="34" charset="0"/>
              <a:buChar char="•"/>
              <a:tabLst>
                <a:tab pos="227013" algn="l"/>
              </a:tabLst>
            </a:pPr>
            <a:r>
              <a:rPr lang="en-US" sz="1600" dirty="0">
                <a:solidFill>
                  <a:srgbClr val="000000"/>
                </a:solidFill>
                <a:latin typeface="Calibri" panose="020F0502020204030204" pitchFamily="34" charset="0"/>
                <a:cs typeface="Calibri" panose="020F0502020204030204" pitchFamily="34" charset="0"/>
              </a:rPr>
              <a:t>Applied new logic for SmartStart plans for Cycle 3 MEP. Anticipate from business one more update before considered complete. This will allow MEP plans being onboarded to be set up in PAS in an automated process once the first sponsoring entity plan has been created in PAS.</a:t>
            </a:r>
          </a:p>
          <a:p>
            <a:pPr marL="285750" lvl="2" indent="-285750">
              <a:spcBef>
                <a:spcPts val="600"/>
              </a:spcBef>
              <a:spcAft>
                <a:spcPct val="15000"/>
              </a:spcAft>
              <a:buFont typeface="Arial" panose="020B0604020202020204" pitchFamily="34" charset="0"/>
              <a:buChar char="•"/>
              <a:tabLst>
                <a:tab pos="227013" algn="l"/>
              </a:tabLst>
            </a:pPr>
            <a:endParaRPr lang="en-US" sz="1600" dirty="0">
              <a:solidFill>
                <a:srgbClr val="000000"/>
              </a:solidFill>
              <a:latin typeface="Calibri" panose="020F0502020204030204" pitchFamily="34" charset="0"/>
              <a:cs typeface="Calibri" panose="020F0502020204030204" pitchFamily="34" charset="0"/>
            </a:endParaRPr>
          </a:p>
          <a:p>
            <a:pPr marL="0" lvl="2" indent="0">
              <a:lnSpc>
                <a:spcPct val="100000"/>
              </a:lnSpc>
              <a:spcBef>
                <a:spcPts val="600"/>
              </a:spcBef>
              <a:spcAft>
                <a:spcPct val="15000"/>
              </a:spcAft>
              <a:buNone/>
              <a:tabLst>
                <a:tab pos="227013" algn="l"/>
              </a:tabLst>
            </a:pPr>
            <a:endParaRPr lang="en-US" b="1" dirty="0">
              <a:solidFill>
                <a:schemeClr val="accent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94993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35F7F-A48F-FBA4-8039-58C9DB1A7F2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66849F-9575-5C67-058C-DCBB4671C7F6}"/>
              </a:ext>
            </a:extLst>
          </p:cNvPr>
          <p:cNvSpPr>
            <a:spLocks noGrp="1"/>
          </p:cNvSpPr>
          <p:nvPr>
            <p:ph type="sldNum" sz="quarter" idx="12"/>
          </p:nvPr>
        </p:nvSpPr>
        <p:spPr/>
        <p:txBody>
          <a:bodyPr/>
          <a:lstStyle/>
          <a:p>
            <a:fld id="{F6399DB0-1606-4A34-A4F1-BB3CBF9AAD12}" type="slidenum">
              <a:rPr lang="en-US" smtClean="0"/>
              <a:t>18</a:t>
            </a:fld>
            <a:endParaRPr lang="en-US" dirty="0"/>
          </a:p>
        </p:txBody>
      </p:sp>
      <p:sp>
        <p:nvSpPr>
          <p:cNvPr id="5" name="Title 4">
            <a:extLst>
              <a:ext uri="{FF2B5EF4-FFF2-40B4-BE49-F238E27FC236}">
                <a16:creationId xmlns:a16="http://schemas.microsoft.com/office/drawing/2014/main" id="{634F8979-3B29-D42D-DBDC-94483100A31B}"/>
              </a:ext>
            </a:extLst>
          </p:cNvPr>
          <p:cNvSpPr>
            <a:spLocks noGrp="1"/>
          </p:cNvSpPr>
          <p:nvPr>
            <p:ph type="title"/>
          </p:nvPr>
        </p:nvSpPr>
        <p:spPr>
          <a:xfrm>
            <a:off x="297402" y="470977"/>
            <a:ext cx="10481760" cy="594360"/>
          </a:xfrm>
        </p:spPr>
        <p:txBody>
          <a:bodyPr/>
          <a:lstStyle/>
          <a:p>
            <a:r>
              <a:rPr lang="en-US" b="0" dirty="0"/>
              <a:t>Team</a:t>
            </a:r>
            <a:r>
              <a:rPr lang="en-US" dirty="0"/>
              <a:t> </a:t>
            </a:r>
            <a:r>
              <a:rPr lang="en-US" b="0" dirty="0"/>
              <a:t>Everest Sprint 7 - 2026 Goals</a:t>
            </a:r>
          </a:p>
        </p:txBody>
      </p:sp>
      <p:sp>
        <p:nvSpPr>
          <p:cNvPr id="6" name="Footer Placeholder 2">
            <a:extLst>
              <a:ext uri="{FF2B5EF4-FFF2-40B4-BE49-F238E27FC236}">
                <a16:creationId xmlns:a16="http://schemas.microsoft.com/office/drawing/2014/main" id="{7B321351-C4E7-F771-7F46-0447A3E4193F}"/>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sp>
        <p:nvSpPr>
          <p:cNvPr id="9" name="Content Placeholder 1">
            <a:extLst>
              <a:ext uri="{FF2B5EF4-FFF2-40B4-BE49-F238E27FC236}">
                <a16:creationId xmlns:a16="http://schemas.microsoft.com/office/drawing/2014/main" id="{21383A15-FD72-523B-244B-1160B2B7E54F}"/>
              </a:ext>
            </a:extLst>
          </p:cNvPr>
          <p:cNvSpPr txBox="1">
            <a:spLocks/>
          </p:cNvSpPr>
          <p:nvPr/>
        </p:nvSpPr>
        <p:spPr>
          <a:xfrm>
            <a:off x="375584" y="1065337"/>
            <a:ext cx="11010900" cy="5868242"/>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800"/>
              </a:spcBef>
              <a:buClr>
                <a:schemeClr val="tx1">
                  <a:lumMod val="50000"/>
                  <a:lumOff val="50000"/>
                </a:schemeClr>
              </a:buClr>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3pPr>
            <a:lvl4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4pPr>
            <a:lvl5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5pPr>
            <a:lvl6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6pPr>
            <a:lvl7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7pPr>
            <a:lvl8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8pPr>
            <a:lvl9pPr marL="731520" indent="-228600" algn="l" defTabSz="914400" rtl="0" eaLnBrk="1" latinLnBrk="0" hangingPunct="1">
              <a:lnSpc>
                <a:spcPct val="90000"/>
              </a:lnSpc>
              <a:spcBef>
                <a:spcPts val="1200"/>
              </a:spcBef>
              <a:buClr>
                <a:schemeClr val="tx1">
                  <a:lumMod val="50000"/>
                  <a:lumOff val="50000"/>
                </a:schemeClr>
              </a:buClr>
              <a:buFont typeface="Arial" panose="020B0604020202020204" pitchFamily="34" charset="0"/>
              <a:buChar char="•"/>
              <a:defRPr sz="1600" kern="1200">
                <a:solidFill>
                  <a:schemeClr val="tx1"/>
                </a:solidFill>
                <a:latin typeface="+mn-lt"/>
                <a:ea typeface="+mn-ea"/>
                <a:cs typeface="+mn-cs"/>
              </a:defRPr>
            </a:lvl9pPr>
          </a:lstStyle>
          <a:p>
            <a:pPr marL="0" indent="0">
              <a:buNone/>
            </a:pPr>
            <a:r>
              <a:rPr lang="en-US" u="sng" dirty="0">
                <a:latin typeface="Calibri" panose="020F0502020204030204" pitchFamily="34" charset="0"/>
                <a:ea typeface="Calibri" panose="020F0502020204030204" pitchFamily="34" charset="0"/>
                <a:cs typeface="Calibri" panose="020F0502020204030204" pitchFamily="34" charset="0"/>
              </a:rPr>
              <a:t>Mass Delivery &amp; Tracking Tool</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Create the Expired Package/Document process </a:t>
            </a:r>
            <a:r>
              <a:rPr lang="en-US" sz="1400" b="1" dirty="0">
                <a:solidFill>
                  <a:srgbClr val="FF0000"/>
                </a:solidFill>
                <a:latin typeface="Calibri" panose="020F0502020204030204" pitchFamily="34" charset="0"/>
                <a:ea typeface="Calibri" panose="020F0502020204030204" pitchFamily="34" charset="0"/>
                <a:cs typeface="Calibri" panose="020F0502020204030204" pitchFamily="34" charset="0"/>
              </a:rPr>
              <a:t>Done!</a:t>
            </a: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Create the Decline to Sign Process (including Chorus workflow) </a:t>
            </a:r>
            <a:r>
              <a:rPr lang="en-US" sz="1400" b="1" dirty="0">
                <a:solidFill>
                  <a:srgbClr val="FF0000"/>
                </a:solidFill>
                <a:latin typeface="Calibri" panose="020F0502020204030204" pitchFamily="34" charset="0"/>
                <a:ea typeface="Calibri" panose="020F0502020204030204" pitchFamily="34" charset="0"/>
                <a:cs typeface="Calibri" panose="020F0502020204030204" pitchFamily="34" charset="0"/>
              </a:rPr>
              <a:t>In Process</a:t>
            </a: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Load testing for Document Generation (PAS) </a:t>
            </a:r>
            <a:r>
              <a:rPr lang="en-US" sz="1400" b="1" dirty="0">
                <a:solidFill>
                  <a:srgbClr val="FF0000"/>
                </a:solidFill>
                <a:latin typeface="Calibri" panose="020F0502020204030204" pitchFamily="34" charset="0"/>
                <a:ea typeface="Calibri" panose="020F0502020204030204" pitchFamily="34" charset="0"/>
                <a:cs typeface="Calibri" panose="020F0502020204030204" pitchFamily="34" charset="0"/>
              </a:rPr>
              <a:t>In Process</a:t>
            </a: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Create Abort batch process (back end) </a:t>
            </a:r>
            <a:r>
              <a:rPr lang="en-US" sz="1400" b="1" dirty="0">
                <a:solidFill>
                  <a:srgbClr val="FF0000"/>
                </a:solidFill>
                <a:latin typeface="Calibri" panose="020F0502020204030204" pitchFamily="34" charset="0"/>
                <a:ea typeface="Calibri" panose="020F0502020204030204" pitchFamily="34" charset="0"/>
                <a:cs typeface="Calibri" panose="020F0502020204030204" pitchFamily="34" charset="0"/>
              </a:rPr>
              <a:t>Done!</a:t>
            </a: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Build process for routing and processing of eSignature </a:t>
            </a:r>
            <a:r>
              <a:rPr lang="en-US" sz="1400" b="1" dirty="0">
                <a:solidFill>
                  <a:srgbClr val="FF0000"/>
                </a:solidFill>
                <a:latin typeface="Calibri" panose="020F0502020204030204" pitchFamily="34" charset="0"/>
                <a:ea typeface="Calibri" panose="020F0502020204030204" pitchFamily="34" charset="0"/>
                <a:cs typeface="Calibri" panose="020F0502020204030204" pitchFamily="34" charset="0"/>
              </a:rPr>
              <a:t>Done!</a:t>
            </a:r>
            <a:endParaRPr lang="en-US" sz="14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spcBef>
                <a:spcPts val="0"/>
              </a:spcBef>
              <a:buNone/>
            </a:pP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u="sng" dirty="0">
                <a:latin typeface="Calibri" panose="020F0502020204030204" pitchFamily="34" charset="0"/>
                <a:ea typeface="Calibri" panose="020F0502020204030204" pitchFamily="34" charset="0"/>
                <a:cs typeface="Calibri" panose="020F0502020204030204" pitchFamily="34" charset="0"/>
              </a:rPr>
              <a:t>Interim Amendment</a:t>
            </a:r>
          </a:p>
          <a:p>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Create workflow process for Chorus </a:t>
            </a:r>
            <a:r>
              <a:rPr lang="en-US" sz="1400" b="1" dirty="0">
                <a:solidFill>
                  <a:srgbClr val="FF0000"/>
                </a:solidFill>
                <a:latin typeface="Calibri" panose="020F0502020204030204" pitchFamily="34" charset="0"/>
                <a:ea typeface="Calibri" panose="020F0502020204030204" pitchFamily="34" charset="0"/>
                <a:cs typeface="Calibri" panose="020F0502020204030204" pitchFamily="34" charset="0"/>
              </a:rPr>
              <a:t>In Process</a:t>
            </a: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rPr>
              <a:t>Research how to adjust IMPACT workflow to accommodate Interim Amendment without adjusting BPM UX. </a:t>
            </a:r>
            <a:r>
              <a:rPr lang="en-US" sz="1400" b="1" dirty="0">
                <a:solidFill>
                  <a:srgbClr val="FF0000"/>
                </a:solidFill>
                <a:latin typeface="Calibri" panose="020F0502020204030204" pitchFamily="34" charset="0"/>
                <a:ea typeface="Calibri" panose="020F0502020204030204" pitchFamily="34" charset="0"/>
                <a:cs typeface="Calibri" panose="020F0502020204030204" pitchFamily="34" charset="0"/>
              </a:rPr>
              <a:t>Done!</a:t>
            </a: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6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b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spcAft>
                <a:spcPts val="800"/>
              </a:spcAft>
            </a:pP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spcAft>
                <a:spcPts val="800"/>
              </a:spcAft>
            </a:pP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400"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55110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screenshot of a document registration form&#10;&#10;Description automatically generated">
            <a:extLst>
              <a:ext uri="{FF2B5EF4-FFF2-40B4-BE49-F238E27FC236}">
                <a16:creationId xmlns:a16="http://schemas.microsoft.com/office/drawing/2014/main" id="{46912094-EEEC-08FE-8E43-AE53E3834A0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6204" b="6204"/>
          <a:stretch>
            <a:fillRect/>
          </a:stretch>
        </p:blipFill>
        <p:spPr>
          <a:xfrm>
            <a:off x="1608450" y="2"/>
            <a:ext cx="10583550" cy="6857998"/>
          </a:xfrm>
        </p:spPr>
      </p:pic>
      <p:sp>
        <p:nvSpPr>
          <p:cNvPr id="3" name="Media Placeholder 2">
            <a:extLst>
              <a:ext uri="{FF2B5EF4-FFF2-40B4-BE49-F238E27FC236}">
                <a16:creationId xmlns:a16="http://schemas.microsoft.com/office/drawing/2014/main" id="{F0FD2867-4ADF-54F2-B6A8-E8B877124B2F}"/>
              </a:ext>
            </a:extLst>
          </p:cNvPr>
          <p:cNvSpPr>
            <a:spLocks noGrp="1"/>
          </p:cNvSpPr>
          <p:nvPr>
            <p:ph type="media" sz="quarter" idx="11"/>
          </p:nvPr>
        </p:nvSpPr>
        <p:spPr>
          <a:xfrm>
            <a:off x="1608451" y="0"/>
            <a:ext cx="4487549" cy="6858002"/>
          </a:xfrm>
        </p:spPr>
        <p:txBody>
          <a:bodyPr/>
          <a:lstStyle/>
          <a:p>
            <a:endParaRPr lang="en-US" dirty="0"/>
          </a:p>
        </p:txBody>
      </p:sp>
      <p:sp>
        <p:nvSpPr>
          <p:cNvPr id="8" name="Title 3">
            <a:extLst>
              <a:ext uri="{FF2B5EF4-FFF2-40B4-BE49-F238E27FC236}">
                <a16:creationId xmlns:a16="http://schemas.microsoft.com/office/drawing/2014/main" id="{326AE6E4-1D62-D378-90C4-76C5EFDBB6DE}"/>
              </a:ext>
            </a:extLst>
          </p:cNvPr>
          <p:cNvSpPr txBox="1">
            <a:spLocks/>
          </p:cNvSpPr>
          <p:nvPr/>
        </p:nvSpPr>
        <p:spPr>
          <a:xfrm>
            <a:off x="835136" y="814914"/>
            <a:ext cx="2851039" cy="884775"/>
          </a:xfrm>
          <a:prstGeom prst="rect">
            <a:avLst/>
          </a:prstGeom>
        </p:spPr>
        <p:txBody>
          <a:bodyPr vert="horz" lIns="0" tIns="0" rIns="0" bIns="0" rtlCol="0" anchor="t">
            <a:noAutofit/>
          </a:bodyPr>
          <a:lstStyle>
            <a:lvl1pPr algn="r" defTabSz="914400" rtl="0" eaLnBrk="1" latinLnBrk="0" hangingPunct="1">
              <a:lnSpc>
                <a:spcPct val="100000"/>
              </a:lnSpc>
              <a:spcBef>
                <a:spcPct val="0"/>
              </a:spcBef>
              <a:buNone/>
              <a:defRPr sz="4000" b="1" kern="1200">
                <a:solidFill>
                  <a:schemeClr val="tx2"/>
                </a:solidFill>
                <a:latin typeface="+mj-lt"/>
                <a:ea typeface="+mj-ea"/>
                <a:cs typeface="+mj-cs"/>
              </a:defRPr>
            </a:lvl1pPr>
          </a:lstStyle>
          <a:p>
            <a:pPr algn="l"/>
            <a:r>
              <a:rPr lang="en-US" dirty="0"/>
              <a:t>DEMO</a:t>
            </a:r>
          </a:p>
        </p:txBody>
      </p:sp>
      <p:sp>
        <p:nvSpPr>
          <p:cNvPr id="9" name="Text Placeholder 4">
            <a:extLst>
              <a:ext uri="{FF2B5EF4-FFF2-40B4-BE49-F238E27FC236}">
                <a16:creationId xmlns:a16="http://schemas.microsoft.com/office/drawing/2014/main" id="{73F13DA2-A889-DF95-CAB9-64A6035D4357}"/>
              </a:ext>
            </a:extLst>
          </p:cNvPr>
          <p:cNvSpPr txBox="1">
            <a:spLocks/>
          </p:cNvSpPr>
          <p:nvPr/>
        </p:nvSpPr>
        <p:spPr>
          <a:xfrm>
            <a:off x="835135" y="1439083"/>
            <a:ext cx="3003438" cy="198991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1pPr>
            <a:lvl2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2pPr>
            <a:lvl3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3pPr>
            <a:lvl4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4pPr>
            <a:lvl5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5pPr>
            <a:lvl6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6pPr>
            <a:lvl7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7pPr>
            <a:lvl8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8pPr>
            <a:lvl9pPr marL="0" indent="0" algn="l" defTabSz="914400" rtl="0" eaLnBrk="1" latinLnBrk="0" hangingPunct="1">
              <a:lnSpc>
                <a:spcPct val="100000"/>
              </a:lnSpc>
              <a:spcBef>
                <a:spcPts val="0"/>
              </a:spcBef>
              <a:buClr>
                <a:schemeClr val="tx1">
                  <a:lumMod val="50000"/>
                  <a:lumOff val="50000"/>
                </a:schemeClr>
              </a:buClr>
              <a:buFont typeface="Arial" panose="020B0604020202020204" pitchFamily="34" charset="0"/>
              <a:buNone/>
              <a:defRPr sz="1800" kern="1200">
                <a:solidFill>
                  <a:schemeClr val="tx1">
                    <a:lumMod val="50000"/>
                    <a:lumOff val="50000"/>
                  </a:schemeClr>
                </a:solidFill>
                <a:latin typeface="+mn-lt"/>
                <a:ea typeface="+mn-ea"/>
                <a:cs typeface="+mn-cs"/>
              </a:defRPr>
            </a:lvl9pPr>
          </a:lstStyle>
          <a:p>
            <a:r>
              <a:rPr lang="en-US" b="1" dirty="0"/>
              <a:t>Hugo Oliveira</a:t>
            </a:r>
          </a:p>
          <a:p>
            <a:r>
              <a:rPr lang="en-US" b="1" dirty="0"/>
              <a:t>Dalmiro Huete</a:t>
            </a:r>
          </a:p>
          <a:p>
            <a:endParaRPr lang="en-US" b="1" dirty="0"/>
          </a:p>
        </p:txBody>
      </p:sp>
    </p:spTree>
    <p:extLst>
      <p:ext uri="{BB962C8B-B14F-4D97-AF65-F5344CB8AC3E}">
        <p14:creationId xmlns:p14="http://schemas.microsoft.com/office/powerpoint/2010/main" val="4266182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2CDF87-943D-B98D-0D6A-C88EAD58434B}"/>
              </a:ext>
            </a:extLst>
          </p:cNvPr>
          <p:cNvSpPr>
            <a:spLocks noGrp="1"/>
          </p:cNvSpPr>
          <p:nvPr>
            <p:ph idx="1"/>
          </p:nvPr>
        </p:nvSpPr>
        <p:spPr>
          <a:xfrm>
            <a:off x="375584" y="1151834"/>
            <a:ext cx="11010900" cy="4248069"/>
          </a:xfrm>
        </p:spPr>
        <p:txBody>
          <a:bodyPr vert="horz" lIns="0" tIns="0" rIns="0" bIns="0" rtlCol="0" anchor="t">
            <a:noAutofit/>
          </a:bodyPr>
          <a:lstStyle/>
          <a:p>
            <a:pPr marL="0" indent="0">
              <a:lnSpc>
                <a:spcPct val="100000"/>
              </a:lnSpc>
              <a:spcBef>
                <a:spcPts val="0"/>
              </a:spcBef>
              <a:buNone/>
            </a:pPr>
            <a:r>
              <a:rPr lang="en-US" sz="1600" b="1" dirty="0">
                <a:solidFill>
                  <a:schemeClr val="accent2"/>
                </a:solidFill>
                <a:latin typeface="Calibri" panose="020F0502020204030204" pitchFamily="34" charset="0"/>
                <a:cs typeface="Calibri" panose="020F0502020204030204" pitchFamily="34" charset="0"/>
              </a:rPr>
              <a:t>INTERIM AMENDMENT</a:t>
            </a:r>
            <a:endParaRPr lang="en-US" sz="1400" dirty="0">
              <a:latin typeface="Calibri" panose="020F0502020204030204" pitchFamily="34" charset="0"/>
              <a:cs typeface="Calibri" panose="020F0502020204030204" pitchFamily="34" charset="0"/>
            </a:endParaRPr>
          </a:p>
          <a:p>
            <a:pPr defTabSz="711200">
              <a:lnSpc>
                <a:spcPct val="150000"/>
              </a:lnSpc>
              <a:spcBef>
                <a:spcPts val="0"/>
              </a:spcBef>
              <a:spcAft>
                <a:spcPct val="15000"/>
              </a:spcAft>
              <a:buClr>
                <a:srgbClr val="808080"/>
              </a:buClr>
            </a:pPr>
            <a:r>
              <a:rPr lang="en-US" sz="1600" dirty="0">
                <a:solidFill>
                  <a:srgbClr val="000000"/>
                </a:solidFill>
                <a:latin typeface="Calibri"/>
                <a:ea typeface="Calibri"/>
                <a:cs typeface="Calibri"/>
              </a:rPr>
              <a:t>Always Display "Amend/Edit Interim Amendment" Button</a:t>
            </a:r>
            <a:endParaRPr lang="en-US" sz="1600" dirty="0">
              <a:solidFill>
                <a:srgbClr val="000000"/>
              </a:solidFill>
              <a:latin typeface="Calibri" panose="020F0502020204030204" pitchFamily="34" charset="0"/>
              <a:ea typeface="Calibri" panose="020F0502020204030204" pitchFamily="34" charset="0"/>
              <a:cs typeface="Calibri"/>
            </a:endParaRPr>
          </a:p>
          <a:p>
            <a:pPr defTabSz="711200">
              <a:lnSpc>
                <a:spcPct val="150000"/>
              </a:lnSpc>
              <a:spcBef>
                <a:spcPts val="0"/>
              </a:spcBef>
              <a:spcAft>
                <a:spcPct val="15000"/>
              </a:spcAft>
              <a:buClr>
                <a:srgbClr val="808080"/>
              </a:buClr>
            </a:pPr>
            <a:endParaRPr lang="en-US" sz="1600" dirty="0">
              <a:solidFill>
                <a:srgbClr val="000000"/>
              </a:solidFill>
              <a:latin typeface="Calibri" panose="020F0502020204030204" pitchFamily="34" charset="0"/>
              <a:ea typeface="Calibri" panose="020F0502020204030204" pitchFamily="34" charset="0"/>
              <a:cs typeface="Calibri"/>
            </a:endParaRPr>
          </a:p>
          <a:p>
            <a:pPr>
              <a:lnSpc>
                <a:spcPct val="150000"/>
              </a:lnSpc>
              <a:spcBef>
                <a:spcPts val="0"/>
              </a:spcBef>
              <a:spcAft>
                <a:spcPct val="15000"/>
              </a:spcAft>
              <a:buClr>
                <a:srgbClr val="808080"/>
              </a:buClr>
            </a:pPr>
            <a:endParaRPr lang="en-US" sz="1600" dirty="0">
              <a:solidFill>
                <a:srgbClr val="000000"/>
              </a:solidFill>
              <a:latin typeface="Calibri" panose="020F0502020204030204" pitchFamily="34" charset="0"/>
              <a:ea typeface="Calibri" panose="020F0502020204030204" pitchFamily="34" charset="0"/>
              <a:cs typeface="Calibri"/>
            </a:endParaRPr>
          </a:p>
          <a:p>
            <a:pPr marL="0" indent="0">
              <a:lnSpc>
                <a:spcPct val="100000"/>
              </a:lnSpc>
              <a:spcBef>
                <a:spcPts val="0"/>
              </a:spcBef>
              <a:buNone/>
            </a:pPr>
            <a:r>
              <a:rPr lang="en-US" sz="1600" b="1" dirty="0">
                <a:solidFill>
                  <a:schemeClr val="accent2"/>
                </a:solidFill>
                <a:latin typeface="Calibri"/>
                <a:ea typeface="Calibri"/>
                <a:cs typeface="Calibri"/>
              </a:rPr>
              <a:t>MASS DELIVERY AND TRACKING TOOL</a:t>
            </a:r>
          </a:p>
          <a:p>
            <a:pPr defTabSz="711200">
              <a:lnSpc>
                <a:spcPct val="150000"/>
              </a:lnSpc>
              <a:spcBef>
                <a:spcPts val="0"/>
              </a:spcBef>
              <a:spcAft>
                <a:spcPct val="15000"/>
              </a:spcAft>
              <a:buClr>
                <a:srgbClr val="808080"/>
              </a:buClr>
            </a:pPr>
            <a:r>
              <a:rPr lang="en-US" sz="1600" dirty="0">
                <a:solidFill>
                  <a:srgbClr val="000000"/>
                </a:solidFill>
                <a:latin typeface="Calibri"/>
                <a:ea typeface="Calibri"/>
                <a:cs typeface="Calibri"/>
              </a:rPr>
              <a:t>Load Testing Document Package Deliveries to Sertifi</a:t>
            </a:r>
            <a:endParaRPr lang="en-US" dirty="0"/>
          </a:p>
          <a:p>
            <a:pPr defTabSz="711200">
              <a:lnSpc>
                <a:spcPct val="150000"/>
              </a:lnSpc>
              <a:spcBef>
                <a:spcPts val="0"/>
              </a:spcBef>
              <a:spcAft>
                <a:spcPct val="15000"/>
              </a:spcAft>
              <a:buClr>
                <a:srgbClr val="808080"/>
              </a:buClr>
            </a:pPr>
            <a:r>
              <a:rPr lang="en-US" sz="1600" dirty="0">
                <a:solidFill>
                  <a:srgbClr val="000000"/>
                </a:solidFill>
                <a:latin typeface="Calibri"/>
                <a:ea typeface="Calibri"/>
                <a:cs typeface="Calibri"/>
              </a:rPr>
              <a:t>Chorus Workflow for Handling Failed Document Package Delivery</a:t>
            </a:r>
          </a:p>
          <a:p>
            <a:pPr defTabSz="711200">
              <a:lnSpc>
                <a:spcPct val="150000"/>
              </a:lnSpc>
              <a:spcBef>
                <a:spcPts val="0"/>
              </a:spcBef>
              <a:spcAft>
                <a:spcPct val="15000"/>
              </a:spcAft>
              <a:buClr>
                <a:srgbClr val="808080"/>
              </a:buClr>
            </a:pPr>
            <a:r>
              <a:rPr lang="en-US" sz="1600" dirty="0">
                <a:solidFill>
                  <a:srgbClr val="000000"/>
                </a:solidFill>
                <a:latin typeface="Calibri"/>
                <a:ea typeface="Calibri"/>
                <a:cs typeface="Calibri"/>
              </a:rPr>
              <a:t>Batch Abort Capability via UI</a:t>
            </a:r>
          </a:p>
          <a:p>
            <a:pPr marL="0" indent="0" defTabSz="711200">
              <a:lnSpc>
                <a:spcPct val="150000"/>
              </a:lnSpc>
              <a:spcBef>
                <a:spcPts val="0"/>
              </a:spcBef>
              <a:spcAft>
                <a:spcPct val="15000"/>
              </a:spcAft>
              <a:buClr>
                <a:srgbClr val="808080"/>
              </a:buClr>
              <a:buNone/>
            </a:pPr>
            <a:endParaRPr lang="en-US" sz="1600" dirty="0">
              <a:latin typeface="Calibri"/>
              <a:ea typeface="Calibri"/>
              <a:cs typeface="Calibri"/>
            </a:endParaRPr>
          </a:p>
          <a:p>
            <a:pPr marL="0" indent="0">
              <a:lnSpc>
                <a:spcPct val="150000"/>
              </a:lnSpc>
              <a:spcBef>
                <a:spcPts val="0"/>
              </a:spcBef>
              <a:spcAft>
                <a:spcPct val="15000"/>
              </a:spcAft>
              <a:buClr>
                <a:srgbClr val="808080"/>
              </a:buClr>
              <a:buNone/>
            </a:pPr>
            <a:endParaRPr lang="en-US" sz="1600" dirty="0">
              <a:solidFill>
                <a:srgbClr val="000000"/>
              </a:solidFill>
              <a:latin typeface="Calibri" panose="020F0502020204030204" pitchFamily="34" charset="0"/>
              <a:ea typeface="Calibri" panose="020F0502020204030204" pitchFamily="34" charset="0"/>
              <a:cs typeface="Calibri"/>
            </a:endParaRPr>
          </a:p>
          <a:p>
            <a:pPr defTabSz="711200">
              <a:lnSpc>
                <a:spcPct val="150000"/>
              </a:lnSpc>
              <a:spcBef>
                <a:spcPts val="0"/>
              </a:spcBef>
              <a:spcAft>
                <a:spcPct val="15000"/>
              </a:spcAft>
              <a:buClr>
                <a:srgbClr val="808080"/>
              </a:buClr>
            </a:pPr>
            <a:endParaRPr lang="en-US" sz="1600" dirty="0">
              <a:solidFill>
                <a:srgbClr val="000000"/>
              </a:solidFill>
              <a:latin typeface="Calibri" panose="020F0502020204030204" pitchFamily="34" charset="0"/>
              <a:ea typeface="Calibri" panose="020F0502020204030204" pitchFamily="34" charset="0"/>
              <a:cs typeface="Calibri"/>
            </a:endParaRPr>
          </a:p>
          <a:p>
            <a:pPr marL="0" indent="0" defTabSz="711200">
              <a:lnSpc>
                <a:spcPct val="100000"/>
              </a:lnSpc>
              <a:spcBef>
                <a:spcPts val="0"/>
              </a:spcBef>
              <a:buClr>
                <a:srgbClr val="000000">
                  <a:lumMod val="50000"/>
                  <a:lumOff val="50000"/>
                </a:srgbClr>
              </a:buClr>
              <a:buNone/>
            </a:pPr>
            <a:endParaRPr lang="en-US" sz="1600" b="1" dirty="0">
              <a:solidFill>
                <a:srgbClr val="026B84"/>
              </a:solidFill>
              <a:latin typeface="Calibri" panose="020F0502020204030204" pitchFamily="34" charset="0"/>
              <a:ea typeface="Calibri" panose="020F0502020204030204" pitchFamily="34" charset="0"/>
              <a:cs typeface="Calibri"/>
            </a:endParaRPr>
          </a:p>
          <a:p>
            <a:pPr defTabSz="711200">
              <a:lnSpc>
                <a:spcPct val="150000"/>
              </a:lnSpc>
              <a:spcBef>
                <a:spcPts val="0"/>
              </a:spcBef>
              <a:spcAft>
                <a:spcPct val="15000"/>
              </a:spcAft>
              <a:buClr>
                <a:srgbClr val="808080"/>
              </a:buClr>
              <a:tabLst>
                <a:tab pos="227013" algn="l"/>
              </a:tabLst>
            </a:pPr>
            <a:endParaRPr lang="en-US" sz="1600" dirty="0">
              <a:solidFill>
                <a:srgbClr val="000000"/>
              </a:solidFill>
              <a:latin typeface="Calibri" panose="020F0502020204030204" pitchFamily="34" charset="0"/>
              <a:ea typeface="Calibri" panose="020F0502020204030204" pitchFamily="34" charset="0"/>
              <a:cs typeface="Calibri"/>
            </a:endParaRPr>
          </a:p>
          <a:p>
            <a:pPr defTabSz="711200">
              <a:lnSpc>
                <a:spcPct val="150000"/>
              </a:lnSpc>
              <a:spcBef>
                <a:spcPts val="0"/>
              </a:spcBef>
              <a:spcAft>
                <a:spcPct val="15000"/>
              </a:spcAft>
              <a:buClr>
                <a:srgbClr val="808080"/>
              </a:buClr>
              <a:tabLst>
                <a:tab pos="227013" algn="l"/>
              </a:tabLst>
            </a:pPr>
            <a:endParaRPr lang="en-US" sz="1600" dirty="0">
              <a:solidFill>
                <a:srgbClr val="000000"/>
              </a:solidFill>
              <a:latin typeface="Calibri" panose="020F0502020204030204" pitchFamily="34" charset="0"/>
              <a:ea typeface="Calibri" panose="020F0502020204030204" pitchFamily="34" charset="0"/>
              <a:cs typeface="Calibri"/>
            </a:endParaRPr>
          </a:p>
          <a:p>
            <a:pPr marL="0" indent="0" defTabSz="711200">
              <a:lnSpc>
                <a:spcPct val="150000"/>
              </a:lnSpc>
              <a:spcBef>
                <a:spcPts val="0"/>
              </a:spcBef>
              <a:spcAft>
                <a:spcPct val="15000"/>
              </a:spcAft>
              <a:buClr>
                <a:srgbClr val="808080"/>
              </a:buClr>
              <a:buNone/>
            </a:pPr>
            <a:endParaRPr lang="en-US" sz="1600" dirty="0">
              <a:solidFill>
                <a:srgbClr val="000000"/>
              </a:solidFill>
              <a:latin typeface="Calibri" panose="020F0502020204030204" pitchFamily="34" charset="0"/>
              <a:ea typeface="Calibri" panose="020F0502020204030204" pitchFamily="34" charset="0"/>
              <a:cs typeface="Arial"/>
            </a:endParaRPr>
          </a:p>
          <a:p>
            <a:pPr marL="274320" lvl="1" indent="0" defTabSz="711200">
              <a:lnSpc>
                <a:spcPct val="150000"/>
              </a:lnSpc>
              <a:spcBef>
                <a:spcPts val="0"/>
              </a:spcBef>
              <a:spcAft>
                <a:spcPct val="15000"/>
              </a:spcAft>
              <a:buClr>
                <a:srgbClr val="808080"/>
              </a:buClr>
              <a:buNone/>
            </a:pPr>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defTabSz="711200">
              <a:lnSpc>
                <a:spcPct val="150000"/>
              </a:lnSpc>
              <a:spcBef>
                <a:spcPts val="0"/>
              </a:spcBef>
              <a:spcAft>
                <a:spcPct val="15000"/>
              </a:spcAft>
              <a:buClr>
                <a:srgbClr val="000000">
                  <a:lumMod val="50000"/>
                  <a:lumOff val="50000"/>
                </a:srgbClr>
              </a:buClr>
              <a:buNone/>
            </a:pPr>
            <a:endParaRPr lang="en-US" sz="1600" b="1" i="0" dirty="0">
              <a:solidFill>
                <a:srgbClr val="026B84"/>
              </a:solidFill>
              <a:effectLst/>
              <a:latin typeface="Calibri" panose="020F0502020204030204" pitchFamily="34" charset="0"/>
              <a:ea typeface="Calibri" panose="020F0502020204030204" pitchFamily="34" charset="0"/>
              <a:cs typeface="Calibri" panose="020F0502020204030204" pitchFamily="34" charset="0"/>
            </a:endParaRPr>
          </a:p>
          <a:p>
            <a:pPr marL="0" indent="0" defTabSz="711200">
              <a:lnSpc>
                <a:spcPct val="150000"/>
              </a:lnSpc>
              <a:spcBef>
                <a:spcPts val="0"/>
              </a:spcBef>
              <a:spcAft>
                <a:spcPct val="15000"/>
              </a:spcAft>
              <a:buClr>
                <a:srgbClr val="808080"/>
              </a:buClr>
              <a:buNone/>
            </a:pPr>
            <a:endParaRPr lang="en-US" sz="1600" b="1"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spcAft>
                <a:spcPct val="15000"/>
              </a:spcAft>
              <a:buClr>
                <a:srgbClr val="808080"/>
              </a:buClr>
              <a:buNone/>
            </a:pPr>
            <a:endParaRPr lang="en-US" sz="1600" b="1"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a:lnSpc>
                <a:spcPct val="150000"/>
              </a:lnSpc>
              <a:spcBef>
                <a:spcPts val="0"/>
              </a:spcBef>
              <a:spcAft>
                <a:spcPct val="15000"/>
              </a:spcAft>
              <a:buClr>
                <a:srgbClr val="000000">
                  <a:lumMod val="50000"/>
                  <a:lumOff val="50000"/>
                </a:srgbClr>
              </a:buClr>
            </a:pP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spcAft>
                <a:spcPct val="15000"/>
              </a:spcAft>
              <a:buClr>
                <a:srgbClr val="000000">
                  <a:lumMod val="50000"/>
                  <a:lumOff val="50000"/>
                </a:srgbClr>
              </a:buClr>
              <a:buNone/>
            </a:pPr>
            <a:endParaRPr lang="en-US" sz="1600" b="1" kern="1200"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0" indent="0" algn="l" defTabSz="711200">
              <a:lnSpc>
                <a:spcPct val="150000"/>
              </a:lnSpc>
              <a:spcBef>
                <a:spcPts val="0"/>
              </a:spcBef>
              <a:spcAft>
                <a:spcPct val="15000"/>
              </a:spcAft>
              <a:buClr>
                <a:srgbClr val="000000">
                  <a:lumMod val="50000"/>
                  <a:lumOff val="50000"/>
                </a:srgbClr>
              </a:buClr>
              <a:buNone/>
            </a:pPr>
            <a:endParaRPr lang="en-US" sz="1600" b="1" kern="1200"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285750" lvl="1" indent="-285750">
              <a:lnSpc>
                <a:spcPct val="100000"/>
              </a:lnSpc>
              <a:spcBef>
                <a:spcPts val="0"/>
              </a:spcBef>
              <a:buClr>
                <a:srgbClr val="000000">
                  <a:lumMod val="50000"/>
                  <a:lumOff val="50000"/>
                </a:srgbClr>
              </a:buClr>
              <a:buChar char="•"/>
            </a:pP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1" indent="0">
              <a:lnSpc>
                <a:spcPct val="100000"/>
              </a:lnSpc>
              <a:spcBef>
                <a:spcPts val="0"/>
              </a:spcBef>
              <a:buClr>
                <a:srgbClr val="000000">
                  <a:lumMod val="50000"/>
                  <a:lumOff val="50000"/>
                </a:srgbClr>
              </a:buClr>
              <a:buNone/>
            </a:pPr>
            <a:endParaRPr lang="en-US" sz="1600" b="1"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0" lvl="1" indent="0">
              <a:lnSpc>
                <a:spcPct val="150000"/>
              </a:lnSpc>
              <a:spcBef>
                <a:spcPts val="0"/>
              </a:spcBef>
              <a:spcAft>
                <a:spcPct val="15000"/>
              </a:spcAft>
              <a:buClr>
                <a:srgbClr val="000000">
                  <a:lumMod val="50000"/>
                  <a:lumOff val="50000"/>
                </a:srgbClr>
              </a:buClr>
              <a:buNone/>
            </a:pPr>
            <a:endParaRPr lang="en-US" sz="1600" b="1"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274320" lvl="1" indent="0">
              <a:lnSpc>
                <a:spcPct val="150000"/>
              </a:lnSpc>
              <a:spcBef>
                <a:spcPts val="0"/>
              </a:spcBef>
              <a:spcAft>
                <a:spcPct val="15000"/>
              </a:spcAft>
              <a:buClr>
                <a:srgbClr val="000000">
                  <a:lumMod val="50000"/>
                  <a:lumOff val="50000"/>
                </a:srgbClr>
              </a:buClr>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nSpc>
                <a:spcPct val="150000"/>
              </a:lnSpc>
              <a:spcBef>
                <a:spcPts val="0"/>
              </a:spcBef>
              <a:spcAft>
                <a:spcPct val="15000"/>
              </a:spcAft>
              <a:buClr>
                <a:srgbClr val="000000">
                  <a:lumMod val="50000"/>
                  <a:lumOff val="50000"/>
                </a:srgbClr>
              </a:buClr>
            </a:pP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spcAft>
                <a:spcPct val="15000"/>
              </a:spcAft>
              <a:buClr>
                <a:srgbClr val="000000">
                  <a:lumMod val="50000"/>
                  <a:lumOff val="50000"/>
                </a:srgbClr>
              </a:buClr>
              <a:buNone/>
            </a:pPr>
            <a:endParaRPr lang="en-US" sz="1600" b="1"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spcAft>
                <a:spcPct val="15000"/>
              </a:spcAft>
              <a:buClr>
                <a:srgbClr val="808080"/>
              </a:buClr>
              <a:buNone/>
            </a:pPr>
            <a:endParaRPr lang="en-US" dirty="0">
              <a:solidFill>
                <a:srgbClr val="000000"/>
              </a:solidFill>
              <a:latin typeface="Arial" panose="020B0604020202020204"/>
              <a:ea typeface="Calibri" panose="020F0502020204030204" pitchFamily="34" charset="0"/>
              <a:cs typeface="Arial" panose="020B0604020202020204"/>
            </a:endParaRPr>
          </a:p>
          <a:p>
            <a:pPr marL="0" indent="0">
              <a:lnSpc>
                <a:spcPct val="150000"/>
              </a:lnSpc>
              <a:spcBef>
                <a:spcPts val="0"/>
              </a:spcBef>
              <a:spcAft>
                <a:spcPct val="15000"/>
              </a:spcAft>
              <a:buNone/>
            </a:pPr>
            <a:endParaRPr lang="en-US" sz="1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spcAft>
                <a:spcPct val="15000"/>
              </a:spcAft>
              <a:buNone/>
            </a:pPr>
            <a:endParaRPr lang="en-US" sz="1600" dirty="0">
              <a:solidFill>
                <a:srgbClr val="026B84"/>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50000"/>
              </a:lnSpc>
              <a:spcBef>
                <a:spcPts val="0"/>
              </a:spcBef>
              <a:buNone/>
            </a:pPr>
            <a:endParaRPr lang="en-US" dirty="0">
              <a:ea typeface="Calibri" panose="020F0502020204030204" pitchFamily="34" charset="0"/>
              <a:cs typeface="Arial" panose="020B0604020202020204"/>
            </a:endParaRPr>
          </a:p>
          <a:p>
            <a:pPr>
              <a:lnSpc>
                <a:spcPct val="150000"/>
              </a:lnSpc>
              <a:spcBef>
                <a:spcPts val="0"/>
              </a:spcBef>
            </a:pPr>
            <a:endParaRPr lang="en-US" dirty="0">
              <a:ea typeface="Calibri" panose="020F0502020204030204" pitchFamily="34" charset="0"/>
              <a:cs typeface="Arial" panose="020B0604020202020204"/>
            </a:endParaRPr>
          </a:p>
          <a:p>
            <a:pPr>
              <a:lnSpc>
                <a:spcPct val="150000"/>
              </a:lnSpc>
              <a:spcBef>
                <a:spcPts val="0"/>
              </a:spcBef>
            </a:pPr>
            <a:endParaRPr lang="en-US" dirty="0">
              <a:ea typeface="Calibri" panose="020F0502020204030204" pitchFamily="34" charset="0"/>
              <a:cs typeface="Arial" panose="020B0604020202020204"/>
            </a:endParaRPr>
          </a:p>
          <a:p>
            <a:pPr marL="171450" indent="-171450">
              <a:lnSpc>
                <a:spcPct val="150000"/>
              </a:lnSpc>
              <a:spcBef>
                <a:spcPct val="0"/>
              </a:spcBef>
              <a:spcAft>
                <a:spcPct val="15000"/>
              </a:spcAft>
            </a:pPr>
            <a:endParaRPr lang="en-US" dirty="0">
              <a:ea typeface="Calibri" panose="020F0502020204030204" pitchFamily="34" charset="0"/>
              <a:cs typeface="Arial" panose="020B0604020202020204"/>
            </a:endParaRPr>
          </a:p>
          <a:p>
            <a:pPr>
              <a:lnSpc>
                <a:spcPct val="150000"/>
              </a:lnSpc>
            </a:pPr>
            <a:endParaRPr lang="en-US" dirty="0">
              <a:ea typeface="Calibri" panose="020F0502020204030204" pitchFamily="34" charset="0"/>
              <a:cs typeface="Arial" panose="020B0604020202020204"/>
            </a:endParaRPr>
          </a:p>
        </p:txBody>
      </p:sp>
      <p:sp>
        <p:nvSpPr>
          <p:cNvPr id="4" name="Slide Number Placeholder 3">
            <a:extLst>
              <a:ext uri="{FF2B5EF4-FFF2-40B4-BE49-F238E27FC236}">
                <a16:creationId xmlns:a16="http://schemas.microsoft.com/office/drawing/2014/main" id="{DC16509D-6248-7305-3C9A-64BA63104CEE}"/>
              </a:ext>
            </a:extLst>
          </p:cNvPr>
          <p:cNvSpPr>
            <a:spLocks noGrp="1"/>
          </p:cNvSpPr>
          <p:nvPr>
            <p:ph type="sldNum" sz="quarter" idx="12"/>
          </p:nvPr>
        </p:nvSpPr>
        <p:spPr/>
        <p:txBody>
          <a:bodyPr/>
          <a:lstStyle/>
          <a:p>
            <a:fld id="{F6399DB0-1606-4A34-A4F1-BB3CBF9AAD12}" type="slidenum">
              <a:rPr lang="en-US" smtClean="0"/>
              <a:t>20</a:t>
            </a:fld>
            <a:endParaRPr lang="en-US" dirty="0"/>
          </a:p>
        </p:txBody>
      </p:sp>
      <p:sp>
        <p:nvSpPr>
          <p:cNvPr id="5" name="Title 4">
            <a:extLst>
              <a:ext uri="{FF2B5EF4-FFF2-40B4-BE49-F238E27FC236}">
                <a16:creationId xmlns:a16="http://schemas.microsoft.com/office/drawing/2014/main" id="{6E74C810-8CAF-BD5F-E203-F8E94EB9B5EB}"/>
              </a:ext>
            </a:extLst>
          </p:cNvPr>
          <p:cNvSpPr>
            <a:spLocks noGrp="1"/>
          </p:cNvSpPr>
          <p:nvPr>
            <p:ph type="title"/>
          </p:nvPr>
        </p:nvSpPr>
        <p:spPr>
          <a:xfrm>
            <a:off x="297402" y="470977"/>
            <a:ext cx="9144000" cy="594360"/>
          </a:xfrm>
        </p:spPr>
        <p:txBody>
          <a:bodyPr/>
          <a:lstStyle/>
          <a:p>
            <a:r>
              <a:rPr lang="en-US" b="0" dirty="0"/>
              <a:t>Sprint 8 - 2026 Highlights</a:t>
            </a:r>
          </a:p>
        </p:txBody>
      </p:sp>
      <p:sp>
        <p:nvSpPr>
          <p:cNvPr id="6" name="Footer Placeholder 2">
            <a:extLst>
              <a:ext uri="{FF2B5EF4-FFF2-40B4-BE49-F238E27FC236}">
                <a16:creationId xmlns:a16="http://schemas.microsoft.com/office/drawing/2014/main" id="{379755BB-7ACA-3569-D859-BB748B9BAA44}"/>
              </a:ext>
            </a:extLst>
          </p:cNvPr>
          <p:cNvSpPr>
            <a:spLocks noGrp="1"/>
          </p:cNvSpPr>
          <p:nvPr>
            <p:ph type="ftr" sz="quarter" idx="11"/>
          </p:nvPr>
        </p:nvSpPr>
        <p:spPr>
          <a:xfrm>
            <a:off x="457200" y="6519246"/>
            <a:ext cx="6126480" cy="215444"/>
          </a:xfrm>
        </p:spPr>
        <p:txBody>
          <a:bodyPr/>
          <a:lstStyle/>
          <a:p>
            <a:r>
              <a:rPr lang="en-US" dirty="0"/>
              <a:t>Confidential. For Ascensus internal purposes only. Not intended for use with or distribution to clients or the public.</a:t>
            </a:r>
          </a:p>
        </p:txBody>
      </p:sp>
      <p:graphicFrame>
        <p:nvGraphicFramePr>
          <p:cNvPr id="3" name="Table 2">
            <a:extLst>
              <a:ext uri="{FF2B5EF4-FFF2-40B4-BE49-F238E27FC236}">
                <a16:creationId xmlns:a16="http://schemas.microsoft.com/office/drawing/2014/main" id="{D575838F-C598-0CBA-3D23-5C57F4E8323B}"/>
              </a:ext>
            </a:extLst>
          </p:cNvPr>
          <p:cNvGraphicFramePr>
            <a:graphicFrameLocks noGrp="1"/>
          </p:cNvGraphicFramePr>
          <p:nvPr>
            <p:extLst>
              <p:ext uri="{D42A27DB-BD31-4B8C-83A1-F6EECF244321}">
                <p14:modId xmlns:p14="http://schemas.microsoft.com/office/powerpoint/2010/main" val="322854827"/>
              </p:ext>
            </p:extLst>
          </p:nvPr>
        </p:nvGraphicFramePr>
        <p:xfrm>
          <a:off x="375584" y="6203968"/>
          <a:ext cx="11010900" cy="630555"/>
        </p:xfrm>
        <a:graphic>
          <a:graphicData uri="http://schemas.openxmlformats.org/drawingml/2006/table">
            <a:tbl>
              <a:tblPr/>
              <a:tblGrid>
                <a:gridCol w="11010900">
                  <a:extLst>
                    <a:ext uri="{9D8B030D-6E8A-4147-A177-3AD203B41FA5}">
                      <a16:colId xmlns:a16="http://schemas.microsoft.com/office/drawing/2014/main" val="915087798"/>
                    </a:ext>
                  </a:extLst>
                </a:gridCol>
              </a:tblGrid>
              <a:tr h="0">
                <a:tc>
                  <a:txBody>
                    <a:bodyPr/>
                    <a:lstStyle/>
                    <a:p>
                      <a:pPr fontAlgn="t">
                        <a:lnSpc>
                          <a:spcPts val="1500"/>
                        </a:lnSpc>
                        <a:buNone/>
                      </a:pPr>
                      <a:r>
                        <a:rPr lang="fr-FR" sz="1600" b="0" i="0" dirty="0">
                          <a:effectLst/>
                          <a:latin typeface="Segoe UI" panose="020B0502040204020203" pitchFamily="34" charset="0"/>
                        </a:rPr>
                        <a:t>🏢 Internal 👥 Commercial Clients 🤝 External Plan Sponsor</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4288940581"/>
                  </a:ext>
                </a:extLst>
              </a:tr>
              <a:tr h="0">
                <a:tc>
                  <a:txBody>
                    <a:bodyPr/>
                    <a:lstStyle/>
                    <a:p>
                      <a:endParaRPr lang="en-US" sz="1600" dirty="0"/>
                    </a:p>
                  </a:txBody>
                  <a:tcPr>
                    <a:lnL w="12700" cmpd="sng">
                      <a:noFill/>
                      <a:prstDash val="solid"/>
                    </a:lnL>
                    <a:lnR w="12700" cmpd="sng">
                      <a:noFill/>
                      <a:prstDash val="solid"/>
                    </a:lnR>
                    <a:lnT w="9525"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374554358"/>
                  </a:ext>
                </a:extLst>
              </a:tr>
            </a:tbl>
          </a:graphicData>
        </a:graphic>
      </p:graphicFrame>
      <p:pic>
        <p:nvPicPr>
          <p:cNvPr id="12" name="Picture 11">
            <a:extLst>
              <a:ext uri="{FF2B5EF4-FFF2-40B4-BE49-F238E27FC236}">
                <a16:creationId xmlns:a16="http://schemas.microsoft.com/office/drawing/2014/main" id="{03E3F22D-34F8-AA1F-DEE1-1E0C8D809C4A}"/>
              </a:ext>
            </a:extLst>
          </p:cNvPr>
          <p:cNvPicPr>
            <a:picLocks noChangeAspect="1"/>
          </p:cNvPicPr>
          <p:nvPr/>
        </p:nvPicPr>
        <p:blipFill>
          <a:blip r:embed="rId3"/>
          <a:stretch>
            <a:fillRect/>
          </a:stretch>
        </p:blipFill>
        <p:spPr>
          <a:xfrm>
            <a:off x="3656963" y="2575550"/>
            <a:ext cx="295316" cy="285790"/>
          </a:xfrm>
          <a:prstGeom prst="rect">
            <a:avLst/>
          </a:prstGeom>
        </p:spPr>
      </p:pic>
      <p:pic>
        <p:nvPicPr>
          <p:cNvPr id="7" name="Picture 6">
            <a:extLst>
              <a:ext uri="{FF2B5EF4-FFF2-40B4-BE49-F238E27FC236}">
                <a16:creationId xmlns:a16="http://schemas.microsoft.com/office/drawing/2014/main" id="{F8AA8BF0-29DD-8229-8AAB-2D80682A4A34}"/>
              </a:ext>
            </a:extLst>
          </p:cNvPr>
          <p:cNvPicPr>
            <a:picLocks noChangeAspect="1"/>
          </p:cNvPicPr>
          <p:nvPr/>
        </p:nvPicPr>
        <p:blipFill>
          <a:blip r:embed="rId3"/>
          <a:stretch>
            <a:fillRect/>
          </a:stretch>
        </p:blipFill>
        <p:spPr>
          <a:xfrm>
            <a:off x="2525139" y="1153297"/>
            <a:ext cx="295316" cy="285790"/>
          </a:xfrm>
          <a:prstGeom prst="rect">
            <a:avLst/>
          </a:prstGeom>
        </p:spPr>
      </p:pic>
    </p:spTree>
    <p:extLst>
      <p:ext uri="{BB962C8B-B14F-4D97-AF65-F5344CB8AC3E}">
        <p14:creationId xmlns:p14="http://schemas.microsoft.com/office/powerpoint/2010/main" val="2993017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63C1874-758D-28AC-BF4F-360687049D35}"/>
              </a:ext>
            </a:extLst>
          </p:cNvPr>
          <p:cNvPicPr>
            <a:picLocks noGrp="1" noChangeAspect="1"/>
          </p:cNvPicPr>
          <p:nvPr>
            <p:ph idx="1"/>
          </p:nvPr>
        </p:nvPicPr>
        <p:blipFill>
          <a:blip r:embed="rId3"/>
          <a:stretch>
            <a:fillRect/>
          </a:stretch>
        </p:blipFill>
        <p:spPr>
          <a:xfrm>
            <a:off x="200586" y="1138024"/>
            <a:ext cx="11010900" cy="3605394"/>
          </a:xfrm>
          <a:prstGeom prst="rect">
            <a:avLst/>
          </a:prstGeom>
        </p:spPr>
      </p:pic>
      <p:sp>
        <p:nvSpPr>
          <p:cNvPr id="3" name="Footer Placeholder 2">
            <a:extLst>
              <a:ext uri="{FF2B5EF4-FFF2-40B4-BE49-F238E27FC236}">
                <a16:creationId xmlns:a16="http://schemas.microsoft.com/office/drawing/2014/main" id="{C41B1FA0-185D-90BA-A701-D8F9E408A25F}"/>
              </a:ext>
            </a:extLst>
          </p:cNvPr>
          <p:cNvSpPr>
            <a:spLocks noGrp="1"/>
          </p:cNvSpPr>
          <p:nvPr>
            <p:ph type="ftr" sz="quarter" idx="11"/>
          </p:nvPr>
        </p:nvSpPr>
        <p:spPr/>
        <p:txBody>
          <a:bodyPr/>
          <a:lstStyle/>
          <a:p>
            <a:r>
              <a:rPr lang="en-US" dirty="0"/>
              <a:t>Confidential. For Ascensus internal purposes only. Not intended for use with or distribution to clients or the public.</a:t>
            </a:r>
          </a:p>
        </p:txBody>
      </p:sp>
      <p:sp>
        <p:nvSpPr>
          <p:cNvPr id="4" name="Slide Number Placeholder 3">
            <a:extLst>
              <a:ext uri="{FF2B5EF4-FFF2-40B4-BE49-F238E27FC236}">
                <a16:creationId xmlns:a16="http://schemas.microsoft.com/office/drawing/2014/main" id="{F93CFC74-B91E-0483-73A9-9A0E4BC077F2}"/>
              </a:ext>
            </a:extLst>
          </p:cNvPr>
          <p:cNvSpPr>
            <a:spLocks noGrp="1"/>
          </p:cNvSpPr>
          <p:nvPr>
            <p:ph type="sldNum" sz="quarter" idx="12"/>
          </p:nvPr>
        </p:nvSpPr>
        <p:spPr/>
        <p:txBody>
          <a:bodyPr/>
          <a:lstStyle/>
          <a:p>
            <a:fld id="{F6399DB0-1606-4A34-A4F1-BB3CBF9AAD12}" type="slidenum">
              <a:rPr lang="en-US" smtClean="0"/>
              <a:t>21</a:t>
            </a:fld>
            <a:endParaRPr lang="en-US" dirty="0"/>
          </a:p>
        </p:txBody>
      </p:sp>
      <p:sp>
        <p:nvSpPr>
          <p:cNvPr id="5" name="Title 4">
            <a:extLst>
              <a:ext uri="{FF2B5EF4-FFF2-40B4-BE49-F238E27FC236}">
                <a16:creationId xmlns:a16="http://schemas.microsoft.com/office/drawing/2014/main" id="{09784A57-08F5-2DFD-8258-F348C3D98753}"/>
              </a:ext>
            </a:extLst>
          </p:cNvPr>
          <p:cNvSpPr>
            <a:spLocks noGrp="1"/>
          </p:cNvSpPr>
          <p:nvPr>
            <p:ph type="title"/>
          </p:nvPr>
        </p:nvSpPr>
        <p:spPr>
          <a:xfrm>
            <a:off x="457200" y="652563"/>
            <a:ext cx="9144000" cy="594360"/>
          </a:xfrm>
        </p:spPr>
        <p:txBody>
          <a:bodyPr/>
          <a:lstStyle/>
          <a:p>
            <a:r>
              <a:rPr lang="en-US" b="0" dirty="0"/>
              <a:t>Q2 Team Everest Planning</a:t>
            </a:r>
            <a:endParaRPr lang="en-US" dirty="0"/>
          </a:p>
        </p:txBody>
      </p:sp>
      <p:pic>
        <p:nvPicPr>
          <p:cNvPr id="9" name="Picture 8">
            <a:extLst>
              <a:ext uri="{FF2B5EF4-FFF2-40B4-BE49-F238E27FC236}">
                <a16:creationId xmlns:a16="http://schemas.microsoft.com/office/drawing/2014/main" id="{98B5668F-062A-73CA-FA09-C1951E980836}"/>
              </a:ext>
            </a:extLst>
          </p:cNvPr>
          <p:cNvPicPr>
            <a:picLocks noChangeAspect="1"/>
          </p:cNvPicPr>
          <p:nvPr/>
        </p:nvPicPr>
        <p:blipFill>
          <a:blip r:embed="rId4"/>
          <a:stretch>
            <a:fillRect/>
          </a:stretch>
        </p:blipFill>
        <p:spPr>
          <a:xfrm>
            <a:off x="5618616" y="4350573"/>
            <a:ext cx="5873668" cy="1756611"/>
          </a:xfrm>
          <a:prstGeom prst="rect">
            <a:avLst/>
          </a:prstGeom>
        </p:spPr>
      </p:pic>
    </p:spTree>
    <p:extLst>
      <p:ext uri="{BB962C8B-B14F-4D97-AF65-F5344CB8AC3E}">
        <p14:creationId xmlns:p14="http://schemas.microsoft.com/office/powerpoint/2010/main" val="3505085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6FD10E7-DD09-09DE-D71F-4CA3759EE1D4}"/>
              </a:ext>
            </a:extLst>
          </p:cNvPr>
          <p:cNvSpPr>
            <a:spLocks noGrp="1"/>
          </p:cNvSpPr>
          <p:nvPr>
            <p:ph type="ftr" sz="quarter" idx="11"/>
          </p:nvPr>
        </p:nvSpPr>
        <p:spPr/>
        <p:txBody>
          <a:bodyPr/>
          <a:lstStyle/>
          <a:p>
            <a:r>
              <a:rPr lang="en-US" dirty="0"/>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53314C42-0A83-4146-C412-7A4DB2F8B335}"/>
              </a:ext>
            </a:extLst>
          </p:cNvPr>
          <p:cNvSpPr>
            <a:spLocks noGrp="1"/>
          </p:cNvSpPr>
          <p:nvPr>
            <p:ph type="sldNum" sz="quarter" idx="12"/>
          </p:nvPr>
        </p:nvSpPr>
        <p:spPr/>
        <p:txBody>
          <a:bodyPr/>
          <a:lstStyle/>
          <a:p>
            <a:fld id="{8A05B047-7786-42C0-A2BF-6DB1A4525D42}" type="slidenum">
              <a:rPr lang="en-US" smtClean="0"/>
              <a:t>22</a:t>
            </a:fld>
            <a:endParaRPr lang="en-US" dirty="0"/>
          </a:p>
        </p:txBody>
      </p:sp>
      <p:pic>
        <p:nvPicPr>
          <p:cNvPr id="1026" name="Picture 2">
            <a:extLst>
              <a:ext uri="{FF2B5EF4-FFF2-40B4-BE49-F238E27FC236}">
                <a16:creationId xmlns:a16="http://schemas.microsoft.com/office/drawing/2014/main" id="{038F460C-77C4-C2FC-3B08-0B79F7DB52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157" y="607661"/>
            <a:ext cx="7454044" cy="5642678"/>
          </a:xfrm>
          <a:prstGeom prst="rect">
            <a:avLst/>
          </a:prstGeom>
          <a:noFill/>
          <a:ln w="38100">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271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1353F-DCAA-C599-0ACD-DF2391BA1C7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43787EA-8CBC-EA3F-7043-605F00D29679}"/>
              </a:ext>
            </a:extLst>
          </p:cNvPr>
          <p:cNvSpPr>
            <a:spLocks noGrp="1"/>
          </p:cNvSpPr>
          <p:nvPr>
            <p:ph type="ftr" sz="quarter" idx="11"/>
          </p:nvPr>
        </p:nvSpPr>
        <p:spPr/>
        <p:txBody>
          <a:bodyPr/>
          <a:lstStyle/>
          <a:p>
            <a:r>
              <a:rPr lang="en-US" dirty="0"/>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92EDD0FC-2ADF-8CC5-0996-5BF3C23D8645}"/>
              </a:ext>
            </a:extLst>
          </p:cNvPr>
          <p:cNvSpPr>
            <a:spLocks noGrp="1"/>
          </p:cNvSpPr>
          <p:nvPr>
            <p:ph type="sldNum" sz="quarter" idx="12"/>
          </p:nvPr>
        </p:nvSpPr>
        <p:spPr/>
        <p:txBody>
          <a:bodyPr/>
          <a:lstStyle/>
          <a:p>
            <a:fld id="{8A05B047-7786-42C0-A2BF-6DB1A4525D42}" type="slidenum">
              <a:rPr lang="en-US" smtClean="0"/>
              <a:t>23</a:t>
            </a:fld>
            <a:endParaRPr lang="en-US" dirty="0"/>
          </a:p>
        </p:txBody>
      </p:sp>
      <p:pic>
        <p:nvPicPr>
          <p:cNvPr id="4" name="Picture 2">
            <a:extLst>
              <a:ext uri="{FF2B5EF4-FFF2-40B4-BE49-F238E27FC236}">
                <a16:creationId xmlns:a16="http://schemas.microsoft.com/office/drawing/2014/main" id="{91D069A5-83AF-2A23-E503-A9023B1308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0109" y="607401"/>
            <a:ext cx="7528482" cy="5640999"/>
          </a:xfrm>
          <a:prstGeom prst="rect">
            <a:avLst/>
          </a:prstGeom>
          <a:noFill/>
          <a:ln w="38100">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1517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EA7BE-C9E5-380B-40C4-30DE093C85B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08E71E-B270-824C-2E71-207F6E9F1CEB}"/>
              </a:ext>
            </a:extLst>
          </p:cNvPr>
          <p:cNvSpPr>
            <a:spLocks noGrp="1"/>
          </p:cNvSpPr>
          <p:nvPr>
            <p:ph type="ftr" sz="quarter" idx="11"/>
          </p:nvPr>
        </p:nvSpPr>
        <p:spPr/>
        <p:txBody>
          <a:bodyPr/>
          <a:lstStyle/>
          <a:p>
            <a:r>
              <a:rPr lang="en-US" dirty="0"/>
              <a:t>Confidential. For Ascensus internal purposes only. Not intended for use with or distribution to clients or the public.</a:t>
            </a:r>
          </a:p>
        </p:txBody>
      </p:sp>
      <p:sp>
        <p:nvSpPr>
          <p:cNvPr id="3" name="Slide Number Placeholder 2">
            <a:extLst>
              <a:ext uri="{FF2B5EF4-FFF2-40B4-BE49-F238E27FC236}">
                <a16:creationId xmlns:a16="http://schemas.microsoft.com/office/drawing/2014/main" id="{5939800D-D744-5C8E-7667-9391DAD82F64}"/>
              </a:ext>
            </a:extLst>
          </p:cNvPr>
          <p:cNvSpPr>
            <a:spLocks noGrp="1"/>
          </p:cNvSpPr>
          <p:nvPr>
            <p:ph type="sldNum" sz="quarter" idx="12"/>
          </p:nvPr>
        </p:nvSpPr>
        <p:spPr/>
        <p:txBody>
          <a:bodyPr/>
          <a:lstStyle/>
          <a:p>
            <a:fld id="{8A05B047-7786-42C0-A2BF-6DB1A4525D42}" type="slidenum">
              <a:rPr lang="en-US" smtClean="0"/>
              <a:t>24</a:t>
            </a:fld>
            <a:endParaRPr lang="en-US" dirty="0"/>
          </a:p>
        </p:txBody>
      </p:sp>
      <p:pic>
        <p:nvPicPr>
          <p:cNvPr id="4" name="Picture 2">
            <a:extLst>
              <a:ext uri="{FF2B5EF4-FFF2-40B4-BE49-F238E27FC236}">
                <a16:creationId xmlns:a16="http://schemas.microsoft.com/office/drawing/2014/main" id="{03214967-DCE5-097C-BBC1-73B4CCD50C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6877" y="603234"/>
            <a:ext cx="7172692" cy="5651532"/>
          </a:xfrm>
          <a:prstGeom prst="rect">
            <a:avLst/>
          </a:prstGeom>
          <a:noFill/>
          <a:ln w="38100">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4487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87678-40F3-4A89-877C-FF6F3A9187BC}"/>
              </a:ext>
            </a:extLst>
          </p:cNvPr>
          <p:cNvSpPr>
            <a:spLocks noGrp="1"/>
          </p:cNvSpPr>
          <p:nvPr>
            <p:ph type="title"/>
          </p:nvPr>
        </p:nvSpPr>
        <p:spPr>
          <a:xfrm>
            <a:off x="2229661" y="2641600"/>
            <a:ext cx="7732678" cy="787400"/>
          </a:xfrm>
        </p:spPr>
        <p:txBody>
          <a:bodyPr/>
          <a:lstStyle/>
          <a:p>
            <a:r>
              <a:rPr lang="en-US" dirty="0"/>
              <a:t>Questions?</a:t>
            </a:r>
          </a:p>
        </p:txBody>
      </p:sp>
    </p:spTree>
    <p:extLst>
      <p:ext uri="{BB962C8B-B14F-4D97-AF65-F5344CB8AC3E}">
        <p14:creationId xmlns:p14="http://schemas.microsoft.com/office/powerpoint/2010/main" val="3293147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scensus 2020">
  <a:themeElements>
    <a:clrScheme name="Ascensus 2020">
      <a:dk1>
        <a:srgbClr val="000000"/>
      </a:dk1>
      <a:lt1>
        <a:srgbClr val="FFFFFF"/>
      </a:lt1>
      <a:dk2>
        <a:srgbClr val="003241"/>
      </a:dk2>
      <a:lt2>
        <a:srgbClr val="C3C3C3"/>
      </a:lt2>
      <a:accent1>
        <a:srgbClr val="00A88C"/>
      </a:accent1>
      <a:accent2>
        <a:srgbClr val="026B84"/>
      </a:accent2>
      <a:accent3>
        <a:srgbClr val="05A2C6"/>
      </a:accent3>
      <a:accent4>
        <a:srgbClr val="524887"/>
      </a:accent4>
      <a:accent5>
        <a:srgbClr val="AF4D7E"/>
      </a:accent5>
      <a:accent6>
        <a:srgbClr val="E4705E"/>
      </a:accent6>
      <a:hlink>
        <a:srgbClr val="05A2C6"/>
      </a:hlink>
      <a:folHlink>
        <a:srgbClr val="9B9B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90000"/>
          </a:lnSpc>
          <a:defRPr sz="2000" dirty="0" err="1" smtClean="0"/>
        </a:defPPr>
      </a:lstStyle>
    </a:txDef>
  </a:objectDefaults>
  <a:extraClrSchemeLst/>
  <a:custClrLst>
    <a:custClr name="Action Blue">
      <a:srgbClr val="316EC4"/>
    </a:custClr>
    <a:custClr name="Success Green">
      <a:srgbClr val="1AA01C"/>
    </a:custClr>
    <a:custClr name="Warning Yellow">
      <a:srgbClr val="D48200"/>
    </a:custClr>
    <a:custClr name="Danger Red">
      <a:srgbClr val="D2260F"/>
    </a:custClr>
  </a:custClrLst>
  <a:extLst>
    <a:ext uri="{05A4C25C-085E-4340-85A3-A5531E510DB2}">
      <thm15:themeFamily xmlns:thm15="http://schemas.microsoft.com/office/thememl/2012/main" name="Ascensus 2020 v4.potx" id="{3545A21D-47E6-4960-9513-59CE43A68276}" vid="{F904B955-4ACD-429D-BE84-5DA771BC1640}"/>
    </a:ext>
  </a:extLst>
</a:theme>
</file>

<file path=ppt/theme/theme2.xml><?xml version="1.0" encoding="utf-8"?>
<a:theme xmlns:a="http://schemas.openxmlformats.org/drawingml/2006/main" name="Office Theme">
  <a:themeElements>
    <a:clrScheme name="Ascensus 2020">
      <a:dk1>
        <a:srgbClr val="000000"/>
      </a:dk1>
      <a:lt1>
        <a:srgbClr val="FFFFFF"/>
      </a:lt1>
      <a:dk2>
        <a:srgbClr val="003241"/>
      </a:dk2>
      <a:lt2>
        <a:srgbClr val="C3C3C3"/>
      </a:lt2>
      <a:accent1>
        <a:srgbClr val="00A88C"/>
      </a:accent1>
      <a:accent2>
        <a:srgbClr val="026B84"/>
      </a:accent2>
      <a:accent3>
        <a:srgbClr val="05A2C6"/>
      </a:accent3>
      <a:accent4>
        <a:srgbClr val="524887"/>
      </a:accent4>
      <a:accent5>
        <a:srgbClr val="AF4D7E"/>
      </a:accent5>
      <a:accent6>
        <a:srgbClr val="E4705E"/>
      </a:accent6>
      <a:hlink>
        <a:srgbClr val="05A2C6"/>
      </a:hlink>
      <a:folHlink>
        <a:srgbClr val="9B9B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90000"/>
          </a:lnSpc>
          <a:defRPr sz="2000" dirty="0" err="1" smtClean="0"/>
        </a:defPPr>
      </a:lstStyle>
    </a:txDef>
  </a:objectDefaults>
  <a:extraClrSchemeLst/>
  <a:custClrLst>
    <a:custClr name="Action Blue">
      <a:srgbClr val="316EC4"/>
    </a:custClr>
    <a:custClr name="Success Green">
      <a:srgbClr val="1AA01C"/>
    </a:custClr>
    <a:custClr name="Warning Yellow">
      <a:srgbClr val="D48200"/>
    </a:custClr>
    <a:custClr name="Danger Red">
      <a:srgbClr val="D2260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scensus 2020">
      <a:dk1>
        <a:srgbClr val="000000"/>
      </a:dk1>
      <a:lt1>
        <a:srgbClr val="FFFFFF"/>
      </a:lt1>
      <a:dk2>
        <a:srgbClr val="003241"/>
      </a:dk2>
      <a:lt2>
        <a:srgbClr val="C3C3C3"/>
      </a:lt2>
      <a:accent1>
        <a:srgbClr val="00A88C"/>
      </a:accent1>
      <a:accent2>
        <a:srgbClr val="026B84"/>
      </a:accent2>
      <a:accent3>
        <a:srgbClr val="05A2C6"/>
      </a:accent3>
      <a:accent4>
        <a:srgbClr val="524887"/>
      </a:accent4>
      <a:accent5>
        <a:srgbClr val="AF4D7E"/>
      </a:accent5>
      <a:accent6>
        <a:srgbClr val="E4705E"/>
      </a:accent6>
      <a:hlink>
        <a:srgbClr val="05A2C6"/>
      </a:hlink>
      <a:folHlink>
        <a:srgbClr val="9B9B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90000"/>
          </a:lnSpc>
          <a:defRPr sz="2000" dirty="0" err="1" smtClean="0"/>
        </a:defPPr>
      </a:lstStyle>
    </a:txDef>
  </a:objectDefaults>
  <a:extraClrSchemeLst/>
  <a:custClrLst>
    <a:custClr name="Action Blue">
      <a:srgbClr val="316EC4"/>
    </a:custClr>
    <a:custClr name="Success Green">
      <a:srgbClr val="1AA01C"/>
    </a:custClr>
    <a:custClr name="Warning Yellow">
      <a:srgbClr val="D48200"/>
    </a:custClr>
    <a:custClr name="Danger Red">
      <a:srgbClr val="D2260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211e5cf-16a6-4362-a69d-6dabc2536a2f">
      <Terms xmlns="http://schemas.microsoft.com/office/infopath/2007/PartnerControls"/>
    </lcf76f155ced4ddcb4097134ff3c332f>
    <TaxCatchAll xmlns="4893a107-2ec3-42b4-b26b-f211177bf66d" xsi:nil="true"/>
    <Comment xmlns="4211e5cf-16a6-4362-a69d-6dabc2536a2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A6015A3D870944A40851B043433478" ma:contentTypeVersion="17" ma:contentTypeDescription="Create a new document." ma:contentTypeScope="" ma:versionID="303f1be3f44b7b0392531df8e4363fae">
  <xsd:schema xmlns:xsd="http://www.w3.org/2001/XMLSchema" xmlns:xs="http://www.w3.org/2001/XMLSchema" xmlns:p="http://schemas.microsoft.com/office/2006/metadata/properties" xmlns:ns2="4211e5cf-16a6-4362-a69d-6dabc2536a2f" xmlns:ns3="4893a107-2ec3-42b4-b26b-f211177bf66d" targetNamespace="http://schemas.microsoft.com/office/2006/metadata/properties" ma:root="true" ma:fieldsID="a55ffc176b6f17afb6cbf9db31a00cca" ns2:_="" ns3:_="">
    <xsd:import namespace="4211e5cf-16a6-4362-a69d-6dabc2536a2f"/>
    <xsd:import namespace="4893a107-2ec3-42b4-b26b-f211177bf66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ObjectDetectorVersions" minOccurs="0"/>
                <xsd:element ref="ns3:SharedWithUsers" minOccurs="0"/>
                <xsd:element ref="ns3:SharedWithDetails" minOccurs="0"/>
                <xsd:element ref="ns2:MediaLengthInSeconds" minOccurs="0"/>
                <xsd:element ref="ns2:MediaServiceSearchProperties" minOccurs="0"/>
                <xsd:element ref="ns2:Com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11e5cf-16a6-4362-a69d-6dabc2536a2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e5edd16-e21a-4c20-bd79-5d048a636f6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Comment" ma:index="24" nillable="true" ma:displayName="Comment" ma:format="Dropdown" ma:internalName="Comme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893a107-2ec3-42b4-b26b-f211177bf66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86bdbb74-3f2b-4e45-9d7f-67cfe1695e84}" ma:internalName="TaxCatchAll" ma:showField="CatchAllData" ma:web="4893a107-2ec3-42b4-b26b-f211177bf66d">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5C6F96-A63B-44FC-BE89-7A66F555ACB0}">
  <ds:schemaRefs>
    <ds:schemaRef ds:uri="http://schemas.microsoft.com/sharepoint/v3/contenttype/forms"/>
  </ds:schemaRefs>
</ds:datastoreItem>
</file>

<file path=customXml/itemProps2.xml><?xml version="1.0" encoding="utf-8"?>
<ds:datastoreItem xmlns:ds="http://schemas.openxmlformats.org/officeDocument/2006/customXml" ds:itemID="{50609488-16E1-46C4-A29A-C32E71C267B0}">
  <ds:schemaRefs>
    <ds:schemaRef ds:uri="4211e5cf-16a6-4362-a69d-6dabc2536a2f"/>
    <ds:schemaRef ds:uri="4893a107-2ec3-42b4-b26b-f211177bf66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4CA6AE8-34FE-4125-A034-DEC675C0B5EE}">
  <ds:schemaRefs>
    <ds:schemaRef ds:uri="4211e5cf-16a6-4362-a69d-6dabc2536a2f"/>
    <ds:schemaRef ds:uri="4893a107-2ec3-42b4-b26b-f211177bf66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1d3bed01-6d09-498e-ab05-f1e2fdb1b138}" enabled="0" method="" siteId="{1d3bed01-6d09-498e-ab05-f1e2fdb1b138}" removed="1"/>
</clbl:labelList>
</file>

<file path=docProps/app.xml><?xml version="1.0" encoding="utf-8"?>
<Properties xmlns="http://schemas.openxmlformats.org/officeDocument/2006/extended-properties" xmlns:vt="http://schemas.openxmlformats.org/officeDocument/2006/docPropsVTypes">
  <Template/>
  <TotalTime>5301</TotalTime>
  <Words>1476</Words>
  <Application>Microsoft Office PowerPoint</Application>
  <PresentationFormat>Widescreen</PresentationFormat>
  <Paragraphs>270</Paragraphs>
  <Slides>25</Slides>
  <Notes>18</Notes>
  <HiddenSlides>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Segoe UI</vt:lpstr>
      <vt:lpstr>Wingdings</vt:lpstr>
      <vt:lpstr>Ascensus 2020</vt:lpstr>
      <vt:lpstr>Purpose</vt:lpstr>
      <vt:lpstr>Sprint Review</vt:lpstr>
      <vt:lpstr>Team Everest</vt:lpstr>
      <vt:lpstr>Product Vision</vt:lpstr>
      <vt:lpstr>Team Everest Roster</vt:lpstr>
      <vt:lpstr>Agenda</vt:lpstr>
      <vt:lpstr>Sprint Review Survey Summary</vt:lpstr>
      <vt:lpstr>PowerPoint Presentation</vt:lpstr>
      <vt:lpstr>Team Everest Updates – Completed Work</vt:lpstr>
      <vt:lpstr>Team Everest Updates – Completed Work Value</vt:lpstr>
      <vt:lpstr>PowerPoint Presentation</vt:lpstr>
      <vt:lpstr>PowerPoint Presentation</vt:lpstr>
      <vt:lpstr>Team Everest Updates – Completed Work</vt:lpstr>
      <vt:lpstr>Team Everest Updates – Completed Work Value</vt:lpstr>
      <vt:lpstr>PowerPoint Presentation</vt:lpstr>
      <vt:lpstr>Team Everest Updates – Completed Work</vt:lpstr>
      <vt:lpstr>Team Everest Updates – Completed Work Value</vt:lpstr>
      <vt:lpstr>Team Everest Sprint 7 - 2026 Goals</vt:lpstr>
      <vt:lpstr>PowerPoint Presentation</vt:lpstr>
      <vt:lpstr>Sprint 8 - 2026 Highlights</vt:lpstr>
      <vt:lpstr>Q2 Team Everest Planning</vt:lpstr>
      <vt:lpstr>PowerPoint Presentation</vt:lpstr>
      <vt:lpstr>PowerPoint Presentation</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Ascensus PowerPoint Template (Title Slide)</dc:title>
  <dc:creator>David Kepner</dc:creator>
  <cp:lastModifiedBy>Lori Jordan</cp:lastModifiedBy>
  <cp:revision>8</cp:revision>
  <dcterms:created xsi:type="dcterms:W3CDTF">2021-01-21T19:50:02Z</dcterms:created>
  <dcterms:modified xsi:type="dcterms:W3CDTF">2026-04-09T14:24:05Z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4720953</vt:lpwstr>
  </property>
  <property fmtid="{D5CDD505-2E9C-101B-9397-08002B2CF9AE}" pid="3" name="NXPowerLiteSettings">
    <vt:lpwstr>C880073804F000</vt:lpwstr>
  </property>
  <property fmtid="{D5CDD505-2E9C-101B-9397-08002B2CF9AE}" pid="4" name="NXPowerLiteVersion">
    <vt:lpwstr>D8.0.11</vt:lpwstr>
  </property>
  <property fmtid="{D5CDD505-2E9C-101B-9397-08002B2CF9AE}" pid="5" name="ContentTypeId">
    <vt:lpwstr>0x010100BEA6015A3D870944A40851B043433478</vt:lpwstr>
  </property>
  <property fmtid="{D5CDD505-2E9C-101B-9397-08002B2CF9AE}" pid="6" name="MediaServiceImageTags">
    <vt:lpwstr/>
  </property>
</Properties>
</file>